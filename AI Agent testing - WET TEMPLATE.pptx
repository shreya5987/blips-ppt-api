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media/image10.jpg" ContentType="image/jpg"/>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4"/>
    <p:sldMasterId id="2147483705" r:id="rId5"/>
    <p:sldMasterId id="2147483754" r:id="rId6"/>
    <p:sldMasterId id="2147485420" r:id="rId7"/>
  </p:sldMasterIdLst>
  <p:notesMasterIdLst>
    <p:notesMasterId r:id="rId20"/>
  </p:notesMasterIdLst>
  <p:sldIdLst>
    <p:sldId id="256" r:id="rId15"/>
    <p:sldId id="257" r:id="rId16"/>
    <p:sldId id="258" r:id="rId17"/>
    <p:sldId id="259" r:id="rId18"/>
    <p:sldId id="260" r:id="rId19"/>
    <p:sldId id="261" r:id="rId14"/>
    <p:sldId id="262" r:id="rId13"/>
    <p:sldId id="263" r:id="rId12"/>
    <p:sldId id="264" r:id="rId11"/>
    <p:sldId id="265" r:id="rId10"/>
    <p:sldId id="266" r:id="rId9"/>
    <p:sldId id="267" r:id="rId8"/>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309" r:id="rId68"/>
    <p:sldId id="310" r:id="rId69"/>
    <p:sldId id="311" r:id="rId70"/>
    <p:sldId id="312" r:id="rId71"/>
    <p:sldId id="313" r:id="rId72"/>
    <p:sldId id="314" r:id="rId73"/>
    <p:sldId id="315" r:id="rId74"/>
    <p:sldId id="316" r:id="rId75"/>
    <p:sldId id="317" r:id="rId76"/>
    <p:sldId id="318" r:id="rId77"/>
    <p:sldId id="319" r:id="rId78"/>
    <p:sldId id="320" r:id="rId79"/>
    <p:sldId id="321" r:id="rId80"/>
    <p:sldId id="322" r:id="rId81"/>
    <p:sldId id="323" r:id="rId82"/>
    <p:sldId id="324" r:id="rId83"/>
    <p:sldId id="325" r:id="rId84"/>
    <p:sldId id="326" r:id="rId85"/>
    <p:sldId id="327" r:id="rId86"/>
    <p:sldId id="328" r:id="rId87"/>
    <p:sldId id="329" r:id="rId88"/>
    <p:sldId id="330" r:id="rId89"/>
    <p:sldId id="331" r:id="rId90"/>
    <p:sldId id="332" r:id="rId91"/>
    <p:sldId id="333" r:id="rId92"/>
    <p:sldId id="334" r:id="rId93"/>
    <p:sldId id="335" r:id="rId94"/>
    <p:sldId id="336" r:id="rId95"/>
    <p:sldId id="337" r:id="rId96"/>
    <p:sldId id="338" r:id="rId97"/>
    <p:sldId id="339" r:id="rId98"/>
    <p:sldId id="340" r:id="rId99"/>
    <p:sldId id="341" r:id="rId100"/>
    <p:sldId id="342" r:id="rId101"/>
  </p:sldIdLst>
  <p:sldSz cx="9144000" cy="5143500" type="screen16x9"/>
  <p:notesSz cx="6858000" cy="9144000"/>
  <p:embeddedFontLst>
    <p:embeddedFont>
      <p:font typeface="Arial Black" panose="020B0A04020102020204" pitchFamily="34" charset="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923D5-3506-4AD6-B8D4-0A0C1F99AB9D}" v="217" dt="2026-06-23T19:48:03.745"/>
  </p1510:revLst>
</p1510:revInfo>
</file>

<file path=ppt/tableStyles.xml><?xml version="1.0" encoding="utf-8"?>
<a:tblStyleLst xmlns:a="http://schemas.openxmlformats.org/drawingml/2006/main" def="{69C7296A-8C0A-499D-8635-849B4D777B5C}">
  <a:tblStyle styleId="{69C7296A-8C0A-499D-8635-849B4D777B5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BC8E14-482A-4466-A9BD-FCEADBE156EC}"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9.xml"/><Relationship Id="rId12" Type="http://schemas.openxmlformats.org/officeDocument/2006/relationships/slide" Target="slides/slide8.xml"/><Relationship Id="rId13" Type="http://schemas.openxmlformats.org/officeDocument/2006/relationships/slide" Target="slides/slide7.xml"/><Relationship Id="rId14" Type="http://schemas.openxmlformats.org/officeDocument/2006/relationships/slide" Target="slides/slide6.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notesMaster" Target="notesMasters/notesMaster1.xml"/><Relationship Id="rId21" Type="http://schemas.openxmlformats.org/officeDocument/2006/relationships/font" Target="fonts/font1.fnt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 Id="rId58" Type="http://schemas.openxmlformats.org/officeDocument/2006/relationships/slide" Target="slides/slide44.xml"/><Relationship Id="rId59" Type="http://schemas.openxmlformats.org/officeDocument/2006/relationships/slide" Target="slides/slide45.xml"/><Relationship Id="rId60" Type="http://schemas.openxmlformats.org/officeDocument/2006/relationships/slide" Target="slides/slide46.xml"/><Relationship Id="rId61" Type="http://schemas.openxmlformats.org/officeDocument/2006/relationships/slide" Target="slides/slide47.xml"/><Relationship Id="rId62" Type="http://schemas.openxmlformats.org/officeDocument/2006/relationships/slide" Target="slides/slide48.xml"/><Relationship Id="rId63" Type="http://schemas.openxmlformats.org/officeDocument/2006/relationships/slide" Target="slides/slide49.xml"/><Relationship Id="rId64" Type="http://schemas.openxmlformats.org/officeDocument/2006/relationships/slide" Target="slides/slide50.xml"/><Relationship Id="rId65" Type="http://schemas.openxmlformats.org/officeDocument/2006/relationships/slide" Target="slides/slide51.xml"/><Relationship Id="rId66" Type="http://schemas.openxmlformats.org/officeDocument/2006/relationships/slide" Target="slides/slide52.xml"/><Relationship Id="rId67" Type="http://schemas.openxmlformats.org/officeDocument/2006/relationships/slide" Target="slides/slide53.xml"/><Relationship Id="rId68" Type="http://schemas.openxmlformats.org/officeDocument/2006/relationships/slide" Target="slides/slide54.xml"/><Relationship Id="rId69" Type="http://schemas.openxmlformats.org/officeDocument/2006/relationships/slide" Target="slides/slide55.xml"/><Relationship Id="rId70" Type="http://schemas.openxmlformats.org/officeDocument/2006/relationships/slide" Target="slides/slide56.xml"/><Relationship Id="rId71" Type="http://schemas.openxmlformats.org/officeDocument/2006/relationships/slide" Target="slides/slide57.xml"/><Relationship Id="rId72" Type="http://schemas.openxmlformats.org/officeDocument/2006/relationships/slide" Target="slides/slide58.xml"/><Relationship Id="rId73" Type="http://schemas.openxmlformats.org/officeDocument/2006/relationships/slide" Target="slides/slide59.xml"/><Relationship Id="rId74" Type="http://schemas.openxmlformats.org/officeDocument/2006/relationships/slide" Target="slides/slide60.xml"/><Relationship Id="rId75" Type="http://schemas.openxmlformats.org/officeDocument/2006/relationships/slide" Target="slides/slide61.xml"/><Relationship Id="rId76" Type="http://schemas.openxmlformats.org/officeDocument/2006/relationships/slide" Target="slides/slide62.xml"/><Relationship Id="rId77" Type="http://schemas.openxmlformats.org/officeDocument/2006/relationships/slide" Target="slides/slide63.xml"/><Relationship Id="rId78" Type="http://schemas.openxmlformats.org/officeDocument/2006/relationships/slide" Target="slides/slide64.xml"/><Relationship Id="rId79" Type="http://schemas.openxmlformats.org/officeDocument/2006/relationships/slide" Target="slides/slide65.xml"/><Relationship Id="rId80" Type="http://schemas.openxmlformats.org/officeDocument/2006/relationships/slide" Target="slides/slide66.xml"/><Relationship Id="rId81" Type="http://schemas.openxmlformats.org/officeDocument/2006/relationships/slide" Target="slides/slide67.xml"/><Relationship Id="rId82" Type="http://schemas.openxmlformats.org/officeDocument/2006/relationships/slide" Target="slides/slide68.xml"/><Relationship Id="rId83" Type="http://schemas.openxmlformats.org/officeDocument/2006/relationships/slide" Target="slides/slide69.xml"/><Relationship Id="rId84" Type="http://schemas.openxmlformats.org/officeDocument/2006/relationships/slide" Target="slides/slide70.xml"/><Relationship Id="rId85" Type="http://schemas.openxmlformats.org/officeDocument/2006/relationships/slide" Target="slides/slide71.xml"/><Relationship Id="rId86" Type="http://schemas.openxmlformats.org/officeDocument/2006/relationships/slide" Target="slides/slide72.xml"/><Relationship Id="rId87" Type="http://schemas.openxmlformats.org/officeDocument/2006/relationships/slide" Target="slides/slide73.xml"/><Relationship Id="rId88" Type="http://schemas.openxmlformats.org/officeDocument/2006/relationships/slide" Target="slides/slide74.xml"/><Relationship Id="rId89" Type="http://schemas.openxmlformats.org/officeDocument/2006/relationships/slide" Target="slides/slide75.xml"/><Relationship Id="rId90" Type="http://schemas.openxmlformats.org/officeDocument/2006/relationships/slide" Target="slides/slide76.xml"/><Relationship Id="rId91" Type="http://schemas.openxmlformats.org/officeDocument/2006/relationships/slide" Target="slides/slide77.xml"/><Relationship Id="rId92" Type="http://schemas.openxmlformats.org/officeDocument/2006/relationships/slide" Target="slides/slide78.xml"/><Relationship Id="rId93" Type="http://schemas.openxmlformats.org/officeDocument/2006/relationships/slide" Target="slides/slide79.xml"/><Relationship Id="rId94" Type="http://schemas.openxmlformats.org/officeDocument/2006/relationships/slide" Target="slides/slide80.xml"/><Relationship Id="rId95" Type="http://schemas.openxmlformats.org/officeDocument/2006/relationships/slide" Target="slides/slide81.xml"/><Relationship Id="rId96" Type="http://schemas.openxmlformats.org/officeDocument/2006/relationships/slide" Target="slides/slide82.xml"/><Relationship Id="rId97" Type="http://schemas.openxmlformats.org/officeDocument/2006/relationships/slide" Target="slides/slide83.xml"/><Relationship Id="rId98" Type="http://schemas.openxmlformats.org/officeDocument/2006/relationships/slide" Target="slides/slide84.xml"/><Relationship Id="rId99" Type="http://schemas.openxmlformats.org/officeDocument/2006/relationships/slide" Target="slides/slide85.xml"/><Relationship Id="rId100" Type="http://schemas.openxmlformats.org/officeDocument/2006/relationships/slide" Target="slides/slide86.xml"/><Relationship Id="rId101"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microsoft.com/office/2007/relationships/hdphoto" Target="../media/hdphoto1.wdp"/><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11.jpeg"/><Relationship Id="rId4" Type="http://schemas.openxmlformats.org/officeDocument/2006/relationships/image" Target="../media/image12.png"/><Relationship Id="rId5"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eg"/><Relationship Id="rId3"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eg"/><Relationship Id="rId3"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grayscl/>
            <a:extLst>
              <a:ext uri="{BEBA8EAE-BF5A-486C-A8C5-ECC9F3942E4B}">
                <a14:imgProps xmlns:a14="http://schemas.microsoft.com/office/drawing/2010/main">
                  <a14:imgLayer r:embed="rId3">
                    <a14:imgEffect>
                      <a14:brightnessContrast bright="10000"/>
                    </a14:imgEffect>
                  </a14:imgLayer>
                </a14:imgProps>
              </a:ext>
              <a:ext uri="{28A0092B-C50C-407E-A947-70E740481C1C}">
                <a14:useLocalDpi xmlns:a14="http://schemas.microsoft.com/office/drawing/2010/main" val="0"/>
              </a:ext>
            </a:extLst>
          </a:blip>
          <a:srcRect/>
          <a:stretch/>
        </p:blipFill>
        <p:spPr>
          <a:xfrm>
            <a:off x="188810" y="-2156"/>
            <a:ext cx="8965276" cy="2571750"/>
          </a:xfrm>
          <a:prstGeom prst="rect">
            <a:avLst/>
          </a:prstGeom>
        </p:spPr>
      </p:pic>
      <p:sp>
        <p:nvSpPr>
          <p:cNvPr id="8" name="Rectangle 7"/>
          <p:cNvSpPr/>
          <p:nvPr/>
        </p:nvSpPr>
        <p:spPr>
          <a:xfrm>
            <a:off x="0" y="0"/>
            <a:ext cx="6705600" cy="2571750"/>
          </a:xfrm>
          <a:prstGeom prst="rect">
            <a:avLst/>
          </a:prstGeom>
          <a:gradFill>
            <a:gsLst>
              <a:gs pos="0">
                <a:schemeClr val="bg1">
                  <a:lumMod val="85000"/>
                  <a:lumOff val="15000"/>
                </a:schemeClr>
              </a:gs>
              <a:gs pos="100000">
                <a:srgbClr val="000000">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4" name="Picture 3"/>
          <p:cNvPicPr>
            <a:picLocks noChangeAspect="1"/>
          </p:cNvPicPr>
          <p:nvPr/>
        </p:nvPicPr>
        <p:blipFill rotWithShape="1">
          <a:blip r:embed="rId4" cstate="print">
            <a:extLst>
              <a:ext uri="{28A0092B-C50C-407E-A947-70E740481C1C}">
                <a14:useLocalDpi xmlns:a14="http://schemas.microsoft.com/office/drawing/2010/main" val="0"/>
              </a:ext>
            </a:extLst>
          </a:blip>
          <a:stretch/>
        </p:blipFill>
        <p:spPr bwMode="hidden">
          <a:xfrm>
            <a:off x="-1" y="2613957"/>
            <a:ext cx="3364301" cy="2529544"/>
          </a:xfrm>
          <a:prstGeom prst="rect">
            <a:avLst/>
          </a:prstGeom>
        </p:spPr>
      </p:pic>
      <p:sp>
        <p:nvSpPr>
          <p:cNvPr id="10" name="Rectangle 9"/>
          <p:cNvSpPr/>
          <p:nvPr/>
        </p:nvSpPr>
        <p:spPr>
          <a:xfrm>
            <a:off x="0" y="2571750"/>
            <a:ext cx="9144000" cy="1371600"/>
          </a:xfrm>
          <a:prstGeom prst="rect">
            <a:avLst/>
          </a:prstGeom>
          <a:gradFill flip="none" rotWithShape="1">
            <a:gsLst>
              <a:gs pos="0">
                <a:schemeClr val="bg1">
                  <a:alpha val="54000"/>
                </a:schemeClr>
              </a:gs>
              <a:gs pos="100000">
                <a:schemeClr val="bg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p:cNvSpPr/>
          <p:nvPr/>
        </p:nvSpPr>
        <p:spPr>
          <a:xfrm>
            <a:off x="0" y="2571750"/>
            <a:ext cx="137160"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p:cNvSpPr>
            <a:spLocks noGrp="1"/>
          </p:cNvSpPr>
          <p:nvPr>
            <p:ph type="ctrTitle"/>
          </p:nvPr>
        </p:nvSpPr>
        <p:spPr>
          <a:xfrm>
            <a:off x="914400" y="2686050"/>
            <a:ext cx="7315200" cy="685800"/>
          </a:xfrm>
        </p:spPr>
        <p:txBody>
          <a:bodyPr/>
          <a:lstStyle>
            <a:lvl1pPr>
              <a:defRPr sz="2400"/>
            </a:lvl1pPr>
          </a:lstStyle>
          <a:p>
            <a:r>
              <a:rPr lang="en-US"/>
              <a:t>Click to edit Master title style</a:t>
            </a:r>
          </a:p>
        </p:txBody>
      </p:sp>
      <p:sp>
        <p:nvSpPr>
          <p:cNvPr id="3" name="Subtitle 2"/>
          <p:cNvSpPr>
            <a:spLocks noGrp="1"/>
          </p:cNvSpPr>
          <p:nvPr>
            <p:ph type="subTitle" idx="1"/>
          </p:nvPr>
        </p:nvSpPr>
        <p:spPr>
          <a:xfrm>
            <a:off x="916253" y="3429000"/>
            <a:ext cx="7313348" cy="400050"/>
          </a:xfrm>
        </p:spPr>
        <p:txBody>
          <a:bodyPr>
            <a:normAutofit/>
          </a:bodyPr>
          <a:lstStyle>
            <a:lvl1pPr marL="0" indent="0" algn="l">
              <a:spcAft>
                <a:spcPts val="0"/>
              </a:spcAft>
              <a:buNone/>
              <a:defRPr sz="1350">
                <a:solidFill>
                  <a:schemeClr val="tx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05402" y="4343402"/>
            <a:ext cx="3124199" cy="304265"/>
          </a:xfrm>
          <a:prstGeom prst="rect">
            <a:avLst/>
          </a:prstGeom>
        </p:spPr>
      </p:pic>
    </p:spTree>
    <p:extLst>
      <p:ext uri="{BB962C8B-B14F-4D97-AF65-F5344CB8AC3E}">
        <p14:creationId xmlns:p14="http://schemas.microsoft.com/office/powerpoint/2010/main" val="3104411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bwMode="auto"/>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4258177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bwMode="auto">
          <a:xfrm>
            <a:off x="685800" y="1314450"/>
            <a:ext cx="7772400" cy="331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
        <p:nvSpPr>
          <p:cNvPr id="8" name="Text Placeholder 7"/>
          <p:cNvSpPr>
            <a:spLocks noGrp="1"/>
          </p:cNvSpPr>
          <p:nvPr>
            <p:ph type="body" sz="quarter" idx="13"/>
          </p:nvPr>
        </p:nvSpPr>
        <p:spPr>
          <a:xfrm>
            <a:off x="685800" y="857250"/>
            <a:ext cx="7772400" cy="228600"/>
          </a:xfrm>
        </p:spPr>
        <p:txBody>
          <a:bodyPr>
            <a:noAutofit/>
          </a:bodyPr>
          <a:lstStyle>
            <a:lvl1pPr marL="0" indent="0">
              <a:spcAft>
                <a:spcPts val="0"/>
              </a:spcAft>
              <a:buNone/>
              <a:defRPr sz="1350">
                <a:solidFill>
                  <a:schemeClr val="tx2">
                    <a:lumMod val="75000"/>
                  </a:schemeClr>
                </a:solidFill>
              </a:defRPr>
            </a:lvl1pPr>
            <a:lvl2pPr marL="0" indent="0">
              <a:spcAft>
                <a:spcPts val="0"/>
              </a:spcAft>
              <a:buNone/>
              <a:defRPr sz="1350"/>
            </a:lvl2pPr>
            <a:lvl3pPr marL="0" indent="0">
              <a:spcAft>
                <a:spcPts val="0"/>
              </a:spcAft>
              <a:buNone/>
              <a:defRPr sz="1350"/>
            </a:lvl3pPr>
            <a:lvl4pPr marL="0" indent="0">
              <a:spcAft>
                <a:spcPts val="0"/>
              </a:spcAft>
              <a:buNone/>
              <a:defRPr sz="1350"/>
            </a:lvl4pPr>
            <a:lvl5pPr marL="0" indent="0">
              <a:spcAft>
                <a:spcPts val="0"/>
              </a:spcAft>
              <a:buNone/>
              <a:defRPr sz="1350"/>
            </a:lvl5pPr>
            <a:lvl6pPr marL="0" indent="0">
              <a:spcAft>
                <a:spcPts val="0"/>
              </a:spcAft>
              <a:buNone/>
              <a:defRPr sz="1350"/>
            </a:lvl6pPr>
            <a:lvl7pPr marL="0" indent="0">
              <a:spcAft>
                <a:spcPts val="0"/>
              </a:spcAft>
              <a:buNone/>
              <a:defRPr sz="1350"/>
            </a:lvl7pPr>
            <a:lvl8pPr marL="0" indent="0">
              <a:spcAft>
                <a:spcPts val="0"/>
              </a:spcAft>
              <a:buNone/>
              <a:defRPr sz="1350"/>
            </a:lvl8pPr>
            <a:lvl9pPr marL="0" indent="0">
              <a:spcAft>
                <a:spcPts val="0"/>
              </a:spcAft>
              <a:buNone/>
              <a:defRPr sz="1350"/>
            </a:lvl9pPr>
          </a:lstStyle>
          <a:p>
            <a:pPr lvl="0"/>
            <a:r>
              <a:rPr lang="en-US"/>
              <a:t>Click to edit Master text styles</a:t>
            </a:r>
          </a:p>
        </p:txBody>
      </p:sp>
    </p:spTree>
    <p:extLst>
      <p:ext uri="{BB962C8B-B14F-4D97-AF65-F5344CB8AC3E}">
        <p14:creationId xmlns:p14="http://schemas.microsoft.com/office/powerpoint/2010/main" val="399526927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hidden">
          <a:xfrm>
            <a:off x="-1" y="2714553"/>
            <a:ext cx="6172201" cy="2428948"/>
          </a:xfrm>
          <a:prstGeom prst="rect">
            <a:avLst/>
          </a:prstGeom>
        </p:spPr>
      </p:pic>
      <p:sp>
        <p:nvSpPr>
          <p:cNvPr id="2" name="Title 1"/>
          <p:cNvSpPr>
            <a:spLocks noGrp="1"/>
          </p:cNvSpPr>
          <p:nvPr>
            <p:ph type="title"/>
          </p:nvPr>
        </p:nvSpPr>
        <p:spPr>
          <a:xfrm>
            <a:off x="685800" y="827532"/>
            <a:ext cx="7772400" cy="822960"/>
          </a:xfrm>
        </p:spPr>
        <p:txBody>
          <a:bodyPr anchor="b"/>
          <a:lstStyle>
            <a:lvl1pPr algn="l">
              <a:defRPr sz="2700" b="0"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bwMode="invGray">
          <a:xfrm>
            <a:off x="685800" y="1760220"/>
            <a:ext cx="7772400" cy="411480"/>
          </a:xfrm>
        </p:spPr>
        <p:txBody>
          <a:bodyPr anchor="t">
            <a:normAutofit/>
          </a:bodyPr>
          <a:lstStyle>
            <a:lvl1pPr marL="0" indent="0">
              <a:spcAft>
                <a:spcPts val="0"/>
              </a:spcAft>
              <a:buNone/>
              <a:defRPr sz="135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9006840" y="0"/>
            <a:ext cx="137160" cy="51435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52734068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Orange">
    <p:bg>
      <p:bgPr>
        <a:solidFill>
          <a:schemeClr val="accent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hidden">
          <a:xfrm>
            <a:off x="-1" y="2714553"/>
            <a:ext cx="6172201" cy="2428948"/>
          </a:xfrm>
          <a:prstGeom prst="rect">
            <a:avLst/>
          </a:prstGeom>
        </p:spPr>
      </p:pic>
      <p:sp>
        <p:nvSpPr>
          <p:cNvPr id="2" name="Title 1"/>
          <p:cNvSpPr>
            <a:spLocks noGrp="1"/>
          </p:cNvSpPr>
          <p:nvPr>
            <p:ph type="title"/>
          </p:nvPr>
        </p:nvSpPr>
        <p:spPr>
          <a:xfrm>
            <a:off x="685800" y="827532"/>
            <a:ext cx="7772400" cy="822960"/>
          </a:xfrm>
        </p:spPr>
        <p:txBody>
          <a:bodyPr anchor="b"/>
          <a:lstStyle>
            <a:lvl1pPr algn="l">
              <a:defRPr sz="2700" b="0"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bwMode="invGray">
          <a:xfrm>
            <a:off x="685800" y="1760220"/>
            <a:ext cx="7772400" cy="411480"/>
          </a:xfrm>
        </p:spPr>
        <p:txBody>
          <a:bodyPr anchor="t">
            <a:normAutofit/>
          </a:bodyPr>
          <a:lstStyle>
            <a:lvl1pPr marL="0" indent="0">
              <a:spcAft>
                <a:spcPts val="0"/>
              </a:spcAft>
              <a:buNone/>
              <a:defRPr sz="135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9006840" y="0"/>
            <a:ext cx="137160" cy="51435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66968760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Header with Picture">
    <p:spTree>
      <p:nvGrpSpPr>
        <p:cNvPr id="1" name=""/>
        <p:cNvGrpSpPr/>
        <p:nvPr/>
      </p:nvGrpSpPr>
      <p:grpSpPr>
        <a:xfrm>
          <a:off x="0" y="0"/>
          <a:ext cx="0" cy="0"/>
          <a:chOff x="0" y="0"/>
          <a:chExt cx="0" cy="0"/>
        </a:xfrm>
      </p:grpSpPr>
      <p:sp>
        <p:nvSpPr>
          <p:cNvPr id="9" name="Picture Placeholder 2"/>
          <p:cNvSpPr>
            <a:spLocks noGrp="1"/>
          </p:cNvSpPr>
          <p:nvPr>
            <p:ph type="pic" idx="10"/>
          </p:nvPr>
        </p:nvSpPr>
        <p:spPr>
          <a:xfrm>
            <a:off x="137160" y="2286000"/>
            <a:ext cx="9006840" cy="2057400"/>
          </a:xfrm>
          <a:solidFill>
            <a:schemeClr val="bg2"/>
          </a:solidFill>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2" name="Title 1"/>
          <p:cNvSpPr>
            <a:spLocks noGrp="1"/>
          </p:cNvSpPr>
          <p:nvPr>
            <p:ph type="title"/>
          </p:nvPr>
        </p:nvSpPr>
        <p:spPr>
          <a:xfrm>
            <a:off x="685800" y="827532"/>
            <a:ext cx="7772400" cy="822960"/>
          </a:xfrm>
        </p:spPr>
        <p:txBody>
          <a:bodyPr anchor="b"/>
          <a:lstStyle>
            <a:lvl1pPr algn="l">
              <a:defRPr sz="2700" b="0" cap="none" baseline="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685800" y="1760220"/>
            <a:ext cx="7772400" cy="411480"/>
          </a:xfrm>
        </p:spPr>
        <p:txBody>
          <a:bodyPr anchor="t">
            <a:normAutofit/>
          </a:bodyPr>
          <a:lstStyle>
            <a:lvl1pPr marL="0" indent="0">
              <a:spcAft>
                <a:spcPts val="0"/>
              </a:spcAft>
              <a:buNone/>
              <a:defRPr sz="1350">
                <a:solidFill>
                  <a:schemeClr val="tx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2286000"/>
            <a:ext cx="137160" cy="2057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83051735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bwMode="auto">
          <a:xfrm>
            <a:off x="685800" y="1085850"/>
            <a:ext cx="3749040" cy="3543300"/>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bwMode="auto">
          <a:xfrm>
            <a:off x="4709160" y="1085850"/>
            <a:ext cx="3749040" cy="3543300"/>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540197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85800" y="1085853"/>
            <a:ext cx="3749040" cy="457199"/>
          </a:xfrm>
        </p:spPr>
        <p:txBody>
          <a:bodyPr anchor="ctr"/>
          <a:lstStyle>
            <a:lvl1pPr marL="0" indent="0">
              <a:spcAft>
                <a:spcPts val="0"/>
              </a:spcAft>
              <a:buNone/>
              <a:defRPr sz="15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bwMode="auto">
          <a:xfrm>
            <a:off x="685800" y="1600200"/>
            <a:ext cx="3749040" cy="3028950"/>
          </a:xfrm>
        </p:spPr>
        <p:txBody>
          <a:bodyPr>
            <a:normAutofit/>
          </a:bodyPr>
          <a:lstStyle>
            <a:lvl1pPr>
              <a:defRPr sz="1350"/>
            </a:lvl1pPr>
            <a:lvl2pPr>
              <a:defRPr sz="1200"/>
            </a:lvl2pPr>
            <a:lvl3pPr>
              <a:defRPr sz="1050"/>
            </a:lvl3pPr>
            <a:lvl4pPr>
              <a:defRPr sz="900"/>
            </a:lvl4pPr>
            <a:lvl5pPr>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09160" y="1085853"/>
            <a:ext cx="3749040" cy="457199"/>
          </a:xfrm>
        </p:spPr>
        <p:txBody>
          <a:bodyPr anchor="ctr"/>
          <a:lstStyle>
            <a:lvl1pPr marL="0" indent="0">
              <a:spcAft>
                <a:spcPts val="0"/>
              </a:spcAft>
              <a:buNone/>
              <a:defRPr sz="15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bwMode="auto">
          <a:xfrm>
            <a:off x="4709160" y="1600200"/>
            <a:ext cx="3749040" cy="3028950"/>
          </a:xfrm>
        </p:spPr>
        <p:txBody>
          <a:bodyPr>
            <a:normAutofit/>
          </a:bodyPr>
          <a:lstStyle>
            <a:lvl1pPr>
              <a:defRPr sz="1350"/>
            </a:lvl1pPr>
            <a:lvl2pPr>
              <a:defRPr sz="1200"/>
            </a:lvl2pPr>
            <a:lvl3pPr>
              <a:defRPr sz="1050"/>
            </a:lvl3pPr>
            <a:lvl4pPr>
              <a:defRPr sz="900"/>
            </a:lvl4pPr>
            <a:lvl5pPr>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632517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452927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 smtClean="0"/>
              <a:pPr/>
              <a:t>‹#›</a:t>
            </a:fld>
            <a:endParaRPr lang="en"/>
          </a:p>
        </p:txBody>
      </p:sp>
      <p:sp>
        <p:nvSpPr>
          <p:cNvPr id="6" name="Text Placeholder 7"/>
          <p:cNvSpPr>
            <a:spLocks noGrp="1"/>
          </p:cNvSpPr>
          <p:nvPr>
            <p:ph type="body" sz="quarter" idx="13"/>
          </p:nvPr>
        </p:nvSpPr>
        <p:spPr>
          <a:xfrm>
            <a:off x="685800" y="857250"/>
            <a:ext cx="7772400" cy="228600"/>
          </a:xfrm>
        </p:spPr>
        <p:txBody>
          <a:bodyPr>
            <a:noAutofit/>
          </a:bodyPr>
          <a:lstStyle>
            <a:lvl1pPr marL="0" indent="0">
              <a:spcAft>
                <a:spcPts val="0"/>
              </a:spcAft>
              <a:buNone/>
              <a:defRPr sz="1350">
                <a:solidFill>
                  <a:schemeClr val="tx2">
                    <a:lumMod val="75000"/>
                  </a:schemeClr>
                </a:solidFill>
              </a:defRPr>
            </a:lvl1pPr>
            <a:lvl2pPr marL="0" indent="0">
              <a:spcAft>
                <a:spcPts val="0"/>
              </a:spcAft>
              <a:buNone/>
              <a:defRPr sz="1350"/>
            </a:lvl2pPr>
            <a:lvl3pPr marL="0" indent="0">
              <a:spcAft>
                <a:spcPts val="0"/>
              </a:spcAft>
              <a:buNone/>
              <a:defRPr sz="1350"/>
            </a:lvl3pPr>
            <a:lvl4pPr marL="0" indent="0">
              <a:spcAft>
                <a:spcPts val="0"/>
              </a:spcAft>
              <a:buNone/>
              <a:defRPr sz="1350"/>
            </a:lvl4pPr>
            <a:lvl5pPr marL="0" indent="0">
              <a:spcAft>
                <a:spcPts val="0"/>
              </a:spcAft>
              <a:buNone/>
              <a:defRPr sz="1350"/>
            </a:lvl5pPr>
            <a:lvl6pPr marL="0" indent="0">
              <a:spcAft>
                <a:spcPts val="0"/>
              </a:spcAft>
              <a:buNone/>
              <a:defRPr sz="1350"/>
            </a:lvl6pPr>
            <a:lvl7pPr marL="0" indent="0">
              <a:spcAft>
                <a:spcPts val="0"/>
              </a:spcAft>
              <a:buNone/>
              <a:defRPr sz="1350"/>
            </a:lvl7pPr>
            <a:lvl8pPr marL="0" indent="0">
              <a:spcAft>
                <a:spcPts val="0"/>
              </a:spcAft>
              <a:buNone/>
              <a:defRPr sz="1350"/>
            </a:lvl8pPr>
            <a:lvl9pPr marL="0" indent="0">
              <a:spcAft>
                <a:spcPts val="0"/>
              </a:spcAft>
              <a:buNone/>
              <a:defRPr sz="1350"/>
            </a:lvl9pPr>
          </a:lstStyle>
          <a:p>
            <a:pPr lvl="0"/>
            <a:r>
              <a:rPr lang="en-US"/>
              <a:t>Click to edit Master text styles</a:t>
            </a:r>
          </a:p>
        </p:txBody>
      </p:sp>
    </p:spTree>
    <p:extLst>
      <p:ext uri="{BB962C8B-B14F-4D97-AF65-F5344CB8AC3E}">
        <p14:creationId xmlns:p14="http://schemas.microsoft.com/office/powerpoint/2010/main" val="117795734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512686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71450"/>
            <a:ext cx="7772400" cy="628650"/>
          </a:xfrm>
        </p:spPr>
        <p:txBody>
          <a:bodyPr anchor="b"/>
          <a:lstStyle>
            <a:lvl1pPr algn="l">
              <a:defRPr sz="2100" b="0"/>
            </a:lvl1pPr>
          </a:lstStyle>
          <a:p>
            <a:r>
              <a:rPr lang="en-US"/>
              <a:t>Click to edit Master title style</a:t>
            </a:r>
          </a:p>
        </p:txBody>
      </p:sp>
      <p:sp>
        <p:nvSpPr>
          <p:cNvPr id="3" name="Content Placeholder 2"/>
          <p:cNvSpPr>
            <a:spLocks noGrp="1"/>
          </p:cNvSpPr>
          <p:nvPr>
            <p:ph idx="1"/>
          </p:nvPr>
        </p:nvSpPr>
        <p:spPr bwMode="auto">
          <a:xfrm>
            <a:off x="3124200" y="1085850"/>
            <a:ext cx="5334000" cy="3543300"/>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1" y="1085850"/>
            <a:ext cx="2286000" cy="3543300"/>
          </a:xfrm>
        </p:spPr>
        <p:txBody>
          <a:bodyPr>
            <a:normAutofit/>
          </a:bodyPr>
          <a:lstStyle>
            <a:lvl1pPr marL="0" indent="0">
              <a:spcAft>
                <a:spcPts val="900"/>
              </a:spcAft>
              <a:buNone/>
              <a:defRPr sz="1350">
                <a:solidFill>
                  <a:schemeClr val="tx2">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564645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Horizontal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71450"/>
            <a:ext cx="7772400" cy="628650"/>
          </a:xfrm>
        </p:spPr>
        <p:txBody>
          <a:bodyPr anchor="b"/>
          <a:lstStyle>
            <a:lvl1pPr algn="l">
              <a:defRPr sz="2100" b="0"/>
            </a:lvl1pPr>
          </a:lstStyle>
          <a:p>
            <a:r>
              <a:rPr lang="en-US"/>
              <a:t>Click to edit Master title style</a:t>
            </a:r>
          </a:p>
        </p:txBody>
      </p:sp>
      <p:sp>
        <p:nvSpPr>
          <p:cNvPr id="3" name="Picture Placeholder 2"/>
          <p:cNvSpPr>
            <a:spLocks noGrp="1"/>
          </p:cNvSpPr>
          <p:nvPr>
            <p:ph type="pic" idx="1"/>
          </p:nvPr>
        </p:nvSpPr>
        <p:spPr>
          <a:xfrm>
            <a:off x="137160" y="1314450"/>
            <a:ext cx="8869680" cy="2457450"/>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85802" y="3886200"/>
            <a:ext cx="7772399" cy="457200"/>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84245375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Vertical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0" y="800100"/>
            <a:ext cx="3505200" cy="1485900"/>
          </a:xfrm>
        </p:spPr>
        <p:txBody>
          <a:bodyPr anchor="b"/>
          <a:lstStyle>
            <a:lvl1pPr algn="l">
              <a:defRPr sz="2100" b="0"/>
            </a:lvl1pPr>
          </a:lstStyle>
          <a:p>
            <a:r>
              <a:rPr lang="en-US"/>
              <a:t>Click to edit Master title style</a:t>
            </a:r>
          </a:p>
        </p:txBody>
      </p:sp>
      <p:sp>
        <p:nvSpPr>
          <p:cNvPr id="4" name="Text Placeholder 3"/>
          <p:cNvSpPr>
            <a:spLocks noGrp="1"/>
          </p:cNvSpPr>
          <p:nvPr>
            <p:ph type="body" sz="half" idx="2"/>
          </p:nvPr>
        </p:nvSpPr>
        <p:spPr>
          <a:xfrm>
            <a:off x="4953002" y="2388870"/>
            <a:ext cx="3505199" cy="685800"/>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
        <p:nvSpPr>
          <p:cNvPr id="8" name="Rectangle 7"/>
          <p:cNvSpPr/>
          <p:nvPr/>
        </p:nvSpPr>
        <p:spPr>
          <a:xfrm>
            <a:off x="443484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0" y="0"/>
            <a:ext cx="137160" cy="8001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p:cNvSpPr/>
          <p:nvPr/>
        </p:nvSpPr>
        <p:spPr>
          <a:xfrm>
            <a:off x="4434840" y="1483614"/>
            <a:ext cx="137160" cy="8023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Picture Placeholder 2"/>
          <p:cNvSpPr>
            <a:spLocks noGrp="1"/>
          </p:cNvSpPr>
          <p:nvPr>
            <p:ph type="pic" idx="1"/>
          </p:nvPr>
        </p:nvSpPr>
        <p:spPr>
          <a:xfrm>
            <a:off x="137160" y="0"/>
            <a:ext cx="4300728" cy="5143500"/>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Tree>
    <p:extLst>
      <p:ext uri="{BB962C8B-B14F-4D97-AF65-F5344CB8AC3E}">
        <p14:creationId xmlns:p14="http://schemas.microsoft.com/office/powerpoint/2010/main" val="250428826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Two Pictures with Captions">
    <p:spTree>
      <p:nvGrpSpPr>
        <p:cNvPr id="1" name=""/>
        <p:cNvGrpSpPr/>
        <p:nvPr/>
      </p:nvGrpSpPr>
      <p:grpSpPr>
        <a:xfrm>
          <a:off x="0" y="0"/>
          <a:ext cx="0" cy="0"/>
          <a:chOff x="0" y="0"/>
          <a:chExt cx="0" cy="0"/>
        </a:xfrm>
      </p:grpSpPr>
      <p:sp>
        <p:nvSpPr>
          <p:cNvPr id="12" name="Rectangle 11"/>
          <p:cNvSpPr/>
          <p:nvPr/>
        </p:nvSpPr>
        <p:spPr>
          <a:xfrm>
            <a:off x="0" y="1307306"/>
            <a:ext cx="9144000" cy="23431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p:cNvSpPr>
            <a:spLocks noGrp="1"/>
          </p:cNvSpPr>
          <p:nvPr>
            <p:ph type="title"/>
          </p:nvPr>
        </p:nvSpPr>
        <p:spPr>
          <a:xfrm>
            <a:off x="685800" y="171450"/>
            <a:ext cx="7772400" cy="628650"/>
          </a:xfrm>
        </p:spPr>
        <p:txBody>
          <a:bodyPr anchor="b"/>
          <a:lstStyle>
            <a:lvl1pPr algn="l">
              <a:defRPr sz="2100" b="0"/>
            </a:lvl1pPr>
          </a:lstStyle>
          <a:p>
            <a:r>
              <a:rPr lang="en-US"/>
              <a:t>Click to edit Master title style</a:t>
            </a:r>
          </a:p>
        </p:txBody>
      </p:sp>
      <p:sp>
        <p:nvSpPr>
          <p:cNvPr id="3" name="Picture Placeholder 2"/>
          <p:cNvSpPr>
            <a:spLocks noGrp="1"/>
          </p:cNvSpPr>
          <p:nvPr>
            <p:ph type="pic" idx="1"/>
          </p:nvPr>
        </p:nvSpPr>
        <p:spPr>
          <a:xfrm>
            <a:off x="137161" y="1307306"/>
            <a:ext cx="4363403" cy="2343150"/>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85803" y="3764757"/>
            <a:ext cx="3273552" cy="864394"/>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
        <p:nvSpPr>
          <p:cNvPr id="8" name="Picture Placeholder 2"/>
          <p:cNvSpPr>
            <a:spLocks noGrp="1"/>
          </p:cNvSpPr>
          <p:nvPr>
            <p:ph type="pic" idx="13"/>
          </p:nvPr>
        </p:nvSpPr>
        <p:spPr>
          <a:xfrm>
            <a:off x="4638676" y="1307306"/>
            <a:ext cx="4368165" cy="2343150"/>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9" name="Text Placeholder 3"/>
          <p:cNvSpPr>
            <a:spLocks noGrp="1"/>
          </p:cNvSpPr>
          <p:nvPr>
            <p:ph type="body" sz="half" idx="14"/>
          </p:nvPr>
        </p:nvSpPr>
        <p:spPr>
          <a:xfrm>
            <a:off x="5189221" y="3764757"/>
            <a:ext cx="3268980" cy="864394"/>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04980952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7" name="Rectangle 16"/>
          <p:cNvSpPr/>
          <p:nvPr/>
        </p:nvSpPr>
        <p:spPr>
          <a:xfrm>
            <a:off x="6002847" y="1307306"/>
            <a:ext cx="146304" cy="234543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1307306"/>
            <a:ext cx="9144000" cy="23454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p:cNvSpPr>
            <a:spLocks noGrp="1"/>
          </p:cNvSpPr>
          <p:nvPr>
            <p:ph type="title"/>
          </p:nvPr>
        </p:nvSpPr>
        <p:spPr>
          <a:xfrm>
            <a:off x="685800" y="171450"/>
            <a:ext cx="7772400" cy="628650"/>
          </a:xfrm>
        </p:spPr>
        <p:txBody>
          <a:bodyPr anchor="b"/>
          <a:lstStyle>
            <a:lvl1pPr algn="l">
              <a:defRPr sz="2100" b="0"/>
            </a:lvl1pPr>
          </a:lstStyle>
          <a:p>
            <a:r>
              <a:rPr lang="en-US"/>
              <a:t>Click to edit Master title style</a:t>
            </a:r>
          </a:p>
        </p:txBody>
      </p:sp>
      <p:sp>
        <p:nvSpPr>
          <p:cNvPr id="3" name="Picture Placeholder 2"/>
          <p:cNvSpPr>
            <a:spLocks noGrp="1"/>
          </p:cNvSpPr>
          <p:nvPr>
            <p:ph type="pic" idx="1"/>
          </p:nvPr>
        </p:nvSpPr>
        <p:spPr>
          <a:xfrm>
            <a:off x="137159" y="1307306"/>
            <a:ext cx="2862072" cy="2345436"/>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85803" y="3764758"/>
            <a:ext cx="2194560" cy="864395"/>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
        <p:nvSpPr>
          <p:cNvPr id="18" name="Picture Placeholder 2"/>
          <p:cNvSpPr>
            <a:spLocks noGrp="1"/>
          </p:cNvSpPr>
          <p:nvPr>
            <p:ph type="pic" idx="15"/>
          </p:nvPr>
        </p:nvSpPr>
        <p:spPr>
          <a:xfrm>
            <a:off x="3140964" y="1307306"/>
            <a:ext cx="2862072" cy="2345436"/>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8" name="Picture Placeholder 2"/>
          <p:cNvSpPr>
            <a:spLocks noGrp="1"/>
          </p:cNvSpPr>
          <p:nvPr>
            <p:ph type="pic" idx="13"/>
          </p:nvPr>
        </p:nvSpPr>
        <p:spPr>
          <a:xfrm>
            <a:off x="6145276" y="1307306"/>
            <a:ext cx="2862072" cy="2345436"/>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20" name="Text Placeholder 3"/>
          <p:cNvSpPr>
            <a:spLocks noGrp="1"/>
          </p:cNvSpPr>
          <p:nvPr>
            <p:ph type="body" sz="half" idx="17"/>
          </p:nvPr>
        </p:nvSpPr>
        <p:spPr>
          <a:xfrm>
            <a:off x="6466332" y="3764758"/>
            <a:ext cx="2194560" cy="864395"/>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3" name="Text Placeholder 3"/>
          <p:cNvSpPr>
            <a:spLocks noGrp="1"/>
          </p:cNvSpPr>
          <p:nvPr>
            <p:ph type="body" sz="half" idx="18"/>
          </p:nvPr>
        </p:nvSpPr>
        <p:spPr>
          <a:xfrm>
            <a:off x="3474720" y="3764758"/>
            <a:ext cx="2194560" cy="864395"/>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218588580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Full Frame Picture">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0"/>
            <a:ext cx="9144000" cy="5143500"/>
          </a:xfrm>
        </p:spPr>
        <p:txBody>
          <a:bodyPr tIns="109728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Tree>
    <p:extLst>
      <p:ext uri="{BB962C8B-B14F-4D97-AF65-F5344CB8AC3E}">
        <p14:creationId xmlns:p14="http://schemas.microsoft.com/office/powerpoint/2010/main" val="117125865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pic>
        <p:nvPicPr>
          <p:cNvPr id="16" name="Picture 15"/>
          <p:cNvPicPr>
            <a:picLocks noChangeAspect="1"/>
          </p:cNvPicPr>
          <p:nvPr/>
        </p:nvPicPr>
        <p:blipFill rotWithShape="1">
          <a:blip r:embed="rId2" cstate="print">
            <a:extLst>
              <a:ext uri="{28A0092B-C50C-407E-A947-70E740481C1C}">
                <a14:useLocalDpi xmlns:a14="http://schemas.microsoft.com/office/drawing/2010/main" val="0"/>
              </a:ext>
            </a:extLst>
          </a:blip>
          <a:stretch/>
        </p:blipFill>
        <p:spPr>
          <a:xfrm>
            <a:off x="0" y="4380620"/>
            <a:ext cx="1299371" cy="762883"/>
          </a:xfrm>
          <a:prstGeom prst="rect">
            <a:avLst/>
          </a:prstGeom>
        </p:spPr>
      </p:pic>
      <p:sp>
        <p:nvSpPr>
          <p:cNvPr id="10" name="Rectangle 9"/>
          <p:cNvSpPr/>
          <p:nvPr/>
        </p:nvSpPr>
        <p:spPr>
          <a:xfrm>
            <a:off x="900684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3" name="Rectangle 12"/>
          <p:cNvSpPr/>
          <p:nvPr/>
        </p:nvSpPr>
        <p:spPr>
          <a:xfrm>
            <a:off x="0" y="1303666"/>
            <a:ext cx="137160" cy="1508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Text Placeholder 7"/>
          <p:cNvSpPr>
            <a:spLocks noGrp="1"/>
          </p:cNvSpPr>
          <p:nvPr>
            <p:ph type="body" sz="quarter" idx="13"/>
          </p:nvPr>
        </p:nvSpPr>
        <p:spPr>
          <a:xfrm>
            <a:off x="1371600" y="1314450"/>
            <a:ext cx="6400800" cy="1508760"/>
          </a:xfrm>
        </p:spPr>
        <p:txBody>
          <a:bodyPr>
            <a:noAutofit/>
          </a:bodyPr>
          <a:lstStyle>
            <a:lvl1pPr marL="0" indent="0">
              <a:lnSpc>
                <a:spcPct val="110000"/>
              </a:lnSpc>
              <a:spcAft>
                <a:spcPts val="0"/>
              </a:spcAft>
              <a:buNone/>
              <a:defRPr sz="2100">
                <a:solidFill>
                  <a:schemeClr val="tx1"/>
                </a:solidFill>
              </a:defRPr>
            </a:lvl1pPr>
            <a:lvl2pPr marL="0" indent="0">
              <a:spcAft>
                <a:spcPts val="0"/>
              </a:spcAft>
              <a:buNone/>
              <a:defRPr sz="1350"/>
            </a:lvl2pPr>
            <a:lvl3pPr marL="0" indent="0">
              <a:spcAft>
                <a:spcPts val="0"/>
              </a:spcAft>
              <a:buNone/>
              <a:defRPr sz="1350"/>
            </a:lvl3pPr>
            <a:lvl4pPr marL="0" indent="0">
              <a:spcAft>
                <a:spcPts val="0"/>
              </a:spcAft>
              <a:buNone/>
              <a:defRPr sz="1350"/>
            </a:lvl4pPr>
            <a:lvl5pPr marL="0" indent="0">
              <a:spcAft>
                <a:spcPts val="0"/>
              </a:spcAft>
              <a:buNone/>
              <a:defRPr sz="1350"/>
            </a:lvl5pPr>
            <a:lvl6pPr marL="0" indent="0">
              <a:spcAft>
                <a:spcPts val="0"/>
              </a:spcAft>
              <a:buNone/>
              <a:defRPr sz="1350"/>
            </a:lvl6pPr>
            <a:lvl7pPr marL="0" indent="0">
              <a:spcAft>
                <a:spcPts val="0"/>
              </a:spcAft>
              <a:buNone/>
              <a:defRPr sz="1350"/>
            </a:lvl7pPr>
            <a:lvl8pPr marL="0" indent="0">
              <a:spcAft>
                <a:spcPts val="0"/>
              </a:spcAft>
              <a:buNone/>
              <a:defRPr sz="1350"/>
            </a:lvl8pPr>
            <a:lvl9pPr marL="0" indent="0">
              <a:spcAft>
                <a:spcPts val="0"/>
              </a:spcAft>
              <a:buNone/>
              <a:defRPr sz="1350"/>
            </a:lvl9pPr>
          </a:lstStyle>
          <a:p>
            <a:pPr lvl="0"/>
            <a:r>
              <a:rPr lang="en-US"/>
              <a:t>Click to edit Master text styles</a:t>
            </a:r>
          </a:p>
        </p:txBody>
      </p:sp>
      <p:sp>
        <p:nvSpPr>
          <p:cNvPr id="7" name="Date Placeholder 6"/>
          <p:cNvSpPr>
            <a:spLocks noGrp="1"/>
          </p:cNvSpPr>
          <p:nvPr>
            <p:ph type="dt" sz="half" idx="14"/>
          </p:nvPr>
        </p:nvSpPr>
        <p:spPr/>
        <p:txBody>
          <a:bodyPr/>
          <a:lstStyle/>
          <a:p>
            <a:endParaRPr lang="en-US"/>
          </a:p>
        </p:txBody>
      </p:sp>
      <p:sp>
        <p:nvSpPr>
          <p:cNvPr id="8" name="Footer Placeholder 7"/>
          <p:cNvSpPr>
            <a:spLocks noGrp="1"/>
          </p:cNvSpPr>
          <p:nvPr>
            <p:ph type="ftr" sz="quarter" idx="15"/>
          </p:nvPr>
        </p:nvSpPr>
        <p:spPr/>
        <p:txBody>
          <a:bodyPr/>
          <a:lstStyle/>
          <a:p>
            <a:endParaRPr lang="en-US"/>
          </a:p>
        </p:txBody>
      </p:sp>
      <p:sp>
        <p:nvSpPr>
          <p:cNvPr id="9" name="Slide Number Placeholder 8"/>
          <p:cNvSpPr>
            <a:spLocks noGrp="1"/>
          </p:cNvSpPr>
          <p:nvPr>
            <p:ph type="sldNum" sz="quarter" idx="16"/>
          </p:nvPr>
        </p:nvSpPr>
        <p:spPr/>
        <p:txBody>
          <a:bodyPr/>
          <a:lstStyle/>
          <a:p>
            <a:fld id="{00000000-1234-1234-1234-123412341234}" type="slidenum">
              <a:rPr lang="en" smtClean="0"/>
              <a:pPr/>
              <a:t>‹#›</a:t>
            </a:fld>
            <a:endParaRPr lang="en"/>
          </a:p>
        </p:txBody>
      </p:sp>
      <p:sp>
        <p:nvSpPr>
          <p:cNvPr id="14" name="Text Placeholder 7"/>
          <p:cNvSpPr>
            <a:spLocks noGrp="1"/>
          </p:cNvSpPr>
          <p:nvPr>
            <p:ph type="body" sz="quarter" idx="17"/>
          </p:nvPr>
        </p:nvSpPr>
        <p:spPr>
          <a:xfrm>
            <a:off x="4572000" y="2971800"/>
            <a:ext cx="3200400" cy="800100"/>
          </a:xfrm>
        </p:spPr>
        <p:txBody>
          <a:bodyPr>
            <a:noAutofit/>
          </a:bodyPr>
          <a:lstStyle>
            <a:lvl1pPr marL="0" indent="0">
              <a:lnSpc>
                <a:spcPct val="100000"/>
              </a:lnSpc>
              <a:spcBef>
                <a:spcPts val="0"/>
              </a:spcBef>
              <a:spcAft>
                <a:spcPts val="0"/>
              </a:spcAft>
              <a:buNone/>
              <a:defRPr sz="1350">
                <a:solidFill>
                  <a:schemeClr val="tx2"/>
                </a:solidFill>
              </a:defRPr>
            </a:lvl1pPr>
            <a:lvl2pPr marL="0" indent="0">
              <a:spcAft>
                <a:spcPts val="0"/>
              </a:spcAft>
              <a:buNone/>
              <a:defRPr sz="1350"/>
            </a:lvl2pPr>
            <a:lvl3pPr marL="0" indent="0">
              <a:spcAft>
                <a:spcPts val="0"/>
              </a:spcAft>
              <a:buNone/>
              <a:defRPr sz="1350"/>
            </a:lvl3pPr>
            <a:lvl4pPr marL="0" indent="0">
              <a:spcAft>
                <a:spcPts val="0"/>
              </a:spcAft>
              <a:buNone/>
              <a:defRPr sz="1350"/>
            </a:lvl4pPr>
            <a:lvl5pPr marL="0" indent="0">
              <a:spcAft>
                <a:spcPts val="0"/>
              </a:spcAft>
              <a:buNone/>
              <a:defRPr sz="1350"/>
            </a:lvl5pPr>
            <a:lvl6pPr marL="0" indent="0">
              <a:spcAft>
                <a:spcPts val="0"/>
              </a:spcAft>
              <a:buNone/>
              <a:defRPr sz="1350"/>
            </a:lvl6pPr>
            <a:lvl7pPr marL="0" indent="0">
              <a:spcAft>
                <a:spcPts val="0"/>
              </a:spcAft>
              <a:buNone/>
              <a:defRPr sz="1350"/>
            </a:lvl7pPr>
            <a:lvl8pPr marL="0" indent="0">
              <a:spcAft>
                <a:spcPts val="0"/>
              </a:spcAft>
              <a:buNone/>
              <a:defRPr sz="1350"/>
            </a:lvl8pPr>
            <a:lvl9pPr marL="0" indent="0">
              <a:spcAft>
                <a:spcPts val="0"/>
              </a:spcAft>
              <a:buNone/>
              <a:defRPr sz="1350"/>
            </a:lvl9pPr>
          </a:lstStyle>
          <a:p>
            <a:pPr lvl="0"/>
            <a:r>
              <a:rPr lang="en-US"/>
              <a:t>Click to edit Master text styles</a:t>
            </a:r>
          </a:p>
        </p:txBody>
      </p:sp>
      <p:sp>
        <p:nvSpPr>
          <p:cNvPr id="3" name="Text Placeholder 2"/>
          <p:cNvSpPr>
            <a:spLocks noGrp="1"/>
          </p:cNvSpPr>
          <p:nvPr>
            <p:ph type="body" sz="quarter" idx="18" hasCustomPrompt="1"/>
          </p:nvPr>
        </p:nvSpPr>
        <p:spPr>
          <a:xfrm>
            <a:off x="967239" y="1289368"/>
            <a:ext cx="334512" cy="212285"/>
          </a:xfrm>
          <a:blipFill>
            <a:blip r:embed="rId3"/>
            <a:stretch>
              <a:fillRect/>
            </a:stretch>
          </a:blipFill>
        </p:spPr>
        <p:txBody>
          <a:bodyPr>
            <a:normAutofit/>
          </a:bodyPr>
          <a:lstStyle>
            <a:lvl1pPr marL="0" indent="0">
              <a:spcAft>
                <a:spcPts val="0"/>
              </a:spcAft>
              <a:buNone/>
              <a:defRPr sz="750">
                <a:solidFill>
                  <a:schemeClr val="bg1"/>
                </a:solidFill>
              </a:defRPr>
            </a:lvl1pPr>
            <a:lvl2pPr marL="0" indent="0">
              <a:spcAft>
                <a:spcPts val="0"/>
              </a:spcAft>
              <a:buNone/>
              <a:defRPr sz="750"/>
            </a:lvl2pPr>
            <a:lvl3pPr marL="0" indent="0">
              <a:spcAft>
                <a:spcPts val="0"/>
              </a:spcAft>
              <a:buNone/>
              <a:defRPr sz="750"/>
            </a:lvl3pPr>
            <a:lvl4pPr marL="0" indent="0">
              <a:spcAft>
                <a:spcPts val="0"/>
              </a:spcAft>
              <a:buNone/>
              <a:defRPr sz="750"/>
            </a:lvl4pPr>
            <a:lvl5pPr marL="0" indent="0">
              <a:spcAft>
                <a:spcPts val="0"/>
              </a:spcAft>
              <a:buNone/>
              <a:defRPr sz="750"/>
            </a:lvl5pPr>
            <a:lvl6pPr marL="0" indent="0">
              <a:spcAft>
                <a:spcPts val="0"/>
              </a:spcAft>
              <a:buNone/>
              <a:defRPr sz="750"/>
            </a:lvl6pPr>
            <a:lvl7pPr marL="0" indent="0">
              <a:spcAft>
                <a:spcPts val="0"/>
              </a:spcAft>
              <a:buNone/>
              <a:defRPr sz="750"/>
            </a:lvl7pPr>
            <a:lvl8pPr marL="0" indent="0">
              <a:spcAft>
                <a:spcPts val="0"/>
              </a:spcAft>
              <a:buNone/>
              <a:defRPr sz="750"/>
            </a:lvl8pPr>
            <a:lvl9pPr marL="0" indent="0">
              <a:spcAft>
                <a:spcPts val="0"/>
              </a:spcAft>
              <a:buNone/>
              <a:defRPr sz="750"/>
            </a:lvl9pPr>
          </a:lstStyle>
          <a:p>
            <a:pPr lvl="0"/>
            <a:r>
              <a:rPr lang="en-US"/>
              <a:t> </a:t>
            </a:r>
          </a:p>
        </p:txBody>
      </p:sp>
      <p:sp>
        <p:nvSpPr>
          <p:cNvPr id="17" name="Text Placeholder 2"/>
          <p:cNvSpPr>
            <a:spLocks noGrp="1"/>
          </p:cNvSpPr>
          <p:nvPr>
            <p:ph type="body" sz="quarter" idx="19" hasCustomPrompt="1"/>
          </p:nvPr>
        </p:nvSpPr>
        <p:spPr>
          <a:xfrm>
            <a:off x="5715000" y="2400302"/>
            <a:ext cx="334512" cy="212285"/>
          </a:xfrm>
          <a:blipFill>
            <a:blip r:embed="rId4"/>
            <a:stretch>
              <a:fillRect/>
            </a:stretch>
          </a:blipFill>
        </p:spPr>
        <p:txBody>
          <a:bodyPr>
            <a:normAutofit/>
          </a:bodyPr>
          <a:lstStyle>
            <a:lvl1pPr marL="0" indent="0">
              <a:spcAft>
                <a:spcPts val="0"/>
              </a:spcAft>
              <a:buNone/>
              <a:defRPr sz="750">
                <a:solidFill>
                  <a:schemeClr val="bg1"/>
                </a:solidFill>
              </a:defRPr>
            </a:lvl1pPr>
            <a:lvl2pPr marL="0" indent="0">
              <a:spcAft>
                <a:spcPts val="0"/>
              </a:spcAft>
              <a:buNone/>
              <a:defRPr sz="750"/>
            </a:lvl2pPr>
            <a:lvl3pPr marL="0" indent="0">
              <a:spcAft>
                <a:spcPts val="0"/>
              </a:spcAft>
              <a:buNone/>
              <a:defRPr sz="750"/>
            </a:lvl3pPr>
            <a:lvl4pPr marL="0" indent="0">
              <a:spcAft>
                <a:spcPts val="0"/>
              </a:spcAft>
              <a:buNone/>
              <a:defRPr sz="750"/>
            </a:lvl4pPr>
            <a:lvl5pPr marL="0" indent="0">
              <a:spcAft>
                <a:spcPts val="0"/>
              </a:spcAft>
              <a:buNone/>
              <a:defRPr sz="750"/>
            </a:lvl5pPr>
            <a:lvl6pPr marL="0" indent="0">
              <a:spcAft>
                <a:spcPts val="0"/>
              </a:spcAft>
              <a:buNone/>
              <a:defRPr sz="750"/>
            </a:lvl6pPr>
            <a:lvl7pPr marL="0" indent="0">
              <a:spcAft>
                <a:spcPts val="0"/>
              </a:spcAft>
              <a:buNone/>
              <a:defRPr sz="750"/>
            </a:lvl7pPr>
            <a:lvl8pPr marL="0" indent="0">
              <a:spcAft>
                <a:spcPts val="0"/>
              </a:spcAft>
              <a:buNone/>
              <a:defRPr sz="750"/>
            </a:lvl8pPr>
            <a:lvl9pPr marL="0" indent="0">
              <a:spcAft>
                <a:spcPts val="0"/>
              </a:spcAft>
              <a:buNone/>
              <a:defRPr sz="750"/>
            </a:lvl9pPr>
          </a:lstStyle>
          <a:p>
            <a:pPr lvl="0"/>
            <a:r>
              <a:rPr lang="en-US"/>
              <a:t> </a:t>
            </a:r>
          </a:p>
        </p:txBody>
      </p:sp>
    </p:spTree>
    <p:extLst>
      <p:ext uri="{BB962C8B-B14F-4D97-AF65-F5344CB8AC3E}">
        <p14:creationId xmlns:p14="http://schemas.microsoft.com/office/powerpoint/2010/main" val="4078907367"/>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Thank You">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grayscl/>
            <a:extLst>
              <a:ext uri="{28A0092B-C50C-407E-A947-70E740481C1C}">
                <a14:useLocalDpi xmlns:a14="http://schemas.microsoft.com/office/drawing/2010/main" val="0"/>
              </a:ext>
            </a:extLst>
          </a:blip>
          <a:srcRect/>
          <a:stretch/>
        </p:blipFill>
        <p:spPr>
          <a:xfrm>
            <a:off x="0" y="2283843"/>
            <a:ext cx="9144000" cy="1746850"/>
          </a:xfrm>
          <a:prstGeom prst="rect">
            <a:avLst/>
          </a:prstGeom>
        </p:spPr>
      </p:pic>
      <p:sp>
        <p:nvSpPr>
          <p:cNvPr id="2" name="Title 1"/>
          <p:cNvSpPr>
            <a:spLocks noGrp="1"/>
          </p:cNvSpPr>
          <p:nvPr>
            <p:ph type="title"/>
          </p:nvPr>
        </p:nvSpPr>
        <p:spPr>
          <a:xfrm>
            <a:off x="685800" y="827532"/>
            <a:ext cx="7772400" cy="822960"/>
          </a:xfrm>
        </p:spPr>
        <p:txBody>
          <a:bodyPr anchor="b"/>
          <a:lstStyle>
            <a:lvl1pPr algn="l">
              <a:defRPr sz="2700" b="0" cap="none" baseline="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685800" y="1760220"/>
            <a:ext cx="7772400" cy="411480"/>
          </a:xfrm>
        </p:spPr>
        <p:txBody>
          <a:bodyPr anchor="t">
            <a:normAutofit/>
          </a:bodyPr>
          <a:lstStyle>
            <a:lvl1pPr marL="0" indent="0">
              <a:spcAft>
                <a:spcPts val="0"/>
              </a:spcAft>
              <a:buNone/>
              <a:defRPr sz="1350">
                <a:solidFill>
                  <a:schemeClr val="tx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p:cNvSpPr/>
          <p:nvPr/>
        </p:nvSpPr>
        <p:spPr>
          <a:xfrm>
            <a:off x="0" y="2283843"/>
            <a:ext cx="3581400" cy="1748790"/>
          </a:xfrm>
          <a:prstGeom prst="rect">
            <a:avLst/>
          </a:prstGeom>
          <a:gradFill>
            <a:gsLst>
              <a:gs pos="0">
                <a:schemeClr val="bg1">
                  <a:lumMod val="85000"/>
                  <a:lumOff val="15000"/>
                </a:schemeClr>
              </a:gs>
              <a:gs pos="100000">
                <a:srgbClr val="000000">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2283843"/>
            <a:ext cx="137160" cy="17487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2" y="4229102"/>
            <a:ext cx="3124199" cy="304265"/>
          </a:xfrm>
          <a:prstGeom prst="rect">
            <a:avLst/>
          </a:prstGeom>
        </p:spPr>
      </p:pic>
      <p:sp>
        <p:nvSpPr>
          <p:cNvPr id="14" name="Rectangle 13"/>
          <p:cNvSpPr/>
          <p:nvPr/>
        </p:nvSpPr>
        <p:spPr>
          <a:xfrm>
            <a:off x="682489" y="4642089"/>
            <a:ext cx="3432313" cy="114300"/>
          </a:xfrm>
          <a:prstGeom prst="rect">
            <a:avLst/>
          </a:prstGeom>
        </p:spPr>
        <p:txBody>
          <a:bodyPr lIns="0" tIns="0" rIns="0" bIns="0">
            <a:noAutofit/>
          </a:bodyPr>
          <a:lstStyle/>
          <a:p>
            <a:pPr>
              <a:lnSpc>
                <a:spcPct val="90000"/>
              </a:lnSpc>
              <a:spcBef>
                <a:spcPts val="375"/>
              </a:spcBef>
            </a:pPr>
            <a:r>
              <a:rPr lang="en-US" sz="675">
                <a:solidFill>
                  <a:schemeClr val="tx2"/>
                </a:solidFill>
              </a:rPr>
              <a:t>© 2018 GLOBALFOUNDRIES Inc. All rights reserved.</a:t>
            </a:r>
          </a:p>
          <a:p>
            <a:pPr>
              <a:lnSpc>
                <a:spcPct val="90000"/>
              </a:lnSpc>
              <a:spcBef>
                <a:spcPts val="375"/>
              </a:spcBef>
            </a:pPr>
            <a:endParaRPr lang="en-US" sz="675">
              <a:solidFill>
                <a:schemeClr val="tx2"/>
              </a:solidFill>
            </a:endParaRPr>
          </a:p>
        </p:txBody>
      </p:sp>
    </p:spTree>
    <p:extLst>
      <p:ext uri="{BB962C8B-B14F-4D97-AF65-F5344CB8AC3E}">
        <p14:creationId xmlns:p14="http://schemas.microsoft.com/office/powerpoint/2010/main" val="10225068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Thank You Trademark">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grayscl/>
            <a:extLst>
              <a:ext uri="{28A0092B-C50C-407E-A947-70E740481C1C}">
                <a14:useLocalDpi xmlns:a14="http://schemas.microsoft.com/office/drawing/2010/main" val="0"/>
              </a:ext>
            </a:extLst>
          </a:blip>
          <a:srcRect/>
          <a:stretch/>
        </p:blipFill>
        <p:spPr>
          <a:xfrm>
            <a:off x="0" y="1744218"/>
            <a:ext cx="9144000" cy="1746850"/>
          </a:xfrm>
          <a:prstGeom prst="rect">
            <a:avLst/>
          </a:prstGeom>
        </p:spPr>
      </p:pic>
      <p:sp>
        <p:nvSpPr>
          <p:cNvPr id="2" name="Title 1"/>
          <p:cNvSpPr>
            <a:spLocks noGrp="1"/>
          </p:cNvSpPr>
          <p:nvPr>
            <p:ph type="title"/>
          </p:nvPr>
        </p:nvSpPr>
        <p:spPr>
          <a:xfrm>
            <a:off x="685800" y="342900"/>
            <a:ext cx="7772400" cy="822960"/>
          </a:xfrm>
        </p:spPr>
        <p:txBody>
          <a:bodyPr anchor="b"/>
          <a:lstStyle>
            <a:lvl1pPr algn="l">
              <a:defRPr sz="2700" b="0" cap="none" baseline="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685800" y="1275588"/>
            <a:ext cx="7772400" cy="411480"/>
          </a:xfrm>
        </p:spPr>
        <p:txBody>
          <a:bodyPr anchor="t">
            <a:normAutofit/>
          </a:bodyPr>
          <a:lstStyle>
            <a:lvl1pPr marL="0" indent="0">
              <a:spcAft>
                <a:spcPts val="0"/>
              </a:spcAft>
              <a:buNone/>
              <a:defRPr sz="1350">
                <a:solidFill>
                  <a:schemeClr val="tx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p:cNvSpPr/>
          <p:nvPr/>
        </p:nvSpPr>
        <p:spPr>
          <a:xfrm>
            <a:off x="0" y="1744218"/>
            <a:ext cx="3581400" cy="1748790"/>
          </a:xfrm>
          <a:prstGeom prst="rect">
            <a:avLst/>
          </a:prstGeom>
          <a:gradFill>
            <a:gsLst>
              <a:gs pos="0">
                <a:schemeClr val="bg1">
                  <a:lumMod val="85000"/>
                  <a:lumOff val="15000"/>
                </a:schemeClr>
              </a:gs>
              <a:gs pos="100000">
                <a:srgbClr val="000000">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1744218"/>
            <a:ext cx="137160" cy="17487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2" y="3696237"/>
            <a:ext cx="3124199" cy="304265"/>
          </a:xfrm>
          <a:prstGeom prst="rect">
            <a:avLst/>
          </a:prstGeom>
        </p:spPr>
      </p:pic>
      <p:sp>
        <p:nvSpPr>
          <p:cNvPr id="13" name="Rectangle 12"/>
          <p:cNvSpPr/>
          <p:nvPr/>
        </p:nvSpPr>
        <p:spPr>
          <a:xfrm>
            <a:off x="685800" y="4205556"/>
            <a:ext cx="7772400" cy="977191"/>
          </a:xfrm>
          <a:prstGeom prst="rect">
            <a:avLst/>
          </a:prstGeom>
        </p:spPr>
        <p:txBody>
          <a:bodyPr wrap="square" lIns="0" tIns="0" rIns="0" bIns="0">
            <a:spAutoFit/>
          </a:bodyPr>
          <a:lstStyle/>
          <a:p>
            <a:pPr>
              <a:lnSpc>
                <a:spcPct val="100000"/>
              </a:lnSpc>
              <a:spcBef>
                <a:spcPts val="0"/>
              </a:spcBef>
              <a:spcAft>
                <a:spcPts val="225"/>
              </a:spcAft>
            </a:pPr>
            <a:r>
              <a:rPr lang="en-US" sz="600" b="1">
                <a:solidFill>
                  <a:schemeClr val="tx2"/>
                </a:solidFill>
              </a:rPr>
              <a:t>The information contained herein [is confidential and] is the property of GLOBALFOUNDRIES and/or its licensors.</a:t>
            </a:r>
          </a:p>
          <a:p>
            <a:pPr>
              <a:lnSpc>
                <a:spcPct val="100000"/>
              </a:lnSpc>
              <a:spcBef>
                <a:spcPts val="0"/>
              </a:spcBef>
              <a:spcAft>
                <a:spcPts val="225"/>
              </a:spcAft>
            </a:pPr>
            <a:r>
              <a:rPr lang="en-US" sz="600" b="1">
                <a:solidFill>
                  <a:schemeClr val="tx2"/>
                </a:solidFill>
              </a:rPr>
              <a:t>This document is for informational purposes only, is current only as of the date of publication and is subject to change by GLOBALFOUNDRIES at any time without notice.</a:t>
            </a:r>
          </a:p>
          <a:p>
            <a:pPr>
              <a:lnSpc>
                <a:spcPct val="100000"/>
              </a:lnSpc>
              <a:spcBef>
                <a:spcPts val="0"/>
              </a:spcBef>
              <a:spcAft>
                <a:spcPts val="225"/>
              </a:spcAft>
            </a:pPr>
            <a:r>
              <a:rPr lang="en-US" sz="600" b="1">
                <a:solidFill>
                  <a:schemeClr val="tx2"/>
                </a:solidFill>
              </a:rPr>
              <a:t>GLOBALFOUNDRIES, the GLOBALFOUNDRIES logo and combinations thereof are trademarks of GLOBALFOUNDRIES Inc. in the United States and/or other jurisdictions. Other product or service names are for identification purposes only and may be trademarks or service marks of their respective owners.</a:t>
            </a:r>
          </a:p>
          <a:p>
            <a:pPr>
              <a:lnSpc>
                <a:spcPct val="100000"/>
              </a:lnSpc>
              <a:spcBef>
                <a:spcPts val="0"/>
              </a:spcBef>
              <a:spcAft>
                <a:spcPts val="225"/>
              </a:spcAft>
            </a:pPr>
            <a:r>
              <a:rPr lang="en-US" sz="600" b="1">
                <a:solidFill>
                  <a:schemeClr val="tx2"/>
                </a:solidFill>
              </a:rPr>
              <a:t>© GLOBALFOUNDRIES Inc. 2018. Unless otherwise indicated, all rights reserved. Do not copy or redistribute except as expressly permitted by GLOBALFOUNDRIES.</a:t>
            </a:r>
            <a:endParaRPr lang="en-US" sz="600">
              <a:solidFill>
                <a:schemeClr val="tx2"/>
              </a:solidFill>
            </a:endParaRPr>
          </a:p>
        </p:txBody>
      </p:sp>
    </p:spTree>
    <p:extLst>
      <p:ext uri="{BB962C8B-B14F-4D97-AF65-F5344CB8AC3E}">
        <p14:creationId xmlns:p14="http://schemas.microsoft.com/office/powerpoint/2010/main" val="28121319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0000140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16952" y="171450"/>
            <a:ext cx="841248" cy="445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71450"/>
            <a:ext cx="6553200" cy="445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8305795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_Openin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18F8322D-F6D0-FD48-8ECA-70197A18213F}"/>
              </a:ext>
            </a:extLst>
          </p:cNvPr>
          <p:cNvSpPr>
            <a:spLocks noGrp="1"/>
          </p:cNvSpPr>
          <p:nvPr>
            <p:ph type="pic" sz="quarter" idx="12"/>
          </p:nvPr>
        </p:nvSpPr>
        <p:spPr>
          <a:xfrm>
            <a:off x="1556734" y="2"/>
            <a:ext cx="7596509" cy="260841"/>
          </a:xfrm>
          <a:solidFill>
            <a:schemeClr val="bg1">
              <a:lumMod val="85000"/>
            </a:schemeClr>
          </a:solidFill>
        </p:spPr>
        <p:txBody>
          <a:bodyPr/>
          <a:lstStyle>
            <a:lvl1pPr algn="ctr">
              <a:defRPr sz="1455">
                <a:solidFill>
                  <a:srgbClr val="C00000"/>
                </a:solidFill>
              </a:defRPr>
            </a:lvl1pPr>
          </a:lstStyle>
          <a:p>
            <a:r>
              <a:rPr lang="en-US"/>
              <a:t>Click icon to add picture</a:t>
            </a:r>
          </a:p>
        </p:txBody>
      </p:sp>
      <p:sp>
        <p:nvSpPr>
          <p:cNvPr id="12" name="Footer Placeholder 3">
            <a:extLst>
              <a:ext uri="{FF2B5EF4-FFF2-40B4-BE49-F238E27FC236}">
                <a16:creationId xmlns:a16="http://schemas.microsoft.com/office/drawing/2014/main" id="{634843C3-62CF-5B4B-A33C-CB8BBE06B650}"/>
              </a:ext>
            </a:extLst>
          </p:cNvPr>
          <p:cNvSpPr>
            <a:spLocks noGrp="1"/>
          </p:cNvSpPr>
          <p:nvPr>
            <p:ph type="ftr" sz="quarter" idx="5"/>
          </p:nvPr>
        </p:nvSpPr>
        <p:spPr>
          <a:xfrm>
            <a:off x="6922477" y="4814516"/>
            <a:ext cx="1745331" cy="107433"/>
          </a:xfrm>
          <a:prstGeom prst="rect">
            <a:avLst/>
          </a:prstGeom>
        </p:spPr>
        <p:txBody>
          <a:bodyPr/>
          <a:lstStyle>
            <a:lvl1pPr>
              <a:defRPr sz="637" baseline="0">
                <a:latin typeface="Arial" panose="020B0604020202020204" pitchFamily="34" charset="0"/>
              </a:defRPr>
            </a:lvl1pPr>
          </a:lstStyle>
          <a:p>
            <a:endParaRPr lang="en-US"/>
          </a:p>
        </p:txBody>
      </p:sp>
      <p:sp>
        <p:nvSpPr>
          <p:cNvPr id="10" name="Text Placeholder Ttle">
            <a:extLst>
              <a:ext uri="{FF2B5EF4-FFF2-40B4-BE49-F238E27FC236}">
                <a16:creationId xmlns:a16="http://schemas.microsoft.com/office/drawing/2014/main" id="{1D014202-442C-6C41-9DD1-D92C2019E40E}"/>
              </a:ext>
            </a:extLst>
          </p:cNvPr>
          <p:cNvSpPr>
            <a:spLocks noGrp="1"/>
          </p:cNvSpPr>
          <p:nvPr>
            <p:ph type="body" sz="quarter" idx="10" hasCustomPrompt="1"/>
          </p:nvPr>
        </p:nvSpPr>
        <p:spPr>
          <a:xfrm>
            <a:off x="1924109" y="2086469"/>
            <a:ext cx="4445809" cy="1236085"/>
          </a:xfrm>
        </p:spPr>
        <p:txBody>
          <a:bodyPr anchor="b" anchorCtr="0">
            <a:normAutofit/>
          </a:bodyPr>
          <a:lstStyle>
            <a:lvl1pPr>
              <a:lnSpc>
                <a:spcPts val="4775"/>
              </a:lnSpc>
              <a:spcBef>
                <a:spcPts val="0"/>
              </a:spcBef>
              <a:spcAft>
                <a:spcPts val="1364"/>
              </a:spcAft>
              <a:defRPr sz="4366" b="0" i="0" baseline="0">
                <a:solidFill>
                  <a:schemeClr val="bg1"/>
                </a:solidFill>
                <a:latin typeface="Arial Black" panose="020B0604020202020204" pitchFamily="34" charset="0"/>
              </a:defRPr>
            </a:lvl1pPr>
          </a:lstStyle>
          <a:p>
            <a:pPr lvl="0"/>
            <a:r>
              <a:rPr lang="en-US"/>
              <a:t>Click to add title</a:t>
            </a:r>
          </a:p>
        </p:txBody>
      </p:sp>
      <p:sp>
        <p:nvSpPr>
          <p:cNvPr id="11" name="Text Placeholder Date">
            <a:extLst>
              <a:ext uri="{FF2B5EF4-FFF2-40B4-BE49-F238E27FC236}">
                <a16:creationId xmlns:a16="http://schemas.microsoft.com/office/drawing/2014/main" id="{99A11649-992A-9041-8A59-3BC29D989A10}"/>
              </a:ext>
            </a:extLst>
          </p:cNvPr>
          <p:cNvSpPr>
            <a:spLocks noGrp="1"/>
          </p:cNvSpPr>
          <p:nvPr>
            <p:ph type="body" sz="quarter" idx="11" hasCustomPrompt="1"/>
          </p:nvPr>
        </p:nvSpPr>
        <p:spPr>
          <a:xfrm>
            <a:off x="1924255" y="3576769"/>
            <a:ext cx="2385643" cy="377938"/>
          </a:xfrm>
        </p:spPr>
        <p:txBody>
          <a:bodyPr>
            <a:normAutofit/>
          </a:bodyPr>
          <a:lstStyle>
            <a:lvl1pPr>
              <a:defRPr sz="1637" baseline="0">
                <a:solidFill>
                  <a:schemeClr val="bg1"/>
                </a:solidFill>
                <a:latin typeface="Arial" panose="020B0604020202020204" pitchFamily="34" charset="0"/>
              </a:defRPr>
            </a:lvl1pPr>
          </a:lstStyle>
          <a:p>
            <a:pPr lvl="0"/>
            <a:r>
              <a:rPr lang="en-US"/>
              <a:t>Month, Day, Year</a:t>
            </a:r>
          </a:p>
          <a:p>
            <a:pPr lvl="1"/>
            <a:endParaRPr lang="en-US"/>
          </a:p>
        </p:txBody>
      </p:sp>
      <p:pic>
        <p:nvPicPr>
          <p:cNvPr id="8" name="Logo" descr="Logo&#10;&#10;Description automatically generated">
            <a:extLst>
              <a:ext uri="{FF2B5EF4-FFF2-40B4-BE49-F238E27FC236}">
                <a16:creationId xmlns:a16="http://schemas.microsoft.com/office/drawing/2014/main" id="{451685C8-C13E-4718-9B3B-64BDCAFB0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495" y="702031"/>
            <a:ext cx="3597044" cy="701813"/>
          </a:xfrm>
          <a:prstGeom prst="rect">
            <a:avLst/>
          </a:prstGeom>
        </p:spPr>
      </p:pic>
    </p:spTree>
    <p:extLst>
      <p:ext uri="{BB962C8B-B14F-4D97-AF65-F5344CB8AC3E}">
        <p14:creationId xmlns:p14="http://schemas.microsoft.com/office/powerpoint/2010/main" val="588546935"/>
      </p:ext>
    </p:extLst>
  </p:cSld>
  <p:clrMapOvr>
    <a:masterClrMapping/>
  </p:clrMapOvr>
  <p:hf sldNum="0" hdr="0" ftr="0" dt="0"/>
  <p:extLst>
    <p:ext uri="{DCECCB84-F9BA-43D5-87BE-67443E8EF086}">
      <p15:sldGuideLst xmlns:p15="http://schemas.microsoft.com/office/powerpoint/2012/main">
        <p15:guide id="1" orient="horz" pos="1930" userDrawn="1">
          <p15:clr>
            <a:srgbClr val="FBAE40"/>
          </p15:clr>
        </p15:guide>
        <p15:guide id="2" pos="14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Slide with SmallPictur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292747" y="4232470"/>
            <a:ext cx="7851536" cy="910870"/>
          </a:xfrm>
          <a:custGeom>
            <a:avLst/>
            <a:gdLst/>
            <a:ahLst/>
            <a:cxnLst/>
            <a:rect l="l" t="t" r="r" b="b"/>
            <a:pathLst>
              <a:path w="17262475" h="2002790">
                <a:moveTo>
                  <a:pt x="17261851" y="0"/>
                </a:moveTo>
                <a:lnTo>
                  <a:pt x="0" y="0"/>
                </a:lnTo>
                <a:lnTo>
                  <a:pt x="0" y="2002347"/>
                </a:lnTo>
                <a:lnTo>
                  <a:pt x="17261851" y="2002347"/>
                </a:lnTo>
                <a:lnTo>
                  <a:pt x="17261851" y="0"/>
                </a:lnTo>
                <a:close/>
              </a:path>
            </a:pathLst>
          </a:custGeom>
          <a:solidFill>
            <a:srgbClr val="FFDC34"/>
          </a:solidFill>
        </p:spPr>
        <p:txBody>
          <a:bodyPr wrap="square" lIns="0" tIns="0" rIns="0" bIns="0" rtlCol="0"/>
          <a:lstStyle/>
          <a:p>
            <a:endParaRPr sz="637"/>
          </a:p>
        </p:txBody>
      </p:sp>
      <p:sp>
        <p:nvSpPr>
          <p:cNvPr id="18" name="bg object 18"/>
          <p:cNvSpPr/>
          <p:nvPr/>
        </p:nvSpPr>
        <p:spPr>
          <a:xfrm>
            <a:off x="825813" y="3013660"/>
            <a:ext cx="197552" cy="197538"/>
          </a:xfrm>
          <a:custGeom>
            <a:avLst/>
            <a:gdLst/>
            <a:ahLst/>
            <a:cxnLst/>
            <a:rect l="l" t="t" r="r" b="b"/>
            <a:pathLst>
              <a:path w="434339" h="434340">
                <a:moveTo>
                  <a:pt x="434007" y="0"/>
                </a:moveTo>
                <a:lnTo>
                  <a:pt x="0" y="0"/>
                </a:lnTo>
                <a:lnTo>
                  <a:pt x="0" y="434007"/>
                </a:lnTo>
                <a:lnTo>
                  <a:pt x="434007" y="434007"/>
                </a:lnTo>
                <a:lnTo>
                  <a:pt x="434007" y="0"/>
                </a:lnTo>
                <a:close/>
              </a:path>
            </a:pathLst>
          </a:custGeom>
          <a:solidFill>
            <a:srgbClr val="43007A"/>
          </a:solidFill>
        </p:spPr>
        <p:txBody>
          <a:bodyPr wrap="square" lIns="0" tIns="0" rIns="0" bIns="0" rtlCol="0"/>
          <a:lstStyle/>
          <a:p>
            <a:endParaRPr sz="637"/>
          </a:p>
        </p:txBody>
      </p:sp>
      <p:sp>
        <p:nvSpPr>
          <p:cNvPr id="19" name="bg object 19"/>
          <p:cNvSpPr/>
          <p:nvPr/>
        </p:nvSpPr>
        <p:spPr>
          <a:xfrm>
            <a:off x="825813" y="2767796"/>
            <a:ext cx="198419" cy="198405"/>
          </a:xfrm>
          <a:custGeom>
            <a:avLst/>
            <a:gdLst/>
            <a:ahLst/>
            <a:cxnLst/>
            <a:rect l="l" t="t" r="r" b="b"/>
            <a:pathLst>
              <a:path w="436244" h="436245">
                <a:moveTo>
                  <a:pt x="436122" y="0"/>
                </a:moveTo>
                <a:lnTo>
                  <a:pt x="0" y="0"/>
                </a:lnTo>
                <a:lnTo>
                  <a:pt x="0" y="436143"/>
                </a:lnTo>
                <a:lnTo>
                  <a:pt x="436122" y="436143"/>
                </a:lnTo>
                <a:lnTo>
                  <a:pt x="436122" y="0"/>
                </a:lnTo>
                <a:close/>
              </a:path>
            </a:pathLst>
          </a:custGeom>
          <a:solidFill>
            <a:srgbClr val="43007A"/>
          </a:solidFill>
        </p:spPr>
        <p:txBody>
          <a:bodyPr wrap="square" lIns="0" tIns="0" rIns="0" bIns="0" rtlCol="0"/>
          <a:lstStyle/>
          <a:p>
            <a:endParaRPr sz="637"/>
          </a:p>
        </p:txBody>
      </p:sp>
      <p:sp>
        <p:nvSpPr>
          <p:cNvPr id="2" name="Holder 2"/>
          <p:cNvSpPr>
            <a:spLocks noGrp="1"/>
          </p:cNvSpPr>
          <p:nvPr>
            <p:ph type="ctrTitle"/>
          </p:nvPr>
        </p:nvSpPr>
        <p:spPr>
          <a:xfrm>
            <a:off x="1257263" y="2664165"/>
            <a:ext cx="7569360" cy="625960"/>
          </a:xfrm>
          <a:prstGeom prst="rect">
            <a:avLst/>
          </a:prstGeom>
        </p:spPr>
        <p:txBody>
          <a:bodyPr wrap="square" lIns="0" tIns="0" rIns="0" bIns="0" anchor="ctr" anchorCtr="0">
            <a:normAutofit/>
          </a:bodyPr>
          <a:lstStyle>
            <a:lvl1pPr>
              <a:lnSpc>
                <a:spcPct val="100000"/>
              </a:lnSpc>
              <a:spcBef>
                <a:spcPts val="0"/>
              </a:spcBef>
              <a:defRPr sz="3638" b="0" i="0" baseline="0">
                <a:solidFill>
                  <a:schemeClr val="bg2"/>
                </a:solidFill>
              </a:defRPr>
            </a:lvl1pPr>
          </a:lstStyle>
          <a:p>
            <a:r>
              <a:rPr lang="en-US"/>
              <a:t>Click to edit Master title style</a:t>
            </a:r>
            <a:endParaRPr/>
          </a:p>
        </p:txBody>
      </p:sp>
      <p:sp>
        <p:nvSpPr>
          <p:cNvPr id="3" name="Holder 3"/>
          <p:cNvSpPr>
            <a:spLocks noGrp="1"/>
          </p:cNvSpPr>
          <p:nvPr>
            <p:ph type="subTitle" idx="4" hasCustomPrompt="1"/>
          </p:nvPr>
        </p:nvSpPr>
        <p:spPr>
          <a:xfrm>
            <a:off x="1279467" y="3469193"/>
            <a:ext cx="6400800" cy="335926"/>
          </a:xfrm>
          <a:prstGeom prst="rect">
            <a:avLst/>
          </a:prstGeom>
        </p:spPr>
        <p:txBody>
          <a:bodyPr wrap="square" lIns="0" tIns="0" rIns="0" bIns="0">
            <a:spAutoFit/>
          </a:bodyPr>
          <a:lstStyle>
            <a:lvl1pPr>
              <a:lnSpc>
                <a:spcPct val="100000"/>
              </a:lnSpc>
              <a:defRPr sz="1637" baseline="0">
                <a:solidFill>
                  <a:schemeClr val="tx1"/>
                </a:solidFill>
                <a:latin typeface="Arial" panose="020B0604020202020204" pitchFamily="34" charset="0"/>
              </a:defRPr>
            </a:lvl1pPr>
          </a:lstStyle>
          <a:p>
            <a:r>
              <a:rPr lang="en-US"/>
              <a:t>Click to add text</a:t>
            </a:r>
            <a:endParaRPr/>
          </a:p>
        </p:txBody>
      </p:sp>
      <p:sp>
        <p:nvSpPr>
          <p:cNvPr id="7" name="Picture Placeholder 6">
            <a:extLst>
              <a:ext uri="{FF2B5EF4-FFF2-40B4-BE49-F238E27FC236}">
                <a16:creationId xmlns:a16="http://schemas.microsoft.com/office/drawing/2014/main" id="{DF9848FC-4B31-B34D-BA57-86DDBFBC688F}"/>
              </a:ext>
            </a:extLst>
          </p:cNvPr>
          <p:cNvSpPr>
            <a:spLocks noGrp="1"/>
          </p:cNvSpPr>
          <p:nvPr>
            <p:ph type="pic" sz="quarter" idx="16"/>
          </p:nvPr>
        </p:nvSpPr>
        <p:spPr>
          <a:xfrm>
            <a:off x="1292464" y="2"/>
            <a:ext cx="7851537" cy="260841"/>
          </a:xfrm>
          <a:solidFill>
            <a:schemeClr val="bg1">
              <a:lumMod val="85000"/>
            </a:schemeClr>
          </a:solidFill>
        </p:spPr>
        <p:txBody>
          <a:bodyPr/>
          <a:lstStyle>
            <a:lvl1pPr marL="0" marR="0" indent="0" algn="ctr" defTabSz="415869" eaLnBrk="1" fontAlgn="auto" latinLnBrk="0" hangingPunct="1">
              <a:lnSpc>
                <a:spcPct val="130000"/>
              </a:lnSpc>
              <a:spcBef>
                <a:spcPts val="0"/>
              </a:spcBef>
              <a:spcAft>
                <a:spcPts val="0"/>
              </a:spcAft>
              <a:buClrTx/>
              <a:buSzTx/>
              <a:buFontTx/>
              <a:buNone/>
              <a:tabLst/>
              <a:defRPr sz="1455">
                <a:solidFill>
                  <a:srgbClr val="C00000"/>
                </a:solidFill>
              </a:defRPr>
            </a:lvl1pPr>
          </a:lstStyle>
          <a:p>
            <a:pPr marL="0" marR="0" lvl="0" indent="0" defTabSz="415869" eaLnBrk="1" fontAlgn="auto" latinLnBrk="0" hangingPunct="1">
              <a:lnSpc>
                <a:spcPct val="130000"/>
              </a:lnSpc>
              <a:spcBef>
                <a:spcPts val="0"/>
              </a:spcBef>
              <a:spcAft>
                <a:spcPts val="0"/>
              </a:spcAft>
              <a:buClrTx/>
              <a:buSzTx/>
              <a:buFontTx/>
              <a:buNone/>
              <a:tabLst/>
              <a:defRPr/>
            </a:pPr>
            <a:r>
              <a:rPr lang="en-US"/>
              <a:t>Click icon to add picture</a:t>
            </a:r>
          </a:p>
        </p:txBody>
      </p:sp>
      <p:sp>
        <p:nvSpPr>
          <p:cNvPr id="10" name="Footer Placeholder 3">
            <a:extLst>
              <a:ext uri="{FF2B5EF4-FFF2-40B4-BE49-F238E27FC236}">
                <a16:creationId xmlns:a16="http://schemas.microsoft.com/office/drawing/2014/main" id="{F03DE273-C4B9-4E75-AFC4-88EDEC2DAC89}"/>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2467417"/>
      </p:ext>
    </p:extLst>
  </p:cSld>
  <p:clrMapOvr>
    <a:masterClrMapping/>
  </p:clrMapOvr>
  <p:hf sldNum="0" hdr="0" ftr="0" dt="0"/>
  <p:extLst>
    <p:ext uri="{DCECCB84-F9BA-43D5-87BE-67443E8EF086}">
      <p15:sldGuideLst xmlns:p15="http://schemas.microsoft.com/office/powerpoint/2012/main">
        <p15:guide id="1" orient="horz" pos="2890" userDrawn="1">
          <p15:clr>
            <a:srgbClr val="FBAE40"/>
          </p15:clr>
        </p15:guide>
        <p15:guide id="2" pos="633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_Purpl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ACE1F68-2CD3-274B-9650-072C45D0B081}"/>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4" name="object 3">
            <a:extLst>
              <a:ext uri="{FF2B5EF4-FFF2-40B4-BE49-F238E27FC236}">
                <a16:creationId xmlns:a16="http://schemas.microsoft.com/office/drawing/2014/main" id="{E6A6D754-8CF2-A44F-BF16-9FC371CE5FA5}"/>
              </a:ext>
            </a:extLst>
          </p:cNvPr>
          <p:cNvSpPr txBox="1">
            <a:spLocks noGrp="1"/>
          </p:cNvSpPr>
          <p:nvPr>
            <p:ph type="title"/>
          </p:nvPr>
        </p:nvSpPr>
        <p:spPr>
          <a:xfrm>
            <a:off x="621801" y="298877"/>
            <a:ext cx="7416025" cy="1505156"/>
          </a:xfrm>
          <a:prstGeom prst="rect">
            <a:avLst/>
          </a:prstGeom>
        </p:spPr>
        <p:txBody>
          <a:bodyPr vert="horz" wrap="square" lIns="0" tIns="12065" rIns="0" bIns="0" rtlCol="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8" name="Footer Placeholder 3">
            <a:extLst>
              <a:ext uri="{FF2B5EF4-FFF2-40B4-BE49-F238E27FC236}">
                <a16:creationId xmlns:a16="http://schemas.microsoft.com/office/drawing/2014/main" id="{AB59A1A1-82AA-40EC-B699-44C2FFD7C141}"/>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49851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_Black">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7AE8A58-B98A-2A41-8AA6-221B32D3947B}"/>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3" name="object 3">
            <a:extLst>
              <a:ext uri="{FF2B5EF4-FFF2-40B4-BE49-F238E27FC236}">
                <a16:creationId xmlns:a16="http://schemas.microsoft.com/office/drawing/2014/main" id="{7D1CEE56-B27E-DE42-A714-ADC77582EE14}"/>
              </a:ext>
            </a:extLst>
          </p:cNvPr>
          <p:cNvSpPr txBox="1">
            <a:spLocks noGrp="1"/>
          </p:cNvSpPr>
          <p:nvPr>
            <p:ph type="title"/>
          </p:nvPr>
        </p:nvSpPr>
        <p:spPr>
          <a:xfrm>
            <a:off x="621801" y="298877"/>
            <a:ext cx="7416025" cy="1505156"/>
          </a:xfrm>
          <a:prstGeom prst="rect">
            <a:avLst/>
          </a:prstGeom>
        </p:spPr>
        <p:txBody>
          <a:bodyPr vert="horz" wrap="square" lIns="0" tIns="12065" rIns="0" bIns="0" rtlCol="0">
            <a:spAutoFit/>
          </a:bodyPr>
          <a:lstStyle>
            <a:lvl1pPr marL="12700">
              <a:lnSpc>
                <a:spcPct val="100000"/>
              </a:lnSpc>
              <a:spcBef>
                <a:spcPts val="95"/>
              </a:spcBef>
              <a:defRPr sz="3638" baseline="0">
                <a:solidFill>
                  <a:srgbClr val="1C1B1A"/>
                </a:solidFill>
              </a:defRPr>
            </a:lvl1pPr>
          </a:lstStyle>
          <a:p>
            <a:pPr marL="12700">
              <a:lnSpc>
                <a:spcPct val="100000"/>
              </a:lnSpc>
              <a:spcBef>
                <a:spcPts val="95"/>
              </a:spcBef>
            </a:pPr>
            <a:r>
              <a:rPr lang="en-US" spc="-116"/>
              <a:t>Click to edit Master title style</a:t>
            </a:r>
            <a:endParaRPr spc="-116"/>
          </a:p>
        </p:txBody>
      </p:sp>
      <p:sp>
        <p:nvSpPr>
          <p:cNvPr id="7" name="Footer Placeholder 3">
            <a:extLst>
              <a:ext uri="{FF2B5EF4-FFF2-40B4-BE49-F238E27FC236}">
                <a16:creationId xmlns:a16="http://schemas.microsoft.com/office/drawing/2014/main" id="{815548B5-D5E7-431E-88A3-907D8C1B8E7C}"/>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48651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Only_Purple">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E9065142-D5F6-2247-8914-8532F440046F}"/>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15" name="object 3">
            <a:extLst>
              <a:ext uri="{FF2B5EF4-FFF2-40B4-BE49-F238E27FC236}">
                <a16:creationId xmlns:a16="http://schemas.microsoft.com/office/drawing/2014/main" id="{D6DD737C-628A-714C-9D17-705D709E9549}"/>
              </a:ext>
            </a:extLst>
          </p:cNvPr>
          <p:cNvSpPr txBox="1">
            <a:spLocks noGrp="1"/>
          </p:cNvSpPr>
          <p:nvPr>
            <p:ph type="title"/>
          </p:nvPr>
        </p:nvSpPr>
        <p:spPr>
          <a:xfrm>
            <a:off x="618153" y="302525"/>
            <a:ext cx="7416025" cy="1505156"/>
          </a:xfrm>
          <a:prstGeom prst="rect">
            <a:avLst/>
          </a:prstGeom>
        </p:spPr>
        <p:txBody>
          <a:bodyPr vert="horz" wrap="square" lIns="0" tIns="12065" rIns="0" bIns="0" rtlCol="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16" name="Text Placeholder 20">
            <a:extLst>
              <a:ext uri="{FF2B5EF4-FFF2-40B4-BE49-F238E27FC236}">
                <a16:creationId xmlns:a16="http://schemas.microsoft.com/office/drawing/2014/main" id="{4CC2AA49-DE27-5049-AF78-1C4BC83D1A49}"/>
              </a:ext>
            </a:extLst>
          </p:cNvPr>
          <p:cNvSpPr>
            <a:spLocks noGrp="1"/>
          </p:cNvSpPr>
          <p:nvPr>
            <p:ph type="body" sz="quarter" idx="16" hasCustomPrompt="1"/>
          </p:nvPr>
        </p:nvSpPr>
        <p:spPr>
          <a:xfrm>
            <a:off x="618151" y="944176"/>
            <a:ext cx="7415479" cy="293427"/>
          </a:xfrm>
        </p:spPr>
        <p:txBody>
          <a:bodyPr/>
          <a:lstStyle>
            <a:lvl1pPr>
              <a:defRPr sz="1637" baseline="0">
                <a:latin typeface="Arial" panose="020B0604020202020204" pitchFamily="34" charset="0"/>
              </a:defRPr>
            </a:lvl1pPr>
          </a:lstStyle>
          <a:p>
            <a:pPr lvl="0"/>
            <a:r>
              <a:rPr lang="en-US"/>
              <a:t>Click to add text</a:t>
            </a:r>
          </a:p>
        </p:txBody>
      </p:sp>
      <p:sp>
        <p:nvSpPr>
          <p:cNvPr id="11" name="Footer Placeholder 3">
            <a:extLst>
              <a:ext uri="{FF2B5EF4-FFF2-40B4-BE49-F238E27FC236}">
                <a16:creationId xmlns:a16="http://schemas.microsoft.com/office/drawing/2014/main" id="{3E695C8A-6424-41C7-8903-6871B25A805E}"/>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978985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title Only_Black">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7529BCB9-ABDD-7F43-9F75-B2297F56404F}"/>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15" name="object 3">
            <a:extLst>
              <a:ext uri="{FF2B5EF4-FFF2-40B4-BE49-F238E27FC236}">
                <a16:creationId xmlns:a16="http://schemas.microsoft.com/office/drawing/2014/main" id="{A732B48E-6C62-8244-9A7C-4B7253DA89C9}"/>
              </a:ext>
            </a:extLst>
          </p:cNvPr>
          <p:cNvSpPr txBox="1">
            <a:spLocks noGrp="1"/>
          </p:cNvSpPr>
          <p:nvPr>
            <p:ph type="title"/>
          </p:nvPr>
        </p:nvSpPr>
        <p:spPr>
          <a:xfrm>
            <a:off x="618153" y="302525"/>
            <a:ext cx="7416025" cy="1505156"/>
          </a:xfrm>
          <a:prstGeom prst="rect">
            <a:avLst/>
          </a:prstGeom>
        </p:spPr>
        <p:txBody>
          <a:bodyPr vert="horz" wrap="square" lIns="0" tIns="12065" rIns="0" bIns="0" rtlCol="0">
            <a:spAutoFit/>
          </a:bodyPr>
          <a:lstStyle>
            <a:lvl1pPr marL="12700">
              <a:lnSpc>
                <a:spcPct val="100000"/>
              </a:lnSpc>
              <a:spcBef>
                <a:spcPts val="95"/>
              </a:spcBef>
              <a:defRPr sz="3638" baseline="0">
                <a:solidFill>
                  <a:srgbClr val="1C1B1A"/>
                </a:solidFill>
              </a:defRPr>
            </a:lvl1pPr>
          </a:lstStyle>
          <a:p>
            <a:pPr marL="12700">
              <a:lnSpc>
                <a:spcPct val="100000"/>
              </a:lnSpc>
              <a:spcBef>
                <a:spcPts val="95"/>
              </a:spcBef>
            </a:pPr>
            <a:r>
              <a:rPr lang="en-US" spc="-116"/>
              <a:t>Click to edit Master title style</a:t>
            </a:r>
            <a:endParaRPr spc="-116"/>
          </a:p>
        </p:txBody>
      </p:sp>
      <p:sp>
        <p:nvSpPr>
          <p:cNvPr id="16" name="Text Placeholder 20">
            <a:extLst>
              <a:ext uri="{FF2B5EF4-FFF2-40B4-BE49-F238E27FC236}">
                <a16:creationId xmlns:a16="http://schemas.microsoft.com/office/drawing/2014/main" id="{FB1ED3FE-E055-A146-94DA-558D536F5FB8}"/>
              </a:ext>
            </a:extLst>
          </p:cNvPr>
          <p:cNvSpPr>
            <a:spLocks noGrp="1"/>
          </p:cNvSpPr>
          <p:nvPr>
            <p:ph type="body" sz="quarter" idx="16" hasCustomPrompt="1"/>
          </p:nvPr>
        </p:nvSpPr>
        <p:spPr>
          <a:xfrm>
            <a:off x="618151" y="944176"/>
            <a:ext cx="7415479" cy="293427"/>
          </a:xfrm>
        </p:spPr>
        <p:txBody>
          <a:bodyPr/>
          <a:lstStyle>
            <a:lvl1pPr>
              <a:defRPr sz="1637" baseline="0">
                <a:latin typeface="Arial" panose="020B0604020202020204" pitchFamily="34" charset="0"/>
              </a:defRPr>
            </a:lvl1pPr>
          </a:lstStyle>
          <a:p>
            <a:pPr lvl="0"/>
            <a:r>
              <a:rPr lang="en-US"/>
              <a:t>Click to add text</a:t>
            </a:r>
          </a:p>
        </p:txBody>
      </p:sp>
      <p:sp>
        <p:nvSpPr>
          <p:cNvPr id="8" name="Footer Placeholder 3">
            <a:extLst>
              <a:ext uri="{FF2B5EF4-FFF2-40B4-BE49-F238E27FC236}">
                <a16:creationId xmlns:a16="http://schemas.microsoft.com/office/drawing/2014/main" id="{B86FE90A-49BD-41A5-9067-05581F0CBABE}"/>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04470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and Content_Purpl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p:nvPr>
        </p:nvSpPr>
        <p:spPr>
          <a:xfrm>
            <a:off x="621786" y="298872"/>
            <a:ext cx="7877127" cy="1505156"/>
          </a:xfrm>
          <a:prstGeom prst="rect">
            <a:avLst/>
          </a:prstGeom>
        </p:spPr>
        <p:txBody>
          <a:bodyPr vert="horz" wrap="square" lIns="0" tIns="12065" rIns="0" bIns="0" rtlCol="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27" name="Text Placeholder 41">
            <a:extLst>
              <a:ext uri="{FF2B5EF4-FFF2-40B4-BE49-F238E27FC236}">
                <a16:creationId xmlns:a16="http://schemas.microsoft.com/office/drawing/2014/main" id="{0592D01E-E797-E747-8717-B0F1523C47CD}"/>
              </a:ext>
            </a:extLst>
          </p:cNvPr>
          <p:cNvSpPr>
            <a:spLocks noGrp="1"/>
          </p:cNvSpPr>
          <p:nvPr>
            <p:ph type="body" sz="quarter" idx="21" hasCustomPrompt="1"/>
          </p:nvPr>
        </p:nvSpPr>
        <p:spPr>
          <a:xfrm>
            <a:off x="621786" y="1204580"/>
            <a:ext cx="7877127" cy="503917"/>
          </a:xfrm>
        </p:spPr>
        <p:txBody>
          <a:bodyPr anchor="b" anchorCtr="0">
            <a:normAutofit/>
          </a:bodyPr>
          <a:lstStyle>
            <a:lvl1pPr>
              <a:lnSpc>
                <a:spcPct val="100000"/>
              </a:lnSpc>
              <a:defRPr lang="en-US" sz="1637" b="0" i="0" baseline="0" dirty="0">
                <a:solidFill>
                  <a:schemeClr val="tx1"/>
                </a:solidFill>
                <a:latin typeface="Arial" panose="020B0604020202020204" pitchFamily="34" charset="0"/>
                <a:ea typeface="+mn-ea"/>
                <a:cs typeface="+mn-cs"/>
              </a:defRPr>
            </a:lvl1pPr>
          </a:lstStyle>
          <a:p>
            <a:pPr lvl="0"/>
            <a:r>
              <a:rPr lang="en-US"/>
              <a:t>Click to add text 				</a:t>
            </a:r>
          </a:p>
        </p:txBody>
      </p:sp>
      <p:sp>
        <p:nvSpPr>
          <p:cNvPr id="10" name="Text Placeholder 2">
            <a:extLst>
              <a:ext uri="{FF2B5EF4-FFF2-40B4-BE49-F238E27FC236}">
                <a16:creationId xmlns:a16="http://schemas.microsoft.com/office/drawing/2014/main" id="{6121B8DA-E100-A748-B5E3-EF541FA1CBC1}"/>
              </a:ext>
            </a:extLst>
          </p:cNvPr>
          <p:cNvSpPr>
            <a:spLocks noGrp="1"/>
          </p:cNvSpPr>
          <p:nvPr>
            <p:ph type="body" sz="quarter" idx="27"/>
          </p:nvPr>
        </p:nvSpPr>
        <p:spPr>
          <a:xfrm>
            <a:off x="620960" y="1878634"/>
            <a:ext cx="7902080" cy="891270"/>
          </a:xfrm>
        </p:spPr>
        <p:txBody>
          <a:bodyPr/>
          <a:lstStyle>
            <a:lvl1pPr marL="155951" indent="-155951">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85FB4047-8A9D-4F09-8CB5-BDCFC13FC004}"/>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5197567"/>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and Content_Black">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p:nvPr>
        </p:nvSpPr>
        <p:spPr>
          <a:xfrm>
            <a:off x="621786" y="298872"/>
            <a:ext cx="7877127" cy="1505156"/>
          </a:xfrm>
          <a:prstGeom prst="rect">
            <a:avLst/>
          </a:prstGeom>
        </p:spPr>
        <p:txBody>
          <a:bodyPr vert="horz" wrap="square" lIns="0" tIns="12065" rIns="0" bIns="0" rtlCol="0">
            <a:spAutoFit/>
          </a:bodyPr>
          <a:lstStyle>
            <a:lvl1pPr marL="12700">
              <a:lnSpc>
                <a:spcPct val="100000"/>
              </a:lnSpc>
              <a:spcBef>
                <a:spcPts val="95"/>
              </a:spcBef>
              <a:defRPr sz="3638">
                <a:solidFill>
                  <a:schemeClr val="tx1"/>
                </a:solidFill>
              </a:defRPr>
            </a:lvl1pPr>
          </a:lstStyle>
          <a:p>
            <a:pPr marL="12700">
              <a:lnSpc>
                <a:spcPct val="100000"/>
              </a:lnSpc>
              <a:spcBef>
                <a:spcPts val="95"/>
              </a:spcBef>
            </a:pPr>
            <a:r>
              <a:rPr lang="en-US" spc="-116"/>
              <a:t>Click to edit Master title style</a:t>
            </a:r>
            <a:endParaRPr spc="-116"/>
          </a:p>
        </p:txBody>
      </p:sp>
      <p:sp>
        <p:nvSpPr>
          <p:cNvPr id="27" name="Text Placeholder 41">
            <a:extLst>
              <a:ext uri="{FF2B5EF4-FFF2-40B4-BE49-F238E27FC236}">
                <a16:creationId xmlns:a16="http://schemas.microsoft.com/office/drawing/2014/main" id="{0592D01E-E797-E747-8717-B0F1523C47CD}"/>
              </a:ext>
            </a:extLst>
          </p:cNvPr>
          <p:cNvSpPr>
            <a:spLocks noGrp="1"/>
          </p:cNvSpPr>
          <p:nvPr>
            <p:ph type="body" sz="quarter" idx="21" hasCustomPrompt="1"/>
          </p:nvPr>
        </p:nvSpPr>
        <p:spPr>
          <a:xfrm>
            <a:off x="621786" y="1204580"/>
            <a:ext cx="7877127" cy="503917"/>
          </a:xfrm>
        </p:spPr>
        <p:txBody>
          <a:bodyPr anchor="b" anchorCtr="0">
            <a:normAutofit/>
          </a:bodyPr>
          <a:lstStyle>
            <a:lvl1pPr>
              <a:lnSpc>
                <a:spcPct val="100000"/>
              </a:lnSpc>
              <a:defRPr lang="en-US" sz="1637" b="0" i="0" baseline="0" dirty="0">
                <a:solidFill>
                  <a:schemeClr val="tx1"/>
                </a:solidFill>
                <a:latin typeface="Arial" panose="020B0604020202020204" pitchFamily="34" charset="0"/>
                <a:ea typeface="+mn-ea"/>
                <a:cs typeface="+mn-cs"/>
              </a:defRPr>
            </a:lvl1pPr>
          </a:lstStyle>
          <a:p>
            <a:pPr lvl="0"/>
            <a:r>
              <a:rPr lang="en-US"/>
              <a:t>Click to add text</a:t>
            </a:r>
          </a:p>
        </p:txBody>
      </p:sp>
      <p:sp>
        <p:nvSpPr>
          <p:cNvPr id="10" name="Text Placeholder 2">
            <a:extLst>
              <a:ext uri="{FF2B5EF4-FFF2-40B4-BE49-F238E27FC236}">
                <a16:creationId xmlns:a16="http://schemas.microsoft.com/office/drawing/2014/main" id="{6121B8DA-E100-A748-B5E3-EF541FA1CBC1}"/>
              </a:ext>
            </a:extLst>
          </p:cNvPr>
          <p:cNvSpPr>
            <a:spLocks noGrp="1"/>
          </p:cNvSpPr>
          <p:nvPr>
            <p:ph type="body" sz="quarter" idx="27"/>
          </p:nvPr>
        </p:nvSpPr>
        <p:spPr>
          <a:xfrm>
            <a:off x="620960" y="1878634"/>
            <a:ext cx="7902080" cy="891270"/>
          </a:xfrm>
        </p:spPr>
        <p:txBody>
          <a:bodyPr/>
          <a:lstStyle>
            <a:lvl1pPr marL="155951" indent="-155951">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D70243D2-D83B-44EB-AB49-14897F4F7A9B}"/>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3046985"/>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7" name="object 2">
            <a:extLst>
              <a:ext uri="{FF2B5EF4-FFF2-40B4-BE49-F238E27FC236}">
                <a16:creationId xmlns:a16="http://schemas.microsoft.com/office/drawing/2014/main" id="{7171EA4B-8F25-CF40-90EF-4C3871F85478}"/>
              </a:ext>
            </a:extLst>
          </p:cNvPr>
          <p:cNvGrpSpPr/>
          <p:nvPr/>
        </p:nvGrpSpPr>
        <p:grpSpPr>
          <a:xfrm>
            <a:off x="4420510" y="2"/>
            <a:ext cx="4723631" cy="5143211"/>
            <a:chOff x="9718981" y="0"/>
            <a:chExt cx="10385425" cy="11308715"/>
          </a:xfrm>
        </p:grpSpPr>
        <p:sp>
          <p:nvSpPr>
            <p:cNvPr id="8" name="object 3">
              <a:extLst>
                <a:ext uri="{FF2B5EF4-FFF2-40B4-BE49-F238E27FC236}">
                  <a16:creationId xmlns:a16="http://schemas.microsoft.com/office/drawing/2014/main" id="{8BB247A8-0EF4-D349-B0F5-9A51C4CE7D8D}"/>
                </a:ext>
              </a:extLst>
            </p:cNvPr>
            <p:cNvSpPr/>
            <p:nvPr/>
          </p:nvSpPr>
          <p:spPr>
            <a:xfrm>
              <a:off x="10050604" y="0"/>
              <a:ext cx="10053955" cy="11308715"/>
            </a:xfrm>
            <a:custGeom>
              <a:avLst/>
              <a:gdLst/>
              <a:ahLst/>
              <a:cxnLst/>
              <a:rect l="l" t="t" r="r" b="b"/>
              <a:pathLst>
                <a:path w="10053955" h="11308715">
                  <a:moveTo>
                    <a:pt x="10053494" y="0"/>
                  </a:moveTo>
                  <a:lnTo>
                    <a:pt x="0" y="0"/>
                  </a:lnTo>
                  <a:lnTo>
                    <a:pt x="0" y="11308556"/>
                  </a:lnTo>
                  <a:lnTo>
                    <a:pt x="10053494" y="11308556"/>
                  </a:lnTo>
                  <a:lnTo>
                    <a:pt x="10053494" y="0"/>
                  </a:lnTo>
                  <a:close/>
                </a:path>
              </a:pathLst>
            </a:custGeom>
            <a:solidFill>
              <a:srgbClr val="FFDC34"/>
            </a:solidFill>
          </p:spPr>
          <p:txBody>
            <a:bodyPr wrap="square" lIns="0" tIns="0" rIns="0" bIns="0" rtlCol="0"/>
            <a:lstStyle/>
            <a:p>
              <a:endParaRPr sz="637"/>
            </a:p>
          </p:txBody>
        </p:sp>
        <p:sp>
          <p:nvSpPr>
            <p:cNvPr id="9" name="object 4">
              <a:extLst>
                <a:ext uri="{FF2B5EF4-FFF2-40B4-BE49-F238E27FC236}">
                  <a16:creationId xmlns:a16="http://schemas.microsoft.com/office/drawing/2014/main" id="{B0FD7BB0-69F9-2C42-99D0-4A2903568EEE}"/>
                </a:ext>
              </a:extLst>
            </p:cNvPr>
            <p:cNvSpPr/>
            <p:nvPr/>
          </p:nvSpPr>
          <p:spPr>
            <a:xfrm>
              <a:off x="9718979" y="2775057"/>
              <a:ext cx="655955" cy="1581785"/>
            </a:xfrm>
            <a:custGeom>
              <a:avLst/>
              <a:gdLst/>
              <a:ahLst/>
              <a:cxnLst/>
              <a:rect l="l" t="t" r="r" b="b"/>
              <a:pathLst>
                <a:path w="655954" h="1581785">
                  <a:moveTo>
                    <a:pt x="655650" y="925753"/>
                  </a:moveTo>
                  <a:lnTo>
                    <a:pt x="0" y="925753"/>
                  </a:lnTo>
                  <a:lnTo>
                    <a:pt x="0" y="1581442"/>
                  </a:lnTo>
                  <a:lnTo>
                    <a:pt x="655650" y="1581442"/>
                  </a:lnTo>
                  <a:lnTo>
                    <a:pt x="655650" y="925753"/>
                  </a:lnTo>
                  <a:close/>
                </a:path>
                <a:path w="655954" h="1581785">
                  <a:moveTo>
                    <a:pt x="655650" y="0"/>
                  </a:moveTo>
                  <a:lnTo>
                    <a:pt x="0" y="0"/>
                  </a:lnTo>
                  <a:lnTo>
                    <a:pt x="0" y="655688"/>
                  </a:lnTo>
                  <a:lnTo>
                    <a:pt x="655650" y="655688"/>
                  </a:lnTo>
                  <a:lnTo>
                    <a:pt x="655650" y="0"/>
                  </a:lnTo>
                  <a:close/>
                </a:path>
              </a:pathLst>
            </a:custGeom>
            <a:solidFill>
              <a:srgbClr val="FF6012"/>
            </a:solidFill>
          </p:spPr>
          <p:txBody>
            <a:bodyPr wrap="square" lIns="0" tIns="0" rIns="0" bIns="0" rtlCol="0"/>
            <a:lstStyle/>
            <a:p>
              <a:endParaRPr sz="637"/>
            </a:p>
          </p:txBody>
        </p:sp>
      </p:grpSp>
      <p:sp>
        <p:nvSpPr>
          <p:cNvPr id="23" name="Text Placeholder 22">
            <a:extLst>
              <a:ext uri="{FF2B5EF4-FFF2-40B4-BE49-F238E27FC236}">
                <a16:creationId xmlns:a16="http://schemas.microsoft.com/office/drawing/2014/main" id="{41DC7188-A6E8-284F-869C-2F3D66E4C6F1}"/>
              </a:ext>
            </a:extLst>
          </p:cNvPr>
          <p:cNvSpPr>
            <a:spLocks noGrp="1"/>
          </p:cNvSpPr>
          <p:nvPr>
            <p:ph type="body" sz="quarter" idx="13" hasCustomPrompt="1"/>
          </p:nvPr>
        </p:nvSpPr>
        <p:spPr>
          <a:xfrm>
            <a:off x="5507773" y="1141098"/>
            <a:ext cx="3015267" cy="2904435"/>
          </a:xfrm>
          <a:prstGeom prst="rect">
            <a:avLst/>
          </a:prstGeom>
        </p:spPr>
        <p:txBody>
          <a:bodyPr lIns="0" tIns="0" bIns="0">
            <a:noAutofit/>
          </a:bodyPr>
          <a:lstStyle>
            <a:lvl1pPr marL="155951" indent="-365965">
              <a:lnSpc>
                <a:spcPct val="200000"/>
              </a:lnSpc>
              <a:buClr>
                <a:schemeClr val="bg2"/>
              </a:buClr>
              <a:buFont typeface="+mj-lt"/>
              <a:buAutoNum type="arabicPeriod"/>
              <a:defRPr sz="1637" b="1" i="0" spc="0" baseline="0">
                <a:solidFill>
                  <a:schemeClr val="bg2"/>
                </a:solidFill>
                <a:latin typeface="Arial" panose="020B0604020202020204" pitchFamily="34" charset="0"/>
              </a:defRPr>
            </a:lvl1pPr>
            <a:lvl2pPr marL="207935" indent="0">
              <a:buClr>
                <a:schemeClr val="tx1"/>
              </a:buClr>
              <a:buFont typeface="+mj-lt"/>
              <a:buNone/>
              <a:defRPr sz="1615" b="1" i="0" spc="0" baseline="0">
                <a:solidFill>
                  <a:schemeClr val="tx1"/>
                </a:solidFill>
                <a:latin typeface="Arial" panose="020B0604020202020204" pitchFamily="34" charset="0"/>
              </a:defRPr>
            </a:lvl2pPr>
            <a:lvl3pPr marL="571820" indent="-155951">
              <a:buClr>
                <a:schemeClr val="tx1"/>
              </a:buClr>
              <a:buFont typeface="+mj-lt"/>
              <a:buAutoNum type="arabicPeriod"/>
              <a:defRPr sz="1615" b="1" i="0" spc="0" baseline="0">
                <a:solidFill>
                  <a:schemeClr val="tx1"/>
                </a:solidFill>
                <a:latin typeface="Arial" panose="020B0604020202020204" pitchFamily="34" charset="0"/>
              </a:defRPr>
            </a:lvl3pPr>
            <a:lvl4pPr marL="779755" indent="-155951">
              <a:buClr>
                <a:schemeClr val="tx1"/>
              </a:buClr>
              <a:buFont typeface="+mj-lt"/>
              <a:buAutoNum type="arabicPeriod"/>
              <a:defRPr sz="1615" b="1" i="0" spc="0" baseline="0">
                <a:solidFill>
                  <a:schemeClr val="tx1"/>
                </a:solidFill>
                <a:latin typeface="Arial" panose="020B0604020202020204" pitchFamily="34" charset="0"/>
              </a:defRPr>
            </a:lvl4pPr>
            <a:lvl5pPr marL="987689" indent="-155951">
              <a:buClr>
                <a:schemeClr val="tx1"/>
              </a:buClr>
              <a:buFont typeface="+mj-lt"/>
              <a:buAutoNum type="arabicPeriod"/>
              <a:defRPr sz="1615" b="1" i="0" spc="0" baseline="0">
                <a:solidFill>
                  <a:schemeClr val="tx1"/>
                </a:solidFill>
                <a:latin typeface="Arial" panose="020B0604020202020204" pitchFamily="34" charset="0"/>
              </a:defRPr>
            </a:lvl5pPr>
          </a:lstStyle>
          <a:p>
            <a:pPr lvl="0"/>
            <a:r>
              <a:rPr lang="en-US"/>
              <a:t>Click to write agenda</a:t>
            </a:r>
          </a:p>
          <a:p>
            <a:pPr lvl="0"/>
            <a:r>
              <a:rPr lang="en-US" err="1"/>
              <a:t>Consectetuer</a:t>
            </a:r>
            <a:r>
              <a:rPr lang="en-US"/>
              <a:t> </a:t>
            </a:r>
            <a:r>
              <a:rPr lang="en-US" err="1"/>
              <a:t>Adipiscing</a:t>
            </a:r>
            <a:endParaRPr lang="en-US"/>
          </a:p>
          <a:p>
            <a:pPr lvl="0"/>
            <a:r>
              <a:rPr lang="en-US"/>
              <a:t>Dolore Magna</a:t>
            </a:r>
          </a:p>
          <a:p>
            <a:pPr lvl="0"/>
            <a:r>
              <a:rPr lang="en-US" err="1"/>
              <a:t>Quis</a:t>
            </a:r>
            <a:r>
              <a:rPr lang="en-US"/>
              <a:t> </a:t>
            </a:r>
            <a:r>
              <a:rPr lang="en-US" err="1"/>
              <a:t>Nostrud</a:t>
            </a:r>
            <a:endParaRPr lang="en-US"/>
          </a:p>
          <a:p>
            <a:pPr lvl="0"/>
            <a:r>
              <a:rPr lang="en-US"/>
              <a:t>Duis </a:t>
            </a:r>
            <a:r>
              <a:rPr lang="en-US" err="1"/>
              <a:t>Autem</a:t>
            </a:r>
            <a:r>
              <a:rPr lang="en-US"/>
              <a:t> Vel </a:t>
            </a:r>
            <a:r>
              <a:rPr lang="en-US" err="1"/>
              <a:t>Iruire</a:t>
            </a:r>
            <a:endParaRPr lang="en-US"/>
          </a:p>
          <a:p>
            <a:pPr lvl="0"/>
            <a:r>
              <a:rPr lang="en-US"/>
              <a:t>Lorem Ipsum</a:t>
            </a:r>
          </a:p>
        </p:txBody>
      </p:sp>
      <p:sp>
        <p:nvSpPr>
          <p:cNvPr id="3" name="Text Placeholder 2">
            <a:extLst>
              <a:ext uri="{FF2B5EF4-FFF2-40B4-BE49-F238E27FC236}">
                <a16:creationId xmlns:a16="http://schemas.microsoft.com/office/drawing/2014/main" id="{FCF3393F-0F79-C34E-865C-16F486573141}"/>
              </a:ext>
            </a:extLst>
          </p:cNvPr>
          <p:cNvSpPr>
            <a:spLocks noGrp="1"/>
          </p:cNvSpPr>
          <p:nvPr>
            <p:ph type="body" sz="quarter" idx="15"/>
          </p:nvPr>
        </p:nvSpPr>
        <p:spPr>
          <a:xfrm>
            <a:off x="1036859" y="1262050"/>
            <a:ext cx="2495395" cy="5374548"/>
          </a:xfrm>
        </p:spPr>
        <p:txBody>
          <a:bodyPr wrap="square">
            <a:spAutoFit/>
          </a:bodyPr>
          <a:lstStyle>
            <a:lvl1pPr>
              <a:lnSpc>
                <a:spcPct val="100000"/>
              </a:lnSpc>
              <a:defRPr sz="4366" baseline="0">
                <a:solidFill>
                  <a:schemeClr val="bg2"/>
                </a:solidFill>
                <a:latin typeface="Arial Black" panose="020B0604020202020204" pitchFamily="34" charset="0"/>
              </a:defRPr>
            </a:lvl1pPr>
          </a:lstStyle>
          <a:p>
            <a:pPr lvl="0"/>
            <a:r>
              <a:rPr lang="en-US"/>
              <a:t>Click to edit Master text styles</a:t>
            </a:r>
          </a:p>
        </p:txBody>
      </p:sp>
      <p:sp>
        <p:nvSpPr>
          <p:cNvPr id="10" name="Footer Placeholder 3">
            <a:extLst>
              <a:ext uri="{FF2B5EF4-FFF2-40B4-BE49-F238E27FC236}">
                <a16:creationId xmlns:a16="http://schemas.microsoft.com/office/drawing/2014/main" id="{CEE948D3-0893-4239-8449-557578DCEE08}"/>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4448435"/>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pSp>
        <p:nvGrpSpPr>
          <p:cNvPr id="4" name="object 2">
            <a:extLst>
              <a:ext uri="{FF2B5EF4-FFF2-40B4-BE49-F238E27FC236}">
                <a16:creationId xmlns:a16="http://schemas.microsoft.com/office/drawing/2014/main" id="{433D690E-73C2-E543-AECD-261C959F30DA}"/>
              </a:ext>
            </a:extLst>
          </p:cNvPr>
          <p:cNvGrpSpPr/>
          <p:nvPr/>
        </p:nvGrpSpPr>
        <p:grpSpPr>
          <a:xfrm>
            <a:off x="1" y="119"/>
            <a:ext cx="3365315" cy="5142922"/>
            <a:chOff x="0" y="261"/>
            <a:chExt cx="7399020" cy="11308080"/>
          </a:xfrm>
        </p:grpSpPr>
        <p:sp>
          <p:nvSpPr>
            <p:cNvPr id="5" name="object 3">
              <a:extLst>
                <a:ext uri="{FF2B5EF4-FFF2-40B4-BE49-F238E27FC236}">
                  <a16:creationId xmlns:a16="http://schemas.microsoft.com/office/drawing/2014/main" id="{D1CE06DC-AF9D-6940-AB04-89308B41256D}"/>
                </a:ext>
              </a:extLst>
            </p:cNvPr>
            <p:cNvSpPr/>
            <p:nvPr/>
          </p:nvSpPr>
          <p:spPr>
            <a:xfrm>
              <a:off x="0" y="261"/>
              <a:ext cx="6873240" cy="11308080"/>
            </a:xfrm>
            <a:custGeom>
              <a:avLst/>
              <a:gdLst/>
              <a:ahLst/>
              <a:cxnLst/>
              <a:rect l="l" t="t" r="r" b="b"/>
              <a:pathLst>
                <a:path w="6873240" h="11308080">
                  <a:moveTo>
                    <a:pt x="6872775" y="0"/>
                  </a:moveTo>
                  <a:lnTo>
                    <a:pt x="0" y="0"/>
                  </a:lnTo>
                  <a:lnTo>
                    <a:pt x="0" y="11308032"/>
                  </a:lnTo>
                  <a:lnTo>
                    <a:pt x="6872775" y="11308032"/>
                  </a:lnTo>
                  <a:lnTo>
                    <a:pt x="6872775" y="0"/>
                  </a:lnTo>
                  <a:close/>
                </a:path>
              </a:pathLst>
            </a:custGeom>
            <a:solidFill>
              <a:srgbClr val="FFDC34"/>
            </a:solidFill>
          </p:spPr>
          <p:txBody>
            <a:bodyPr wrap="square" lIns="0" tIns="0" rIns="0" bIns="0" rtlCol="0"/>
            <a:lstStyle/>
            <a:p>
              <a:endParaRPr sz="637"/>
            </a:p>
          </p:txBody>
        </p:sp>
        <p:sp>
          <p:nvSpPr>
            <p:cNvPr id="6" name="object 4">
              <a:extLst>
                <a:ext uri="{FF2B5EF4-FFF2-40B4-BE49-F238E27FC236}">
                  <a16:creationId xmlns:a16="http://schemas.microsoft.com/office/drawing/2014/main" id="{F8DA929D-0FD4-4742-8E23-891163AED921}"/>
                </a:ext>
              </a:extLst>
            </p:cNvPr>
            <p:cNvSpPr/>
            <p:nvPr/>
          </p:nvSpPr>
          <p:spPr>
            <a:xfrm>
              <a:off x="6347041" y="4459979"/>
              <a:ext cx="1051560" cy="2350135"/>
            </a:xfrm>
            <a:custGeom>
              <a:avLst/>
              <a:gdLst/>
              <a:ahLst/>
              <a:cxnLst/>
              <a:rect l="l" t="t" r="r" b="b"/>
              <a:pathLst>
                <a:path w="1051559" h="2350134">
                  <a:moveTo>
                    <a:pt x="1046365" y="1303375"/>
                  </a:moveTo>
                  <a:lnTo>
                    <a:pt x="0" y="1303375"/>
                  </a:lnTo>
                  <a:lnTo>
                    <a:pt x="0" y="2349728"/>
                  </a:lnTo>
                  <a:lnTo>
                    <a:pt x="1046365" y="2349728"/>
                  </a:lnTo>
                  <a:lnTo>
                    <a:pt x="1046365" y="1303375"/>
                  </a:lnTo>
                  <a:close/>
                </a:path>
                <a:path w="1051559" h="2350134">
                  <a:moveTo>
                    <a:pt x="1051458" y="0"/>
                  </a:moveTo>
                  <a:lnTo>
                    <a:pt x="0" y="0"/>
                  </a:lnTo>
                  <a:lnTo>
                    <a:pt x="0" y="1051509"/>
                  </a:lnTo>
                  <a:lnTo>
                    <a:pt x="1051458" y="1051509"/>
                  </a:lnTo>
                  <a:lnTo>
                    <a:pt x="1051458" y="0"/>
                  </a:lnTo>
                  <a:close/>
                </a:path>
              </a:pathLst>
            </a:custGeom>
            <a:solidFill>
              <a:srgbClr val="FF6012"/>
            </a:solidFill>
          </p:spPr>
          <p:txBody>
            <a:bodyPr wrap="square" lIns="0" tIns="0" rIns="0" bIns="0" rtlCol="0"/>
            <a:lstStyle/>
            <a:p>
              <a:endParaRPr sz="637"/>
            </a:p>
          </p:txBody>
        </p:sp>
      </p:grpSp>
      <p:sp>
        <p:nvSpPr>
          <p:cNvPr id="8" name="Text Placeholder 2">
            <a:extLst>
              <a:ext uri="{FF2B5EF4-FFF2-40B4-BE49-F238E27FC236}">
                <a16:creationId xmlns:a16="http://schemas.microsoft.com/office/drawing/2014/main" id="{EE029FD0-A527-4C46-8DD7-528E1B9240BB}"/>
              </a:ext>
            </a:extLst>
          </p:cNvPr>
          <p:cNvSpPr>
            <a:spLocks noGrp="1"/>
          </p:cNvSpPr>
          <p:nvPr>
            <p:ph type="body" sz="quarter" idx="15" hasCustomPrompt="1"/>
          </p:nvPr>
        </p:nvSpPr>
        <p:spPr>
          <a:xfrm>
            <a:off x="3774862" y="1554990"/>
            <a:ext cx="3780895" cy="2015669"/>
          </a:xfrm>
        </p:spPr>
        <p:txBody>
          <a:bodyPr wrap="square" anchor="ctr" anchorCtr="0">
            <a:normAutofit/>
          </a:bodyPr>
          <a:lstStyle>
            <a:lvl1pPr>
              <a:lnSpc>
                <a:spcPct val="100000"/>
              </a:lnSpc>
              <a:defRPr sz="4366" baseline="0">
                <a:solidFill>
                  <a:schemeClr val="bg2"/>
                </a:solidFill>
                <a:latin typeface="Arial Black" panose="020B0604020202020204" pitchFamily="34" charset="0"/>
              </a:defRPr>
            </a:lvl1pPr>
          </a:lstStyle>
          <a:p>
            <a:pPr lvl="0"/>
            <a:r>
              <a:rPr lang="en-US"/>
              <a:t>Click to edit master title style</a:t>
            </a:r>
          </a:p>
        </p:txBody>
      </p:sp>
    </p:spTree>
    <p:extLst>
      <p:ext uri="{BB962C8B-B14F-4D97-AF65-F5344CB8AC3E}">
        <p14:creationId xmlns:p14="http://schemas.microsoft.com/office/powerpoint/2010/main" val="1766119928"/>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Header Two Column Bullets">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6594F07A-A758-B642-BDEE-246A567C40D2}"/>
              </a:ext>
            </a:extLst>
          </p:cNvPr>
          <p:cNvSpPr/>
          <p:nvPr/>
        </p:nvSpPr>
        <p:spPr>
          <a:xfrm>
            <a:off x="1740" y="0"/>
            <a:ext cx="3130217" cy="5143500"/>
          </a:xfrm>
          <a:custGeom>
            <a:avLst/>
            <a:gdLst/>
            <a:ahLst/>
            <a:cxnLst/>
            <a:rect l="l" t="t" r="r" b="b"/>
            <a:pathLst>
              <a:path w="6882130" h="11291570">
                <a:moveTo>
                  <a:pt x="6881518" y="0"/>
                </a:moveTo>
                <a:lnTo>
                  <a:pt x="0" y="0"/>
                </a:lnTo>
                <a:lnTo>
                  <a:pt x="0" y="11291478"/>
                </a:lnTo>
                <a:lnTo>
                  <a:pt x="6881518" y="11291478"/>
                </a:lnTo>
                <a:lnTo>
                  <a:pt x="6881518" y="0"/>
                </a:lnTo>
                <a:close/>
              </a:path>
            </a:pathLst>
          </a:custGeom>
          <a:solidFill>
            <a:srgbClr val="FFDC34"/>
          </a:solidFill>
        </p:spPr>
        <p:txBody>
          <a:bodyPr wrap="square" lIns="0" tIns="0" rIns="0" bIns="0" rtlCol="0"/>
          <a:lstStyle/>
          <a:p>
            <a:endParaRPr sz="637"/>
          </a:p>
        </p:txBody>
      </p:sp>
      <p:sp>
        <p:nvSpPr>
          <p:cNvPr id="35" name="object 3">
            <a:extLst>
              <a:ext uri="{FF2B5EF4-FFF2-40B4-BE49-F238E27FC236}">
                <a16:creationId xmlns:a16="http://schemas.microsoft.com/office/drawing/2014/main" id="{F5B28557-C1F6-1946-8EF0-F96003EE2F17}"/>
              </a:ext>
            </a:extLst>
          </p:cNvPr>
          <p:cNvSpPr txBox="1">
            <a:spLocks noGrp="1"/>
          </p:cNvSpPr>
          <p:nvPr>
            <p:ph type="title"/>
          </p:nvPr>
        </p:nvSpPr>
        <p:spPr>
          <a:xfrm>
            <a:off x="742603" y="-2585195"/>
            <a:ext cx="1862239" cy="5237588"/>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37" name="Text Placeholder 20">
            <a:extLst>
              <a:ext uri="{FF2B5EF4-FFF2-40B4-BE49-F238E27FC236}">
                <a16:creationId xmlns:a16="http://schemas.microsoft.com/office/drawing/2014/main" id="{B946E070-C498-4E4C-9279-D50B03F6E313}"/>
              </a:ext>
            </a:extLst>
          </p:cNvPr>
          <p:cNvSpPr>
            <a:spLocks noGrp="1"/>
          </p:cNvSpPr>
          <p:nvPr>
            <p:ph type="body" sz="quarter" idx="16" hasCustomPrompt="1"/>
          </p:nvPr>
        </p:nvSpPr>
        <p:spPr>
          <a:xfrm>
            <a:off x="773653" y="2875470"/>
            <a:ext cx="1823891" cy="251928"/>
          </a:xfrm>
        </p:spPr>
        <p:txBody>
          <a:bodyPr/>
          <a:lstStyle>
            <a:lvl1pPr>
              <a:lnSpc>
                <a:spcPct val="100000"/>
              </a:lnSpc>
              <a:defRPr sz="1637" baseline="0">
                <a:latin typeface="Arial" panose="020B0604020202020204" pitchFamily="34" charset="0"/>
              </a:defRPr>
            </a:lvl1pPr>
          </a:lstStyle>
          <a:p>
            <a:pPr lvl="0"/>
            <a:r>
              <a:rPr lang="en-US"/>
              <a:t>Click to add text</a:t>
            </a:r>
          </a:p>
        </p:txBody>
      </p:sp>
      <p:sp>
        <p:nvSpPr>
          <p:cNvPr id="42" name="Text Placeholder 41">
            <a:extLst>
              <a:ext uri="{FF2B5EF4-FFF2-40B4-BE49-F238E27FC236}">
                <a16:creationId xmlns:a16="http://schemas.microsoft.com/office/drawing/2014/main" id="{533E3CEE-7F39-5F4F-9856-6E91B2BE0F38}"/>
              </a:ext>
            </a:extLst>
          </p:cNvPr>
          <p:cNvSpPr>
            <a:spLocks noGrp="1"/>
          </p:cNvSpPr>
          <p:nvPr>
            <p:ph type="body" sz="quarter" idx="20" hasCustomPrompt="1"/>
          </p:nvPr>
        </p:nvSpPr>
        <p:spPr>
          <a:xfrm>
            <a:off x="3741567" y="1285894"/>
            <a:ext cx="1979131" cy="420115"/>
          </a:xfrm>
        </p:spPr>
        <p:txBody>
          <a:bodyPr/>
          <a:lstStyle>
            <a:lvl1pPr>
              <a:lnSpc>
                <a:spcPct val="100000"/>
              </a:lnSpc>
              <a:defRPr b="1" i="0" baseline="0">
                <a:latin typeface="Arial" panose="020B0604020202020204" pitchFamily="34" charset="0"/>
              </a:defRPr>
            </a:lvl1pPr>
          </a:lstStyle>
          <a:p>
            <a:pPr lvl="0"/>
            <a:r>
              <a:rPr lang="en-US"/>
              <a:t>Click to add main point or headline. This is placeholder text you can overwrite.</a:t>
            </a:r>
          </a:p>
        </p:txBody>
      </p:sp>
      <p:sp>
        <p:nvSpPr>
          <p:cNvPr id="43" name="Text Placeholder 41">
            <a:extLst>
              <a:ext uri="{FF2B5EF4-FFF2-40B4-BE49-F238E27FC236}">
                <a16:creationId xmlns:a16="http://schemas.microsoft.com/office/drawing/2014/main" id="{42E58E90-360B-6D41-B969-E8933D7FEB80}"/>
              </a:ext>
            </a:extLst>
          </p:cNvPr>
          <p:cNvSpPr>
            <a:spLocks noGrp="1"/>
          </p:cNvSpPr>
          <p:nvPr>
            <p:ph type="body" sz="quarter" idx="21" hasCustomPrompt="1"/>
          </p:nvPr>
        </p:nvSpPr>
        <p:spPr>
          <a:xfrm>
            <a:off x="6433965" y="1285894"/>
            <a:ext cx="1979131" cy="420115"/>
          </a:xfrm>
        </p:spPr>
        <p:txBody>
          <a:bodyPr/>
          <a:lstStyle>
            <a:lvl1pPr>
              <a:lnSpc>
                <a:spcPct val="100000"/>
              </a:lnSpc>
              <a:defRPr b="1" i="0" baseline="0">
                <a:latin typeface="Arial" panose="020B0604020202020204" pitchFamily="34" charset="0"/>
              </a:defRPr>
            </a:lvl1pPr>
          </a:lstStyle>
          <a:p>
            <a:pPr lvl="0"/>
            <a:r>
              <a:rPr lang="en-US"/>
              <a:t>Click to add main point or headline. This is placeholder text you can overwrite.</a:t>
            </a:r>
          </a:p>
        </p:txBody>
      </p:sp>
      <p:sp>
        <p:nvSpPr>
          <p:cNvPr id="13" name="Text Placeholder 7">
            <a:extLst>
              <a:ext uri="{FF2B5EF4-FFF2-40B4-BE49-F238E27FC236}">
                <a16:creationId xmlns:a16="http://schemas.microsoft.com/office/drawing/2014/main" id="{165FEBF6-0B6F-4EF0-BFEE-DAF1EFA5BD95}"/>
              </a:ext>
            </a:extLst>
          </p:cNvPr>
          <p:cNvSpPr>
            <a:spLocks noGrp="1"/>
          </p:cNvSpPr>
          <p:nvPr>
            <p:ph type="body" sz="quarter" idx="25" hasCustomPrompt="1"/>
          </p:nvPr>
        </p:nvSpPr>
        <p:spPr>
          <a:xfrm>
            <a:off x="1281244" y="4799105"/>
            <a:ext cx="1731137" cy="97984"/>
          </a:xfrm>
        </p:spPr>
        <p:txBody>
          <a:bodyPr/>
          <a:lstStyle>
            <a:lvl1pPr>
              <a:lnSpc>
                <a:spcPct val="100000"/>
              </a:lnSpc>
              <a:defRPr sz="637" b="0" baseline="0">
                <a:latin typeface="Arial" panose="020B0604020202020204" pitchFamily="34" charset="0"/>
              </a:defRPr>
            </a:lvl1pPr>
          </a:lstStyle>
          <a:p>
            <a:pPr lvl="0"/>
            <a:r>
              <a:rPr lang="en-US"/>
              <a:t>Click to add sources</a:t>
            </a:r>
          </a:p>
        </p:txBody>
      </p:sp>
      <p:sp>
        <p:nvSpPr>
          <p:cNvPr id="14" name="Text Placeholder 9">
            <a:extLst>
              <a:ext uri="{FF2B5EF4-FFF2-40B4-BE49-F238E27FC236}">
                <a16:creationId xmlns:a16="http://schemas.microsoft.com/office/drawing/2014/main" id="{B1F5E16D-224A-4461-A903-8E906A4B68BD}"/>
              </a:ext>
            </a:extLst>
          </p:cNvPr>
          <p:cNvSpPr>
            <a:spLocks noGrp="1"/>
          </p:cNvSpPr>
          <p:nvPr>
            <p:ph type="body" sz="quarter" idx="26" hasCustomPrompt="1"/>
          </p:nvPr>
        </p:nvSpPr>
        <p:spPr>
          <a:xfrm>
            <a:off x="773554" y="4799105"/>
            <a:ext cx="444919" cy="97984"/>
          </a:xfrm>
        </p:spPr>
        <p:txBody>
          <a:bodyPr/>
          <a:lstStyle>
            <a:lvl1pPr>
              <a:lnSpc>
                <a:spcPct val="100000"/>
              </a:lnSpc>
              <a:defRPr sz="637" b="1" i="0" baseline="0">
                <a:latin typeface="Arial" panose="020B0604020202020204" pitchFamily="34" charset="0"/>
              </a:defRPr>
            </a:lvl1pPr>
          </a:lstStyle>
          <a:p>
            <a:pPr lvl="0"/>
            <a:r>
              <a:rPr lang="en-US"/>
              <a:t>Source:</a:t>
            </a:r>
          </a:p>
        </p:txBody>
      </p:sp>
      <p:sp>
        <p:nvSpPr>
          <p:cNvPr id="3" name="Text Placeholder 2">
            <a:extLst>
              <a:ext uri="{FF2B5EF4-FFF2-40B4-BE49-F238E27FC236}">
                <a16:creationId xmlns:a16="http://schemas.microsoft.com/office/drawing/2014/main" id="{5376B61C-C3BB-0C4C-82F7-8EA96B57D609}"/>
              </a:ext>
            </a:extLst>
          </p:cNvPr>
          <p:cNvSpPr>
            <a:spLocks noGrp="1"/>
          </p:cNvSpPr>
          <p:nvPr>
            <p:ph type="body" sz="quarter" idx="27"/>
          </p:nvPr>
        </p:nvSpPr>
        <p:spPr>
          <a:xfrm>
            <a:off x="3741645" y="1878635"/>
            <a:ext cx="1979131" cy="891270"/>
          </a:xfrm>
        </p:spPr>
        <p:txBody>
          <a:bodyPr/>
          <a:lstStyle>
            <a:lvl1pPr marL="155951" indent="-155951">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00FE4F70-24A7-9D48-9AD0-C70AFBFDB101}"/>
              </a:ext>
            </a:extLst>
          </p:cNvPr>
          <p:cNvSpPr>
            <a:spLocks noGrp="1"/>
          </p:cNvSpPr>
          <p:nvPr>
            <p:ph type="body" sz="quarter" idx="28"/>
          </p:nvPr>
        </p:nvSpPr>
        <p:spPr>
          <a:xfrm>
            <a:off x="6443545" y="1878635"/>
            <a:ext cx="1979131" cy="891270"/>
          </a:xfrm>
        </p:spPr>
        <p:txBody>
          <a:bodyPr/>
          <a:lstStyle>
            <a:lvl1pPr marL="155951" indent="-155951">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Footer Placeholder 3">
            <a:extLst>
              <a:ext uri="{FF2B5EF4-FFF2-40B4-BE49-F238E27FC236}">
                <a16:creationId xmlns:a16="http://schemas.microsoft.com/office/drawing/2014/main" id="{40ABD797-1975-418E-8E6F-37FB4C5F1868}"/>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2099705"/>
      </p:ext>
    </p:extLst>
  </p:cSld>
  <p:clrMapOvr>
    <a:masterClrMapping/>
  </p:clrMapOvr>
  <p:hf sldNum="0" hdr="0" ftr="0" dt="0"/>
  <p:extLst>
    <p:ext uri="{DCECCB84-F9BA-43D5-87BE-67443E8EF086}">
      <p15:sldGuideLst xmlns:p15="http://schemas.microsoft.com/office/powerpoint/2012/main">
        <p15:guide id="1" orient="horz" pos="6658" userDrawn="1">
          <p15:clr>
            <a:srgbClr val="FBAE40"/>
          </p15:clr>
        </p15:guide>
        <p15:guide id="2" pos="892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Header Two Column No Bullets">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7913AF6-B77A-AE4A-94F8-EA91FE736383}"/>
              </a:ext>
            </a:extLst>
          </p:cNvPr>
          <p:cNvSpPr/>
          <p:nvPr/>
        </p:nvSpPr>
        <p:spPr>
          <a:xfrm>
            <a:off x="1740" y="0"/>
            <a:ext cx="3130217" cy="5135414"/>
          </a:xfrm>
          <a:custGeom>
            <a:avLst/>
            <a:gdLst/>
            <a:ahLst/>
            <a:cxnLst/>
            <a:rect l="l" t="t" r="r" b="b"/>
            <a:pathLst>
              <a:path w="6882130" h="11291570">
                <a:moveTo>
                  <a:pt x="6881518" y="0"/>
                </a:moveTo>
                <a:lnTo>
                  <a:pt x="0" y="0"/>
                </a:lnTo>
                <a:lnTo>
                  <a:pt x="0" y="11291478"/>
                </a:lnTo>
                <a:lnTo>
                  <a:pt x="6881518" y="11291478"/>
                </a:lnTo>
                <a:lnTo>
                  <a:pt x="6881518" y="0"/>
                </a:lnTo>
                <a:close/>
              </a:path>
            </a:pathLst>
          </a:custGeom>
          <a:solidFill>
            <a:srgbClr val="FFDC34"/>
          </a:solidFill>
        </p:spPr>
        <p:txBody>
          <a:bodyPr wrap="square" lIns="0" tIns="0" rIns="0" bIns="0" rtlCol="0"/>
          <a:lstStyle/>
          <a:p>
            <a:endParaRPr sz="637"/>
          </a:p>
        </p:txBody>
      </p:sp>
      <p:sp>
        <p:nvSpPr>
          <p:cNvPr id="3" name="object 3">
            <a:extLst>
              <a:ext uri="{FF2B5EF4-FFF2-40B4-BE49-F238E27FC236}">
                <a16:creationId xmlns:a16="http://schemas.microsoft.com/office/drawing/2014/main" id="{976458D7-0812-9942-86F9-D95769282FB9}"/>
              </a:ext>
            </a:extLst>
          </p:cNvPr>
          <p:cNvSpPr txBox="1">
            <a:spLocks noGrp="1"/>
          </p:cNvSpPr>
          <p:nvPr>
            <p:ph type="title"/>
          </p:nvPr>
        </p:nvSpPr>
        <p:spPr>
          <a:xfrm>
            <a:off x="742603" y="-1092222"/>
            <a:ext cx="2131144" cy="3744615"/>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7" name="object 7">
            <a:extLst>
              <a:ext uri="{FF2B5EF4-FFF2-40B4-BE49-F238E27FC236}">
                <a16:creationId xmlns:a16="http://schemas.microsoft.com/office/drawing/2014/main" id="{CEE9E002-0D79-884B-AC3B-9DD959305A36}"/>
              </a:ext>
            </a:extLst>
          </p:cNvPr>
          <p:cNvSpPr/>
          <p:nvPr/>
        </p:nvSpPr>
        <p:spPr>
          <a:xfrm>
            <a:off x="3754507" y="3848388"/>
            <a:ext cx="584859" cy="0"/>
          </a:xfrm>
          <a:custGeom>
            <a:avLst/>
            <a:gdLst/>
            <a:ahLst/>
            <a:cxnLst/>
            <a:rect l="l" t="t" r="r" b="b"/>
            <a:pathLst>
              <a:path w="1285875">
                <a:moveTo>
                  <a:pt x="1285395" y="0"/>
                </a:moveTo>
                <a:lnTo>
                  <a:pt x="0" y="0"/>
                </a:lnTo>
              </a:path>
            </a:pathLst>
          </a:custGeom>
          <a:ln w="62825">
            <a:solidFill>
              <a:srgbClr val="FF6012"/>
            </a:solidFill>
          </a:ln>
        </p:spPr>
        <p:txBody>
          <a:bodyPr wrap="square" lIns="0" tIns="0" rIns="0" bIns="0" rtlCol="0"/>
          <a:lstStyle/>
          <a:p>
            <a:endParaRPr sz="637"/>
          </a:p>
        </p:txBody>
      </p:sp>
      <p:sp>
        <p:nvSpPr>
          <p:cNvPr id="13" name="Text Placeholder 20">
            <a:extLst>
              <a:ext uri="{FF2B5EF4-FFF2-40B4-BE49-F238E27FC236}">
                <a16:creationId xmlns:a16="http://schemas.microsoft.com/office/drawing/2014/main" id="{B675252C-4DA7-9E49-B684-82E034110F77}"/>
              </a:ext>
            </a:extLst>
          </p:cNvPr>
          <p:cNvSpPr>
            <a:spLocks noGrp="1"/>
          </p:cNvSpPr>
          <p:nvPr>
            <p:ph type="body" sz="quarter" idx="16" hasCustomPrompt="1"/>
          </p:nvPr>
        </p:nvSpPr>
        <p:spPr>
          <a:xfrm>
            <a:off x="773655" y="2875471"/>
            <a:ext cx="2100092" cy="293427"/>
          </a:xfrm>
        </p:spPr>
        <p:txBody>
          <a:bodyPr/>
          <a:lstStyle>
            <a:lvl1pPr>
              <a:defRPr sz="1637" baseline="0">
                <a:latin typeface="Arial" panose="020B0604020202020204" pitchFamily="34" charset="0"/>
              </a:defRPr>
            </a:lvl1pPr>
          </a:lstStyle>
          <a:p>
            <a:pPr lvl="0"/>
            <a:r>
              <a:rPr lang="en-US"/>
              <a:t>Click to add text</a:t>
            </a:r>
          </a:p>
        </p:txBody>
      </p:sp>
      <p:sp>
        <p:nvSpPr>
          <p:cNvPr id="20" name="Text Placeholder 22">
            <a:extLst>
              <a:ext uri="{FF2B5EF4-FFF2-40B4-BE49-F238E27FC236}">
                <a16:creationId xmlns:a16="http://schemas.microsoft.com/office/drawing/2014/main" id="{CD323326-6239-6A4F-AF97-EBD8BE8FEFB8}"/>
              </a:ext>
            </a:extLst>
          </p:cNvPr>
          <p:cNvSpPr>
            <a:spLocks noGrp="1"/>
          </p:cNvSpPr>
          <p:nvPr>
            <p:ph type="body" sz="quarter" idx="20" hasCustomPrompt="1"/>
          </p:nvPr>
        </p:nvSpPr>
        <p:spPr>
          <a:xfrm>
            <a:off x="3741568" y="1618773"/>
            <a:ext cx="4989421" cy="2711640"/>
          </a:xfrm>
        </p:spPr>
        <p:txBody>
          <a:bodyPr numCol="2" spcCol="914400"/>
          <a:lstStyle>
            <a:lvl1pPr>
              <a:lnSpc>
                <a:spcPct val="130000"/>
              </a:lnSpc>
              <a:defRPr/>
            </a:lvl1pPr>
          </a:lstStyle>
          <a:p>
            <a:pPr lvl="0"/>
            <a:r>
              <a:rPr lang="en-US"/>
              <a:t>This is a two column layout. As you type, the content will stretch across both columns. Click to add your own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autem</a:t>
            </a:r>
            <a:r>
              <a:rPr lang="en-US"/>
              <a:t> vel </a:t>
            </a:r>
            <a:r>
              <a:rPr lang="en-US" err="1"/>
              <a:t>eum</a:t>
            </a:r>
            <a:r>
              <a:rPr lang="en-US"/>
              <a:t> </a:t>
            </a:r>
            <a:r>
              <a:rPr lang="en-US" err="1"/>
              <a:t>iriure</a:t>
            </a:r>
            <a:r>
              <a:rPr lang="en-US"/>
              <a:t> dolor in </a:t>
            </a:r>
            <a:r>
              <a:rPr lang="en-US" err="1"/>
              <a:t>hendrerit</a:t>
            </a:r>
            <a:r>
              <a:rPr lang="en-US"/>
              <a: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autem</a:t>
            </a:r>
            <a:r>
              <a:rPr lang="en-US"/>
              <a:t> vel </a:t>
            </a:r>
            <a:r>
              <a:rPr lang="en-US" err="1"/>
              <a:t>eum</a:t>
            </a:r>
            <a:r>
              <a:rPr lang="en-US"/>
              <a:t> </a:t>
            </a:r>
            <a:r>
              <a:rPr lang="en-US" err="1"/>
              <a:t>irure</a:t>
            </a:r>
            <a:r>
              <a:rPr lang="en-US"/>
              <a:t> dolor in </a:t>
            </a:r>
            <a:r>
              <a:rPr lang="en-US" err="1"/>
              <a:t>hendrerit</a:t>
            </a:r>
            <a:r>
              <a:rPr lang="en-US"/>
              <a:t>.</a:t>
            </a:r>
          </a:p>
        </p:txBody>
      </p:sp>
      <p:sp>
        <p:nvSpPr>
          <p:cNvPr id="16" name="Text Placeholder 7">
            <a:extLst>
              <a:ext uri="{FF2B5EF4-FFF2-40B4-BE49-F238E27FC236}">
                <a16:creationId xmlns:a16="http://schemas.microsoft.com/office/drawing/2014/main" id="{54857BAB-B7E5-E34E-A1F2-66F5E97A0753}"/>
              </a:ext>
            </a:extLst>
          </p:cNvPr>
          <p:cNvSpPr>
            <a:spLocks noGrp="1"/>
          </p:cNvSpPr>
          <p:nvPr>
            <p:ph type="body" sz="quarter" idx="25" hasCustomPrompt="1"/>
          </p:nvPr>
        </p:nvSpPr>
        <p:spPr>
          <a:xfrm>
            <a:off x="1281244" y="4799105"/>
            <a:ext cx="1731137" cy="97984"/>
          </a:xfrm>
        </p:spPr>
        <p:txBody>
          <a:bodyPr/>
          <a:lstStyle>
            <a:lvl1pPr>
              <a:lnSpc>
                <a:spcPct val="100000"/>
              </a:lnSpc>
              <a:defRPr sz="637" b="0" baseline="0">
                <a:latin typeface="Arial" panose="020B0604020202020204" pitchFamily="34" charset="0"/>
              </a:defRPr>
            </a:lvl1pPr>
          </a:lstStyle>
          <a:p>
            <a:pPr lvl="0"/>
            <a:r>
              <a:rPr lang="en-US"/>
              <a:t>Click to add sources</a:t>
            </a:r>
          </a:p>
        </p:txBody>
      </p:sp>
      <p:sp>
        <p:nvSpPr>
          <p:cNvPr id="17" name="Text Placeholder 9">
            <a:extLst>
              <a:ext uri="{FF2B5EF4-FFF2-40B4-BE49-F238E27FC236}">
                <a16:creationId xmlns:a16="http://schemas.microsoft.com/office/drawing/2014/main" id="{496ADC8E-DB30-FE44-B5E7-D75CF29CBC6D}"/>
              </a:ext>
            </a:extLst>
          </p:cNvPr>
          <p:cNvSpPr>
            <a:spLocks noGrp="1"/>
          </p:cNvSpPr>
          <p:nvPr>
            <p:ph type="body" sz="quarter" idx="26" hasCustomPrompt="1"/>
          </p:nvPr>
        </p:nvSpPr>
        <p:spPr>
          <a:xfrm>
            <a:off x="773554" y="4799105"/>
            <a:ext cx="444919" cy="97984"/>
          </a:xfrm>
        </p:spPr>
        <p:txBody>
          <a:bodyPr/>
          <a:lstStyle>
            <a:lvl1pPr>
              <a:lnSpc>
                <a:spcPct val="100000"/>
              </a:lnSpc>
              <a:defRPr sz="637" b="1" i="0" baseline="0">
                <a:latin typeface="Arial" panose="020B0604020202020204" pitchFamily="34" charset="0"/>
              </a:defRPr>
            </a:lvl1pPr>
          </a:lstStyle>
          <a:p>
            <a:pPr lvl="0"/>
            <a:r>
              <a:rPr lang="en-US"/>
              <a:t>Source:</a:t>
            </a:r>
          </a:p>
        </p:txBody>
      </p:sp>
      <p:sp>
        <p:nvSpPr>
          <p:cNvPr id="10" name="Footer Placeholder 3">
            <a:extLst>
              <a:ext uri="{FF2B5EF4-FFF2-40B4-BE49-F238E27FC236}">
                <a16:creationId xmlns:a16="http://schemas.microsoft.com/office/drawing/2014/main" id="{EB3BA3B2-34A2-4169-B162-1F9CFD62701E}"/>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2377988"/>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3 Column with Image ">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328FD2B4-A086-114E-8FA9-35BD6C40AAB5}"/>
              </a:ext>
            </a:extLst>
          </p:cNvPr>
          <p:cNvSpPr/>
          <p:nvPr/>
        </p:nvSpPr>
        <p:spPr>
          <a:xfrm>
            <a:off x="8732674"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3" name="Picture Placeholder 2">
            <a:extLst>
              <a:ext uri="{FF2B5EF4-FFF2-40B4-BE49-F238E27FC236}">
                <a16:creationId xmlns:a16="http://schemas.microsoft.com/office/drawing/2014/main" id="{7540CCEF-6355-E949-A99C-FAB7F3F6263E}"/>
              </a:ext>
            </a:extLst>
          </p:cNvPr>
          <p:cNvSpPr>
            <a:spLocks noGrp="1"/>
          </p:cNvSpPr>
          <p:nvPr>
            <p:ph type="pic" sz="quarter" idx="28"/>
          </p:nvPr>
        </p:nvSpPr>
        <p:spPr>
          <a:xfrm>
            <a:off x="1695367" y="2"/>
            <a:ext cx="5753268" cy="260841"/>
          </a:xfrm>
          <a:solidFill>
            <a:schemeClr val="bg1">
              <a:lumMod val="85000"/>
            </a:schemeClr>
          </a:solidFill>
        </p:spPr>
        <p:txBody>
          <a:bodyPr/>
          <a:lstStyle>
            <a:lvl1pPr algn="ctr">
              <a:defRPr sz="1455">
                <a:solidFill>
                  <a:srgbClr val="C00000"/>
                </a:solidFill>
              </a:defRPr>
            </a:lvl1pPr>
          </a:lstStyle>
          <a:p>
            <a:r>
              <a:rPr lang="en-US"/>
              <a:t>Click icon to add picture</a:t>
            </a:r>
          </a:p>
        </p:txBody>
      </p:sp>
      <p:sp>
        <p:nvSpPr>
          <p:cNvPr id="17" name="object 11">
            <a:extLst>
              <a:ext uri="{FF2B5EF4-FFF2-40B4-BE49-F238E27FC236}">
                <a16:creationId xmlns:a16="http://schemas.microsoft.com/office/drawing/2014/main" id="{A00DC96A-71CA-A04C-8DC9-545001EE152C}"/>
              </a:ext>
            </a:extLst>
          </p:cNvPr>
          <p:cNvSpPr/>
          <p:nvPr/>
        </p:nvSpPr>
        <p:spPr>
          <a:xfrm flipV="1">
            <a:off x="0" y="3075159"/>
            <a:ext cx="549096" cy="20793"/>
          </a:xfrm>
          <a:custGeom>
            <a:avLst/>
            <a:gdLst/>
            <a:ahLst/>
            <a:cxnLst/>
            <a:rect l="l" t="t" r="r" b="b"/>
            <a:pathLst>
              <a:path w="1196975">
                <a:moveTo>
                  <a:pt x="1196832" y="0"/>
                </a:moveTo>
                <a:lnTo>
                  <a:pt x="0" y="0"/>
                </a:lnTo>
              </a:path>
            </a:pathLst>
          </a:custGeom>
          <a:ln w="62825">
            <a:solidFill>
              <a:srgbClr val="FF6012"/>
            </a:solidFill>
          </a:ln>
        </p:spPr>
        <p:txBody>
          <a:bodyPr wrap="square" lIns="0" tIns="0" rIns="0" bIns="0" rtlCol="0"/>
          <a:lstStyle/>
          <a:p>
            <a:endParaRPr sz="637"/>
          </a:p>
        </p:txBody>
      </p:sp>
      <p:sp>
        <p:nvSpPr>
          <p:cNvPr id="21" name="Text Placeholder 20">
            <a:extLst>
              <a:ext uri="{FF2B5EF4-FFF2-40B4-BE49-F238E27FC236}">
                <a16:creationId xmlns:a16="http://schemas.microsoft.com/office/drawing/2014/main" id="{C35002E2-2682-8C4E-BB97-513D0CB58AB1}"/>
              </a:ext>
            </a:extLst>
          </p:cNvPr>
          <p:cNvSpPr>
            <a:spLocks noGrp="1"/>
          </p:cNvSpPr>
          <p:nvPr>
            <p:ph type="body" sz="quarter" idx="16" hasCustomPrompt="1"/>
          </p:nvPr>
        </p:nvSpPr>
        <p:spPr>
          <a:xfrm>
            <a:off x="845983" y="2571750"/>
            <a:ext cx="1823891" cy="600880"/>
          </a:xfrm>
        </p:spPr>
        <p:txBody>
          <a:bodyPr anchor="b" anchorCtr="0">
            <a:normAutofit/>
          </a:bodyPr>
          <a:lstStyle>
            <a:lvl1pPr>
              <a:defRPr sz="1637" baseline="0">
                <a:latin typeface="Arial" panose="020B0604020202020204" pitchFamily="34" charset="0"/>
              </a:defRPr>
            </a:lvl1pPr>
          </a:lstStyle>
          <a:p>
            <a:pPr lvl="0"/>
            <a:r>
              <a:rPr lang="en-US"/>
              <a:t>Click to add text</a:t>
            </a:r>
          </a:p>
        </p:txBody>
      </p:sp>
      <p:sp>
        <p:nvSpPr>
          <p:cNvPr id="22" name="Text Placeholder 22">
            <a:extLst>
              <a:ext uri="{FF2B5EF4-FFF2-40B4-BE49-F238E27FC236}">
                <a16:creationId xmlns:a16="http://schemas.microsoft.com/office/drawing/2014/main" id="{9D2C81B4-9C98-9141-9643-97793B205940}"/>
              </a:ext>
            </a:extLst>
          </p:cNvPr>
          <p:cNvSpPr>
            <a:spLocks noGrp="1"/>
          </p:cNvSpPr>
          <p:nvPr>
            <p:ph type="body" sz="quarter" idx="20" hasCustomPrompt="1"/>
          </p:nvPr>
        </p:nvSpPr>
        <p:spPr>
          <a:xfrm>
            <a:off x="849758" y="3378510"/>
            <a:ext cx="1828049" cy="891270"/>
          </a:xfrm>
        </p:spPr>
        <p:txBody>
          <a:bodyPr/>
          <a:lstStyle>
            <a:lvl1pPr>
              <a:lnSpc>
                <a:spcPct val="130000"/>
              </a:lnSpc>
              <a:defRPr/>
            </a:lvl1pPr>
          </a:lstStyle>
          <a:p>
            <a:pPr lvl="0"/>
            <a:r>
              <a:rPr lang="en-US"/>
              <a:t>Click to add a paragraph of text. The rest is placeholder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endParaRPr lang="en-US"/>
          </a:p>
        </p:txBody>
      </p:sp>
      <p:sp>
        <p:nvSpPr>
          <p:cNvPr id="23" name="Text Placeholder 20">
            <a:extLst>
              <a:ext uri="{FF2B5EF4-FFF2-40B4-BE49-F238E27FC236}">
                <a16:creationId xmlns:a16="http://schemas.microsoft.com/office/drawing/2014/main" id="{121C0851-90C3-6843-BC01-DCF9E4D82BD0}"/>
              </a:ext>
            </a:extLst>
          </p:cNvPr>
          <p:cNvSpPr>
            <a:spLocks noGrp="1"/>
          </p:cNvSpPr>
          <p:nvPr>
            <p:ph type="body" sz="quarter" idx="21" hasCustomPrompt="1"/>
          </p:nvPr>
        </p:nvSpPr>
        <p:spPr>
          <a:xfrm>
            <a:off x="3230797" y="2571362"/>
            <a:ext cx="1823891" cy="600880"/>
          </a:xfrm>
        </p:spPr>
        <p:txBody>
          <a:bodyPr anchor="b" anchorCtr="0">
            <a:normAutofit/>
          </a:bodyPr>
          <a:lstStyle>
            <a:lvl1pPr>
              <a:defRPr sz="1637" baseline="0">
                <a:latin typeface="Arial" panose="020B0604020202020204" pitchFamily="34" charset="0"/>
              </a:defRPr>
            </a:lvl1pPr>
          </a:lstStyle>
          <a:p>
            <a:pPr lvl="0"/>
            <a:r>
              <a:rPr lang="en-US"/>
              <a:t>Click to add text</a:t>
            </a:r>
          </a:p>
        </p:txBody>
      </p:sp>
      <p:sp>
        <p:nvSpPr>
          <p:cNvPr id="24" name="Text Placeholder 22">
            <a:extLst>
              <a:ext uri="{FF2B5EF4-FFF2-40B4-BE49-F238E27FC236}">
                <a16:creationId xmlns:a16="http://schemas.microsoft.com/office/drawing/2014/main" id="{6BA86A8B-CE05-314C-8FAC-8BFC79193772}"/>
              </a:ext>
            </a:extLst>
          </p:cNvPr>
          <p:cNvSpPr>
            <a:spLocks noGrp="1"/>
          </p:cNvSpPr>
          <p:nvPr>
            <p:ph type="body" sz="quarter" idx="22" hasCustomPrompt="1"/>
          </p:nvPr>
        </p:nvSpPr>
        <p:spPr>
          <a:xfrm>
            <a:off x="3234573" y="3378122"/>
            <a:ext cx="1828049" cy="891270"/>
          </a:xfrm>
        </p:spPr>
        <p:txBody>
          <a:bodyPr/>
          <a:lstStyle>
            <a:lvl1pPr>
              <a:lnSpc>
                <a:spcPct val="130000"/>
              </a:lnSpc>
              <a:defRPr/>
            </a:lvl1pPr>
          </a:lstStyle>
          <a:p>
            <a:pPr lvl="0"/>
            <a:r>
              <a:rPr lang="en-US"/>
              <a:t>Click to add a paragraph of text. The rest is placeholder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endParaRPr lang="en-US"/>
          </a:p>
        </p:txBody>
      </p:sp>
      <p:sp>
        <p:nvSpPr>
          <p:cNvPr id="25" name="Text Placeholder 20">
            <a:extLst>
              <a:ext uri="{FF2B5EF4-FFF2-40B4-BE49-F238E27FC236}">
                <a16:creationId xmlns:a16="http://schemas.microsoft.com/office/drawing/2014/main" id="{000992BE-7635-2244-ACB2-5F6264EF2CCB}"/>
              </a:ext>
            </a:extLst>
          </p:cNvPr>
          <p:cNvSpPr>
            <a:spLocks noGrp="1"/>
          </p:cNvSpPr>
          <p:nvPr>
            <p:ph type="body" sz="quarter" idx="23" hasCustomPrompt="1"/>
          </p:nvPr>
        </p:nvSpPr>
        <p:spPr>
          <a:xfrm>
            <a:off x="5620307" y="2571362"/>
            <a:ext cx="1823891" cy="600880"/>
          </a:xfrm>
        </p:spPr>
        <p:txBody>
          <a:bodyPr anchor="b" anchorCtr="0">
            <a:normAutofit/>
          </a:bodyPr>
          <a:lstStyle>
            <a:lvl1pPr>
              <a:defRPr sz="1637" baseline="0">
                <a:latin typeface="Arial" panose="020B0604020202020204" pitchFamily="34" charset="0"/>
              </a:defRPr>
            </a:lvl1pPr>
          </a:lstStyle>
          <a:p>
            <a:pPr lvl="0"/>
            <a:r>
              <a:rPr lang="en-US"/>
              <a:t>Click to add text</a:t>
            </a:r>
          </a:p>
        </p:txBody>
      </p:sp>
      <p:sp>
        <p:nvSpPr>
          <p:cNvPr id="26" name="Text Placeholder 22">
            <a:extLst>
              <a:ext uri="{FF2B5EF4-FFF2-40B4-BE49-F238E27FC236}">
                <a16:creationId xmlns:a16="http://schemas.microsoft.com/office/drawing/2014/main" id="{5C109114-69C1-FE4A-A58B-F1E4A8855337}"/>
              </a:ext>
            </a:extLst>
          </p:cNvPr>
          <p:cNvSpPr>
            <a:spLocks noGrp="1"/>
          </p:cNvSpPr>
          <p:nvPr>
            <p:ph type="body" sz="quarter" idx="24" hasCustomPrompt="1"/>
          </p:nvPr>
        </p:nvSpPr>
        <p:spPr>
          <a:xfrm>
            <a:off x="5624081" y="3378122"/>
            <a:ext cx="1828049" cy="891270"/>
          </a:xfrm>
        </p:spPr>
        <p:txBody>
          <a:bodyPr/>
          <a:lstStyle>
            <a:lvl1pPr>
              <a:lnSpc>
                <a:spcPct val="130000"/>
              </a:lnSpc>
              <a:defRPr/>
            </a:lvl1pPr>
          </a:lstStyle>
          <a:p>
            <a:pPr lvl="0"/>
            <a:r>
              <a:rPr lang="en-US"/>
              <a:t>Click to add a paragraph of text. The rest is placeholder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endParaRPr lang="en-US"/>
          </a:p>
        </p:txBody>
      </p:sp>
      <p:sp>
        <p:nvSpPr>
          <p:cNvPr id="10" name="object 4">
            <a:extLst>
              <a:ext uri="{FF2B5EF4-FFF2-40B4-BE49-F238E27FC236}">
                <a16:creationId xmlns:a16="http://schemas.microsoft.com/office/drawing/2014/main" id="{F3BDA228-6943-0F47-ACD9-5F8A2DD01A52}"/>
              </a:ext>
            </a:extLst>
          </p:cNvPr>
          <p:cNvSpPr txBox="1">
            <a:spLocks noGrp="1"/>
          </p:cNvSpPr>
          <p:nvPr>
            <p:ph type="title"/>
          </p:nvPr>
        </p:nvSpPr>
        <p:spPr>
          <a:xfrm>
            <a:off x="856921" y="111190"/>
            <a:ext cx="2328751" cy="2356595"/>
          </a:xfrm>
          <a:prstGeom prst="rect">
            <a:avLst/>
          </a:prstGeom>
        </p:spPr>
        <p:txBody>
          <a:bodyPr vert="horz" wrap="square" lIns="0" tIns="160020" rIns="0" bIns="0" rtlCol="0" anchor="ctr" anchorCtr="0">
            <a:normAutofit/>
          </a:bodyPr>
          <a:lstStyle>
            <a:lvl1pPr marL="12700" marR="23495">
              <a:lnSpc>
                <a:spcPts val="8830"/>
              </a:lnSpc>
              <a:spcBef>
                <a:spcPts val="1260"/>
              </a:spcBef>
              <a:defRPr sz="3638"/>
            </a:lvl1pPr>
          </a:lstStyle>
          <a:p>
            <a:pPr marL="12700" marR="23495">
              <a:lnSpc>
                <a:spcPts val="8830"/>
              </a:lnSpc>
              <a:spcBef>
                <a:spcPts val="1260"/>
              </a:spcBef>
            </a:pPr>
            <a:r>
              <a:rPr lang="en-US" spc="-116"/>
              <a:t>Click to edit Master title style</a:t>
            </a:r>
            <a:endParaRPr spc="-116"/>
          </a:p>
        </p:txBody>
      </p:sp>
      <p:sp>
        <p:nvSpPr>
          <p:cNvPr id="27" name="Text Placeholder 7">
            <a:extLst>
              <a:ext uri="{FF2B5EF4-FFF2-40B4-BE49-F238E27FC236}">
                <a16:creationId xmlns:a16="http://schemas.microsoft.com/office/drawing/2014/main" id="{9A83ED3E-4594-8144-AFDC-9EC84DCC72B1}"/>
              </a:ext>
            </a:extLst>
          </p:cNvPr>
          <p:cNvSpPr>
            <a:spLocks noGrp="1"/>
          </p:cNvSpPr>
          <p:nvPr>
            <p:ph type="body" sz="quarter" idx="25" hasCustomPrompt="1"/>
          </p:nvPr>
        </p:nvSpPr>
        <p:spPr>
          <a:xfrm>
            <a:off x="1364608" y="4789724"/>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28" name="Text Placeholder 9">
            <a:extLst>
              <a:ext uri="{FF2B5EF4-FFF2-40B4-BE49-F238E27FC236}">
                <a16:creationId xmlns:a16="http://schemas.microsoft.com/office/drawing/2014/main" id="{CE200243-006C-ED42-97B7-84DBAFC4B9A5}"/>
              </a:ext>
            </a:extLst>
          </p:cNvPr>
          <p:cNvSpPr>
            <a:spLocks noGrp="1"/>
          </p:cNvSpPr>
          <p:nvPr>
            <p:ph type="body" sz="quarter" idx="26" hasCustomPrompt="1"/>
          </p:nvPr>
        </p:nvSpPr>
        <p:spPr>
          <a:xfrm>
            <a:off x="856919" y="4789722"/>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5" name="Footer Placeholder 3">
            <a:extLst>
              <a:ext uri="{FF2B5EF4-FFF2-40B4-BE49-F238E27FC236}">
                <a16:creationId xmlns:a16="http://schemas.microsoft.com/office/drawing/2014/main" id="{035B7E9E-DB98-43CB-A056-30470B4212D0}"/>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3703626"/>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with Icon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7C48A48-CCD2-8C49-9365-BA07992F78B4}"/>
              </a:ext>
            </a:extLst>
          </p:cNvPr>
          <p:cNvSpPr>
            <a:spLocks noGrp="1"/>
          </p:cNvSpPr>
          <p:nvPr>
            <p:ph type="pic" sz="quarter" idx="28" hasCustomPrompt="1"/>
          </p:nvPr>
        </p:nvSpPr>
        <p:spPr>
          <a:xfrm>
            <a:off x="828911" y="1670700"/>
            <a:ext cx="693165" cy="345159"/>
          </a:xfrm>
          <a:solidFill>
            <a:schemeClr val="bg1">
              <a:lumMod val="85000"/>
            </a:schemeClr>
          </a:solidFill>
        </p:spPr>
        <p:txBody>
          <a:bodyPr/>
          <a:lstStyle/>
          <a:p>
            <a:r>
              <a:rPr lang="en-US"/>
              <a:t>Click to add icon</a:t>
            </a:r>
          </a:p>
        </p:txBody>
      </p:sp>
      <p:sp>
        <p:nvSpPr>
          <p:cNvPr id="39" name="Picture Placeholder 2">
            <a:extLst>
              <a:ext uri="{FF2B5EF4-FFF2-40B4-BE49-F238E27FC236}">
                <a16:creationId xmlns:a16="http://schemas.microsoft.com/office/drawing/2014/main" id="{D2A27F84-A992-1F4D-9385-67DBF9ABD013}"/>
              </a:ext>
            </a:extLst>
          </p:cNvPr>
          <p:cNvSpPr>
            <a:spLocks noGrp="1"/>
          </p:cNvSpPr>
          <p:nvPr>
            <p:ph type="pic" sz="quarter" idx="29" hasCustomPrompt="1"/>
          </p:nvPr>
        </p:nvSpPr>
        <p:spPr>
          <a:xfrm>
            <a:off x="3669910" y="1670700"/>
            <a:ext cx="693165" cy="345159"/>
          </a:xfrm>
          <a:solidFill>
            <a:schemeClr val="bg1">
              <a:lumMod val="85000"/>
            </a:schemeClr>
          </a:solidFill>
        </p:spPr>
        <p:txBody>
          <a:bodyPr/>
          <a:lstStyle/>
          <a:p>
            <a:r>
              <a:rPr lang="en-US"/>
              <a:t>Click to add icon</a:t>
            </a:r>
          </a:p>
        </p:txBody>
      </p:sp>
      <p:sp>
        <p:nvSpPr>
          <p:cNvPr id="42" name="Picture Placeholder 2">
            <a:extLst>
              <a:ext uri="{FF2B5EF4-FFF2-40B4-BE49-F238E27FC236}">
                <a16:creationId xmlns:a16="http://schemas.microsoft.com/office/drawing/2014/main" id="{1E2CCD22-96F8-D249-91BE-E6A9BDAA23D0}"/>
              </a:ext>
            </a:extLst>
          </p:cNvPr>
          <p:cNvSpPr>
            <a:spLocks noGrp="1"/>
          </p:cNvSpPr>
          <p:nvPr>
            <p:ph type="pic" sz="quarter" idx="30" hasCustomPrompt="1"/>
          </p:nvPr>
        </p:nvSpPr>
        <p:spPr>
          <a:xfrm>
            <a:off x="6478204" y="1670700"/>
            <a:ext cx="693165" cy="345159"/>
          </a:xfrm>
          <a:solidFill>
            <a:schemeClr val="bg1">
              <a:lumMod val="85000"/>
            </a:schemeClr>
          </a:solidFill>
        </p:spPr>
        <p:txBody>
          <a:bodyPr/>
          <a:lstStyle/>
          <a:p>
            <a:r>
              <a:rPr lang="en-US"/>
              <a:t>Click to add icon</a:t>
            </a:r>
          </a:p>
        </p:txBody>
      </p:sp>
      <p:sp>
        <p:nvSpPr>
          <p:cNvPr id="25" name="object 21">
            <a:extLst>
              <a:ext uri="{FF2B5EF4-FFF2-40B4-BE49-F238E27FC236}">
                <a16:creationId xmlns:a16="http://schemas.microsoft.com/office/drawing/2014/main" id="{6D7AACC9-5164-2D42-B0EB-1E99B272ECE5}"/>
              </a:ext>
            </a:extLst>
          </p:cNvPr>
          <p:cNvSpPr/>
          <p:nvPr/>
        </p:nvSpPr>
        <p:spPr>
          <a:xfrm>
            <a:off x="3127341" y="1801777"/>
            <a:ext cx="0" cy="2427351"/>
          </a:xfrm>
          <a:custGeom>
            <a:avLst/>
            <a:gdLst/>
            <a:ahLst/>
            <a:cxnLst/>
            <a:rect l="l" t="t" r="r" b="b"/>
            <a:pathLst>
              <a:path h="5337175">
                <a:moveTo>
                  <a:pt x="0" y="5336769"/>
                </a:moveTo>
                <a:lnTo>
                  <a:pt x="0" y="0"/>
                </a:lnTo>
              </a:path>
            </a:pathLst>
          </a:custGeom>
          <a:ln w="31412">
            <a:solidFill>
              <a:srgbClr val="F1F1F1"/>
            </a:solidFill>
          </a:ln>
        </p:spPr>
        <p:txBody>
          <a:bodyPr wrap="square" lIns="0" tIns="0" rIns="0" bIns="0" rtlCol="0"/>
          <a:lstStyle/>
          <a:p>
            <a:endParaRPr sz="637"/>
          </a:p>
        </p:txBody>
      </p:sp>
      <p:sp>
        <p:nvSpPr>
          <p:cNvPr id="26" name="object 22">
            <a:extLst>
              <a:ext uri="{FF2B5EF4-FFF2-40B4-BE49-F238E27FC236}">
                <a16:creationId xmlns:a16="http://schemas.microsoft.com/office/drawing/2014/main" id="{9E41269E-48E7-8549-92E9-3A5D71D8D25F}"/>
              </a:ext>
            </a:extLst>
          </p:cNvPr>
          <p:cNvSpPr/>
          <p:nvPr/>
        </p:nvSpPr>
        <p:spPr>
          <a:xfrm>
            <a:off x="5984841" y="1801777"/>
            <a:ext cx="0" cy="2427351"/>
          </a:xfrm>
          <a:custGeom>
            <a:avLst/>
            <a:gdLst/>
            <a:ahLst/>
            <a:cxnLst/>
            <a:rect l="l" t="t" r="r" b="b"/>
            <a:pathLst>
              <a:path h="5337175">
                <a:moveTo>
                  <a:pt x="0" y="5336769"/>
                </a:moveTo>
                <a:lnTo>
                  <a:pt x="0" y="0"/>
                </a:lnTo>
              </a:path>
            </a:pathLst>
          </a:custGeom>
          <a:ln w="31412">
            <a:solidFill>
              <a:srgbClr val="F1F1F1"/>
            </a:solidFill>
          </a:ln>
        </p:spPr>
        <p:txBody>
          <a:bodyPr wrap="square" lIns="0" tIns="0" rIns="0" bIns="0" rtlCol="0"/>
          <a:lstStyle/>
          <a:p>
            <a:endParaRPr sz="637"/>
          </a:p>
        </p:txBody>
      </p:sp>
      <p:sp>
        <p:nvSpPr>
          <p:cNvPr id="27" name="object 23">
            <a:extLst>
              <a:ext uri="{FF2B5EF4-FFF2-40B4-BE49-F238E27FC236}">
                <a16:creationId xmlns:a16="http://schemas.microsoft.com/office/drawing/2014/main" id="{947013CF-F231-244C-A781-783AA983AA08}"/>
              </a:ext>
            </a:extLst>
          </p:cNvPr>
          <p:cNvSpPr txBox="1">
            <a:spLocks noGrp="1"/>
          </p:cNvSpPr>
          <p:nvPr>
            <p:ph type="title"/>
          </p:nvPr>
        </p:nvSpPr>
        <p:spPr>
          <a:xfrm>
            <a:off x="783641" y="518271"/>
            <a:ext cx="7621895" cy="1505156"/>
          </a:xfrm>
          <a:prstGeom prst="rect">
            <a:avLst/>
          </a:prstGeom>
        </p:spPr>
        <p:txBody>
          <a:bodyPr vert="horz" wrap="square" lIns="0" tIns="12065" rIns="0" bIns="0" rtlCol="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32" name="Text Placeholder 20">
            <a:extLst>
              <a:ext uri="{FF2B5EF4-FFF2-40B4-BE49-F238E27FC236}">
                <a16:creationId xmlns:a16="http://schemas.microsoft.com/office/drawing/2014/main" id="{59B1F5C9-DDE1-B142-8851-EBE7954A8F48}"/>
              </a:ext>
            </a:extLst>
          </p:cNvPr>
          <p:cNvSpPr>
            <a:spLocks noGrp="1"/>
          </p:cNvSpPr>
          <p:nvPr>
            <p:ph type="body" sz="quarter" idx="16" hasCustomPrompt="1"/>
          </p:nvPr>
        </p:nvSpPr>
        <p:spPr>
          <a:xfrm>
            <a:off x="828909" y="2725203"/>
            <a:ext cx="1823891" cy="293414"/>
          </a:xfrm>
        </p:spPr>
        <p:txBody>
          <a:bodyPr anchor="b" anchorCtr="0"/>
          <a:lstStyle>
            <a:lvl1pPr>
              <a:defRPr sz="1637" baseline="0">
                <a:latin typeface="Arial" panose="020B0604020202020204" pitchFamily="34" charset="0"/>
              </a:defRPr>
            </a:lvl1pPr>
          </a:lstStyle>
          <a:p>
            <a:pPr lvl="0"/>
            <a:r>
              <a:rPr lang="en-US"/>
              <a:t>Click to add text</a:t>
            </a:r>
          </a:p>
        </p:txBody>
      </p:sp>
      <p:sp>
        <p:nvSpPr>
          <p:cNvPr id="33" name="Text Placeholder 22">
            <a:extLst>
              <a:ext uri="{FF2B5EF4-FFF2-40B4-BE49-F238E27FC236}">
                <a16:creationId xmlns:a16="http://schemas.microsoft.com/office/drawing/2014/main" id="{E570D16F-9C25-DF49-BE5A-54CA197FCCEB}"/>
              </a:ext>
            </a:extLst>
          </p:cNvPr>
          <p:cNvSpPr>
            <a:spLocks noGrp="1"/>
          </p:cNvSpPr>
          <p:nvPr>
            <p:ph type="body" sz="quarter" idx="20" hasCustomPrompt="1"/>
          </p:nvPr>
        </p:nvSpPr>
        <p:spPr>
          <a:xfrm>
            <a:off x="828910" y="3080171"/>
            <a:ext cx="1828049" cy="1073307"/>
          </a:xfrm>
        </p:spPr>
        <p:txBody>
          <a:bodyPr/>
          <a:lstStyle>
            <a:lvl1pPr>
              <a:lnSpc>
                <a:spcPct val="130000"/>
              </a:lnSpc>
              <a:defRPr/>
            </a:lvl1pPr>
          </a:lstStyle>
          <a:p>
            <a:pPr lvl="0"/>
            <a:r>
              <a:rPr lang="en-US"/>
              <a:t>Click to add a paragraph of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34" name="Text Placeholder 20">
            <a:extLst>
              <a:ext uri="{FF2B5EF4-FFF2-40B4-BE49-F238E27FC236}">
                <a16:creationId xmlns:a16="http://schemas.microsoft.com/office/drawing/2014/main" id="{CDD9ADC4-5733-8E48-B634-7882FED881CB}"/>
              </a:ext>
            </a:extLst>
          </p:cNvPr>
          <p:cNvSpPr>
            <a:spLocks noGrp="1"/>
          </p:cNvSpPr>
          <p:nvPr>
            <p:ph type="body" sz="quarter" idx="21" hasCustomPrompt="1"/>
          </p:nvPr>
        </p:nvSpPr>
        <p:spPr>
          <a:xfrm>
            <a:off x="3669909" y="2725203"/>
            <a:ext cx="1823891" cy="293414"/>
          </a:xfrm>
        </p:spPr>
        <p:txBody>
          <a:bodyPr anchor="b" anchorCtr="0"/>
          <a:lstStyle>
            <a:lvl1pPr>
              <a:defRPr sz="1637" baseline="0">
                <a:latin typeface="Arial" panose="020B0604020202020204" pitchFamily="34" charset="0"/>
              </a:defRPr>
            </a:lvl1pPr>
          </a:lstStyle>
          <a:p>
            <a:pPr lvl="0"/>
            <a:r>
              <a:rPr lang="en-US"/>
              <a:t>Click to add text</a:t>
            </a:r>
          </a:p>
        </p:txBody>
      </p:sp>
      <p:sp>
        <p:nvSpPr>
          <p:cNvPr id="35" name="Text Placeholder 22">
            <a:extLst>
              <a:ext uri="{FF2B5EF4-FFF2-40B4-BE49-F238E27FC236}">
                <a16:creationId xmlns:a16="http://schemas.microsoft.com/office/drawing/2014/main" id="{141E7363-7214-F34E-93BE-77831C44EC25}"/>
              </a:ext>
            </a:extLst>
          </p:cNvPr>
          <p:cNvSpPr>
            <a:spLocks noGrp="1"/>
          </p:cNvSpPr>
          <p:nvPr>
            <p:ph type="body" sz="quarter" idx="22" hasCustomPrompt="1"/>
          </p:nvPr>
        </p:nvSpPr>
        <p:spPr>
          <a:xfrm>
            <a:off x="3669909" y="3080171"/>
            <a:ext cx="1828049" cy="1073307"/>
          </a:xfrm>
        </p:spPr>
        <p:txBody>
          <a:bodyPr/>
          <a:lstStyle>
            <a:lvl1pPr>
              <a:lnSpc>
                <a:spcPct val="130000"/>
              </a:lnSpc>
              <a:defRPr/>
            </a:lvl1pPr>
          </a:lstStyle>
          <a:p>
            <a:pPr lvl="0"/>
            <a:r>
              <a:rPr lang="en-US"/>
              <a:t>Click to add a paragraph of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36" name="Text Placeholder 20">
            <a:extLst>
              <a:ext uri="{FF2B5EF4-FFF2-40B4-BE49-F238E27FC236}">
                <a16:creationId xmlns:a16="http://schemas.microsoft.com/office/drawing/2014/main" id="{C8A75DF6-C0C0-4444-96B8-6C19769C5C39}"/>
              </a:ext>
            </a:extLst>
          </p:cNvPr>
          <p:cNvSpPr>
            <a:spLocks noGrp="1"/>
          </p:cNvSpPr>
          <p:nvPr>
            <p:ph type="body" sz="quarter" idx="23" hasCustomPrompt="1"/>
          </p:nvPr>
        </p:nvSpPr>
        <p:spPr>
          <a:xfrm>
            <a:off x="6478204" y="2725203"/>
            <a:ext cx="1823891" cy="293414"/>
          </a:xfrm>
        </p:spPr>
        <p:txBody>
          <a:bodyPr anchor="b" anchorCtr="0"/>
          <a:lstStyle>
            <a:lvl1pPr>
              <a:defRPr sz="1637" baseline="0">
                <a:latin typeface="Arial" panose="020B0604020202020204" pitchFamily="34" charset="0"/>
              </a:defRPr>
            </a:lvl1pPr>
          </a:lstStyle>
          <a:p>
            <a:pPr lvl="0"/>
            <a:r>
              <a:rPr lang="en-US"/>
              <a:t>Click to add text</a:t>
            </a:r>
          </a:p>
        </p:txBody>
      </p:sp>
      <p:sp>
        <p:nvSpPr>
          <p:cNvPr id="37" name="Text Placeholder 22">
            <a:extLst>
              <a:ext uri="{FF2B5EF4-FFF2-40B4-BE49-F238E27FC236}">
                <a16:creationId xmlns:a16="http://schemas.microsoft.com/office/drawing/2014/main" id="{4B815493-AB09-9A4C-8D08-0A2E05C77497}"/>
              </a:ext>
            </a:extLst>
          </p:cNvPr>
          <p:cNvSpPr>
            <a:spLocks noGrp="1"/>
          </p:cNvSpPr>
          <p:nvPr>
            <p:ph type="body" sz="quarter" idx="24" hasCustomPrompt="1"/>
          </p:nvPr>
        </p:nvSpPr>
        <p:spPr>
          <a:xfrm>
            <a:off x="6478205" y="3080171"/>
            <a:ext cx="1828049" cy="1073307"/>
          </a:xfrm>
        </p:spPr>
        <p:txBody>
          <a:bodyPr/>
          <a:lstStyle>
            <a:lvl1pPr>
              <a:lnSpc>
                <a:spcPct val="130000"/>
              </a:lnSpc>
              <a:defRPr/>
            </a:lvl1pPr>
          </a:lstStyle>
          <a:p>
            <a:pPr lvl="0"/>
            <a:r>
              <a:rPr lang="en-US"/>
              <a:t>Click to add a paragraph of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45" name="Text Placeholder 7">
            <a:extLst>
              <a:ext uri="{FF2B5EF4-FFF2-40B4-BE49-F238E27FC236}">
                <a16:creationId xmlns:a16="http://schemas.microsoft.com/office/drawing/2014/main" id="{8780AA0A-1390-4C47-921D-C256F413A9AE}"/>
              </a:ext>
            </a:extLst>
          </p:cNvPr>
          <p:cNvSpPr>
            <a:spLocks noGrp="1"/>
          </p:cNvSpPr>
          <p:nvPr>
            <p:ph type="body" sz="quarter" idx="25" hasCustomPrompt="1"/>
          </p:nvPr>
        </p:nvSpPr>
        <p:spPr>
          <a:xfrm>
            <a:off x="1364608" y="4789724"/>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46" name="Text Placeholder 9">
            <a:extLst>
              <a:ext uri="{FF2B5EF4-FFF2-40B4-BE49-F238E27FC236}">
                <a16:creationId xmlns:a16="http://schemas.microsoft.com/office/drawing/2014/main" id="{D715B9EE-9236-9B4E-9A9E-38F87EF88A20}"/>
              </a:ext>
            </a:extLst>
          </p:cNvPr>
          <p:cNvSpPr>
            <a:spLocks noGrp="1"/>
          </p:cNvSpPr>
          <p:nvPr>
            <p:ph type="body" sz="quarter" idx="26" hasCustomPrompt="1"/>
          </p:nvPr>
        </p:nvSpPr>
        <p:spPr>
          <a:xfrm>
            <a:off x="856919" y="4789722"/>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7" name="Footer Placeholder 3">
            <a:extLst>
              <a:ext uri="{FF2B5EF4-FFF2-40B4-BE49-F238E27FC236}">
                <a16:creationId xmlns:a16="http://schemas.microsoft.com/office/drawing/2014/main" id="{6C88B8F9-6C41-4060-8DA2-EF4DE1082505}"/>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8145339"/>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ause Effect Images">
    <p:spTree>
      <p:nvGrpSpPr>
        <p:cNvPr id="1" name=""/>
        <p:cNvGrpSpPr/>
        <p:nvPr/>
      </p:nvGrpSpPr>
      <p:grpSpPr>
        <a:xfrm>
          <a:off x="0" y="0"/>
          <a:ext cx="0" cy="0"/>
          <a:chOff x="0" y="0"/>
          <a:chExt cx="0" cy="0"/>
        </a:xfrm>
      </p:grpSpPr>
      <p:sp>
        <p:nvSpPr>
          <p:cNvPr id="15" name="object 3">
            <a:extLst>
              <a:ext uri="{FF2B5EF4-FFF2-40B4-BE49-F238E27FC236}">
                <a16:creationId xmlns:a16="http://schemas.microsoft.com/office/drawing/2014/main" id="{297A5E42-D75E-0547-9078-FC7A201CC451}"/>
              </a:ext>
            </a:extLst>
          </p:cNvPr>
          <p:cNvSpPr/>
          <p:nvPr/>
        </p:nvSpPr>
        <p:spPr>
          <a:xfrm>
            <a:off x="1269" y="785"/>
            <a:ext cx="4569689" cy="5142634"/>
          </a:xfrm>
          <a:custGeom>
            <a:avLst/>
            <a:gdLst/>
            <a:ahLst/>
            <a:cxnLst/>
            <a:rect l="l" t="t" r="r" b="b"/>
            <a:pathLst>
              <a:path w="10046970" h="11307445">
                <a:moveTo>
                  <a:pt x="10046531" y="0"/>
                </a:moveTo>
                <a:lnTo>
                  <a:pt x="0" y="0"/>
                </a:lnTo>
                <a:lnTo>
                  <a:pt x="0" y="11306828"/>
                </a:lnTo>
                <a:lnTo>
                  <a:pt x="10046531" y="11306828"/>
                </a:lnTo>
                <a:lnTo>
                  <a:pt x="10046531" y="0"/>
                </a:lnTo>
                <a:close/>
              </a:path>
            </a:pathLst>
          </a:custGeom>
          <a:solidFill>
            <a:srgbClr val="FFDC34"/>
          </a:solidFill>
        </p:spPr>
        <p:txBody>
          <a:bodyPr wrap="square" lIns="0" tIns="0" rIns="0" bIns="0" rtlCol="0"/>
          <a:lstStyle/>
          <a:p>
            <a:endParaRPr sz="637"/>
          </a:p>
        </p:txBody>
      </p:sp>
      <p:sp>
        <p:nvSpPr>
          <p:cNvPr id="6" name="Rectangle 5">
            <a:extLst>
              <a:ext uri="{FF2B5EF4-FFF2-40B4-BE49-F238E27FC236}">
                <a16:creationId xmlns:a16="http://schemas.microsoft.com/office/drawing/2014/main" id="{880E5FC2-C53C-DD43-8DBD-27F4C634196E}"/>
              </a:ext>
            </a:extLst>
          </p:cNvPr>
          <p:cNvSpPr/>
          <p:nvPr/>
        </p:nvSpPr>
        <p:spPr>
          <a:xfrm>
            <a:off x="723973" y="600702"/>
            <a:ext cx="3850916" cy="39430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37"/>
          </a:p>
        </p:txBody>
      </p:sp>
      <p:sp>
        <p:nvSpPr>
          <p:cNvPr id="5" name="Picture Placeholder 4">
            <a:extLst>
              <a:ext uri="{FF2B5EF4-FFF2-40B4-BE49-F238E27FC236}">
                <a16:creationId xmlns:a16="http://schemas.microsoft.com/office/drawing/2014/main" id="{BB5AACD0-6514-3B4F-8F97-C8886A2251BA}"/>
              </a:ext>
            </a:extLst>
          </p:cNvPr>
          <p:cNvSpPr>
            <a:spLocks noGrp="1"/>
          </p:cNvSpPr>
          <p:nvPr>
            <p:ph type="pic" sz="quarter" idx="28" hasCustomPrompt="1"/>
          </p:nvPr>
        </p:nvSpPr>
        <p:spPr>
          <a:xfrm>
            <a:off x="723973" y="608401"/>
            <a:ext cx="3848028" cy="851130"/>
          </a:xfrm>
        </p:spPr>
        <p:txBody>
          <a:bodyPr/>
          <a:lstStyle>
            <a:lvl1pPr algn="ctr">
              <a:defRPr sz="1092">
                <a:solidFill>
                  <a:srgbClr val="C00000"/>
                </a:solidFill>
              </a:defRPr>
            </a:lvl1pPr>
          </a:lstStyle>
          <a:p>
            <a:r>
              <a:rPr lang="en-US"/>
              <a:t>Since text is on top of the photo icon, you will need to move this box to your left or right to be able to click on that photo icon and add a photo. There is a gray box placeholder below the text to show where to align your photo</a:t>
            </a:r>
          </a:p>
        </p:txBody>
      </p:sp>
      <p:sp>
        <p:nvSpPr>
          <p:cNvPr id="20" name="Rectangle 19">
            <a:extLst>
              <a:ext uri="{FF2B5EF4-FFF2-40B4-BE49-F238E27FC236}">
                <a16:creationId xmlns:a16="http://schemas.microsoft.com/office/drawing/2014/main" id="{6E7E755D-4DDF-0A47-A3F1-15BB7554B636}"/>
              </a:ext>
            </a:extLst>
          </p:cNvPr>
          <p:cNvSpPr/>
          <p:nvPr/>
        </p:nvSpPr>
        <p:spPr>
          <a:xfrm>
            <a:off x="4582591" y="600702"/>
            <a:ext cx="3827811" cy="39430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37"/>
          </a:p>
        </p:txBody>
      </p:sp>
      <p:sp>
        <p:nvSpPr>
          <p:cNvPr id="19" name="Picture Placeholder 4">
            <a:extLst>
              <a:ext uri="{FF2B5EF4-FFF2-40B4-BE49-F238E27FC236}">
                <a16:creationId xmlns:a16="http://schemas.microsoft.com/office/drawing/2014/main" id="{51A2F8FE-D61B-3144-8B31-7133DF2B9633}"/>
              </a:ext>
            </a:extLst>
          </p:cNvPr>
          <p:cNvSpPr>
            <a:spLocks noGrp="1"/>
          </p:cNvSpPr>
          <p:nvPr>
            <p:ph type="pic" sz="quarter" idx="29" hasCustomPrompt="1"/>
          </p:nvPr>
        </p:nvSpPr>
        <p:spPr>
          <a:xfrm>
            <a:off x="4572001" y="604071"/>
            <a:ext cx="3830699" cy="1069588"/>
          </a:xfrm>
        </p:spPr>
        <p:txBody>
          <a:bodyPr/>
          <a:lstStyle>
            <a:lvl1pPr marL="0" marR="0" indent="0" algn="ctr" defTabSz="415869" eaLnBrk="1" fontAlgn="auto" latinLnBrk="0" hangingPunct="1">
              <a:lnSpc>
                <a:spcPct val="130000"/>
              </a:lnSpc>
              <a:spcBef>
                <a:spcPts val="0"/>
              </a:spcBef>
              <a:spcAft>
                <a:spcPts val="0"/>
              </a:spcAft>
              <a:buClrTx/>
              <a:buSzTx/>
              <a:buFontTx/>
              <a:buNone/>
              <a:tabLst/>
              <a:defRPr sz="1092">
                <a:solidFill>
                  <a:srgbClr val="C00000"/>
                </a:solidFill>
              </a:defRPr>
            </a:lvl1pPr>
          </a:lstStyle>
          <a:p>
            <a:pPr marL="0" marR="0" lvl="0" indent="0" defTabSz="415869" eaLnBrk="1" fontAlgn="auto" latinLnBrk="0" hangingPunct="1">
              <a:lnSpc>
                <a:spcPct val="130000"/>
              </a:lnSpc>
              <a:spcBef>
                <a:spcPts val="0"/>
              </a:spcBef>
              <a:spcAft>
                <a:spcPts val="0"/>
              </a:spcAft>
              <a:buClrTx/>
              <a:buSzTx/>
              <a:buFontTx/>
              <a:buNone/>
              <a:tabLst/>
              <a:defRPr/>
            </a:pPr>
            <a:r>
              <a:rPr lang="en-US"/>
              <a:t>Since text is on top of the photo icon, you will need to move this box to your left or right to be able to click on that photo icon and add a photo. There is a darker gray box placeholder below the text to show where to align your photo</a:t>
            </a:r>
          </a:p>
          <a:p>
            <a:endParaRPr lang="en-US"/>
          </a:p>
        </p:txBody>
      </p:sp>
      <p:sp>
        <p:nvSpPr>
          <p:cNvPr id="21" name="object 9">
            <a:extLst>
              <a:ext uri="{FF2B5EF4-FFF2-40B4-BE49-F238E27FC236}">
                <a16:creationId xmlns:a16="http://schemas.microsoft.com/office/drawing/2014/main" id="{08B682BF-3065-6A4A-8A95-A79053170EA4}"/>
              </a:ext>
            </a:extLst>
          </p:cNvPr>
          <p:cNvSpPr/>
          <p:nvPr/>
        </p:nvSpPr>
        <p:spPr>
          <a:xfrm>
            <a:off x="4266199" y="1888244"/>
            <a:ext cx="611719" cy="1366883"/>
          </a:xfrm>
          <a:custGeom>
            <a:avLst/>
            <a:gdLst/>
            <a:ahLst/>
            <a:cxnLst/>
            <a:rect l="l" t="t" r="r" b="b"/>
            <a:pathLst>
              <a:path w="1344929" h="3005454">
                <a:moveTo>
                  <a:pt x="1338148" y="0"/>
                </a:moveTo>
                <a:lnTo>
                  <a:pt x="0" y="0"/>
                </a:lnTo>
                <a:lnTo>
                  <a:pt x="0" y="1338148"/>
                </a:lnTo>
                <a:lnTo>
                  <a:pt x="1338148" y="1338148"/>
                </a:lnTo>
                <a:lnTo>
                  <a:pt x="1338148" y="0"/>
                </a:lnTo>
                <a:close/>
              </a:path>
              <a:path w="1344929" h="3005454">
                <a:moveTo>
                  <a:pt x="1344663" y="1660232"/>
                </a:moveTo>
                <a:lnTo>
                  <a:pt x="0" y="1660232"/>
                </a:lnTo>
                <a:lnTo>
                  <a:pt x="0" y="3004972"/>
                </a:lnTo>
                <a:lnTo>
                  <a:pt x="1344663" y="3004972"/>
                </a:lnTo>
                <a:lnTo>
                  <a:pt x="1344663" y="1660232"/>
                </a:lnTo>
                <a:close/>
              </a:path>
            </a:pathLst>
          </a:custGeom>
          <a:solidFill>
            <a:srgbClr val="FFFFFF"/>
          </a:solidFill>
        </p:spPr>
        <p:txBody>
          <a:bodyPr wrap="square" lIns="0" tIns="0" rIns="0" bIns="0" rtlCol="0"/>
          <a:lstStyle/>
          <a:p>
            <a:endParaRPr sz="637"/>
          </a:p>
        </p:txBody>
      </p:sp>
      <p:sp>
        <p:nvSpPr>
          <p:cNvPr id="11" name="Text Placeholder 7">
            <a:extLst>
              <a:ext uri="{FF2B5EF4-FFF2-40B4-BE49-F238E27FC236}">
                <a16:creationId xmlns:a16="http://schemas.microsoft.com/office/drawing/2014/main" id="{A1BB8352-F8DF-4D43-BFAD-8AC642235C92}"/>
              </a:ext>
            </a:extLst>
          </p:cNvPr>
          <p:cNvSpPr>
            <a:spLocks noGrp="1"/>
          </p:cNvSpPr>
          <p:nvPr>
            <p:ph type="body" sz="quarter" idx="26" hasCustomPrompt="1"/>
          </p:nvPr>
        </p:nvSpPr>
        <p:spPr>
          <a:xfrm>
            <a:off x="1342503" y="4799107"/>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2" name="Text Placeholder 9">
            <a:extLst>
              <a:ext uri="{FF2B5EF4-FFF2-40B4-BE49-F238E27FC236}">
                <a16:creationId xmlns:a16="http://schemas.microsoft.com/office/drawing/2014/main" id="{F37F3858-EAAD-8D4A-8BA8-AEB782780AE8}"/>
              </a:ext>
            </a:extLst>
          </p:cNvPr>
          <p:cNvSpPr>
            <a:spLocks noGrp="1"/>
          </p:cNvSpPr>
          <p:nvPr>
            <p:ph type="body" sz="quarter" idx="27" hasCustomPrompt="1"/>
          </p:nvPr>
        </p:nvSpPr>
        <p:spPr>
          <a:xfrm>
            <a:off x="834814" y="479910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3" name="Text Placeholder 2">
            <a:extLst>
              <a:ext uri="{FF2B5EF4-FFF2-40B4-BE49-F238E27FC236}">
                <a16:creationId xmlns:a16="http://schemas.microsoft.com/office/drawing/2014/main" id="{9303B157-BF6D-2541-8E02-D31040FDF1F7}"/>
              </a:ext>
            </a:extLst>
          </p:cNvPr>
          <p:cNvSpPr>
            <a:spLocks noGrp="1"/>
          </p:cNvSpPr>
          <p:nvPr>
            <p:ph type="body" sz="quarter" idx="24" hasCustomPrompt="1"/>
          </p:nvPr>
        </p:nvSpPr>
        <p:spPr>
          <a:xfrm>
            <a:off x="1685633" y="2097198"/>
            <a:ext cx="1731971" cy="668709"/>
          </a:xfrm>
        </p:spPr>
        <p:txBody>
          <a:bodyPr anchor="ctr" anchorCtr="0"/>
          <a:lstStyle>
            <a:lvl1pPr>
              <a:defRPr sz="3638" b="0" i="0" baseline="0">
                <a:solidFill>
                  <a:schemeClr val="bg1"/>
                </a:solidFill>
                <a:latin typeface="Arial Black" panose="020B0604020202020204" pitchFamily="34" charset="0"/>
              </a:defRPr>
            </a:lvl1pPr>
          </a:lstStyle>
          <a:p>
            <a:pPr lvl="0"/>
            <a:r>
              <a:rPr lang="en-US"/>
              <a:t>Lorem</a:t>
            </a:r>
          </a:p>
        </p:txBody>
      </p:sp>
      <p:sp>
        <p:nvSpPr>
          <p:cNvPr id="22" name="Text Placeholder 2">
            <a:extLst>
              <a:ext uri="{FF2B5EF4-FFF2-40B4-BE49-F238E27FC236}">
                <a16:creationId xmlns:a16="http://schemas.microsoft.com/office/drawing/2014/main" id="{6FA3E2B8-7A48-3144-A79F-311482EE80CF}"/>
              </a:ext>
            </a:extLst>
          </p:cNvPr>
          <p:cNvSpPr>
            <a:spLocks noGrp="1"/>
          </p:cNvSpPr>
          <p:nvPr>
            <p:ph type="body" sz="quarter" idx="25" hasCustomPrompt="1"/>
          </p:nvPr>
        </p:nvSpPr>
        <p:spPr>
          <a:xfrm>
            <a:off x="5924101" y="2107900"/>
            <a:ext cx="1731971" cy="668709"/>
          </a:xfrm>
        </p:spPr>
        <p:txBody>
          <a:bodyPr anchor="ctr" anchorCtr="0"/>
          <a:lstStyle>
            <a:lvl1pPr>
              <a:defRPr sz="3638" b="0" i="0" baseline="0">
                <a:solidFill>
                  <a:schemeClr val="bg1"/>
                </a:solidFill>
                <a:latin typeface="Arial Black" panose="020B0604020202020204" pitchFamily="34" charset="0"/>
              </a:defRPr>
            </a:lvl1pPr>
          </a:lstStyle>
          <a:p>
            <a:pPr lvl="0"/>
            <a:r>
              <a:rPr lang="en-US"/>
              <a:t>Ipsum</a:t>
            </a:r>
          </a:p>
        </p:txBody>
      </p:sp>
      <p:sp>
        <p:nvSpPr>
          <p:cNvPr id="13" name="Footer Placeholder 3">
            <a:extLst>
              <a:ext uri="{FF2B5EF4-FFF2-40B4-BE49-F238E27FC236}">
                <a16:creationId xmlns:a16="http://schemas.microsoft.com/office/drawing/2014/main" id="{7448C98B-4A6C-46F2-9777-3BF87DD0B7E5}"/>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3696422"/>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ause Effect Text Only">
    <p:spTree>
      <p:nvGrpSpPr>
        <p:cNvPr id="1" name=""/>
        <p:cNvGrpSpPr/>
        <p:nvPr/>
      </p:nvGrpSpPr>
      <p:grpSpPr>
        <a:xfrm>
          <a:off x="0" y="0"/>
          <a:ext cx="0" cy="0"/>
          <a:chOff x="0" y="0"/>
          <a:chExt cx="0" cy="0"/>
        </a:xfrm>
      </p:grpSpPr>
      <p:grpSp>
        <p:nvGrpSpPr>
          <p:cNvPr id="8" name="object 3">
            <a:extLst>
              <a:ext uri="{FF2B5EF4-FFF2-40B4-BE49-F238E27FC236}">
                <a16:creationId xmlns:a16="http://schemas.microsoft.com/office/drawing/2014/main" id="{7C674EC4-3E5A-5F46-98CD-694C4C75E4F6}"/>
              </a:ext>
            </a:extLst>
          </p:cNvPr>
          <p:cNvGrpSpPr/>
          <p:nvPr/>
        </p:nvGrpSpPr>
        <p:grpSpPr>
          <a:xfrm>
            <a:off x="4422234" y="2"/>
            <a:ext cx="4721897" cy="5143211"/>
            <a:chOff x="9722771" y="0"/>
            <a:chExt cx="10381615" cy="11308715"/>
          </a:xfrm>
        </p:grpSpPr>
        <p:sp>
          <p:nvSpPr>
            <p:cNvPr id="9" name="object 4">
              <a:extLst>
                <a:ext uri="{FF2B5EF4-FFF2-40B4-BE49-F238E27FC236}">
                  <a16:creationId xmlns:a16="http://schemas.microsoft.com/office/drawing/2014/main" id="{47117693-8E8A-484D-86B4-96E527FF0ECB}"/>
                </a:ext>
              </a:extLst>
            </p:cNvPr>
            <p:cNvSpPr/>
            <p:nvPr/>
          </p:nvSpPr>
          <p:spPr>
            <a:xfrm>
              <a:off x="10050604" y="0"/>
              <a:ext cx="10053955" cy="11308715"/>
            </a:xfrm>
            <a:custGeom>
              <a:avLst/>
              <a:gdLst/>
              <a:ahLst/>
              <a:cxnLst/>
              <a:rect l="l" t="t" r="r" b="b"/>
              <a:pathLst>
                <a:path w="10053955" h="11308715">
                  <a:moveTo>
                    <a:pt x="10053494" y="0"/>
                  </a:moveTo>
                  <a:lnTo>
                    <a:pt x="0" y="0"/>
                  </a:lnTo>
                  <a:lnTo>
                    <a:pt x="0" y="11308556"/>
                  </a:lnTo>
                  <a:lnTo>
                    <a:pt x="10053494" y="11308556"/>
                  </a:lnTo>
                  <a:lnTo>
                    <a:pt x="10053494" y="0"/>
                  </a:lnTo>
                  <a:close/>
                </a:path>
              </a:pathLst>
            </a:custGeom>
            <a:solidFill>
              <a:srgbClr val="FFDC34"/>
            </a:solidFill>
          </p:spPr>
          <p:txBody>
            <a:bodyPr wrap="square" lIns="0" tIns="0" rIns="0" bIns="0" rtlCol="0"/>
            <a:lstStyle/>
            <a:p>
              <a:endParaRPr sz="637"/>
            </a:p>
          </p:txBody>
        </p:sp>
        <p:sp>
          <p:nvSpPr>
            <p:cNvPr id="10" name="object 5">
              <a:extLst>
                <a:ext uri="{FF2B5EF4-FFF2-40B4-BE49-F238E27FC236}">
                  <a16:creationId xmlns:a16="http://schemas.microsoft.com/office/drawing/2014/main" id="{44C166EF-2302-6249-B3DA-B5D2CEDE2C34}"/>
                </a:ext>
              </a:extLst>
            </p:cNvPr>
            <p:cNvSpPr/>
            <p:nvPr/>
          </p:nvSpPr>
          <p:spPr>
            <a:xfrm>
              <a:off x="9722764" y="2837884"/>
              <a:ext cx="655955" cy="1581785"/>
            </a:xfrm>
            <a:custGeom>
              <a:avLst/>
              <a:gdLst/>
              <a:ahLst/>
              <a:cxnLst/>
              <a:rect l="l" t="t" r="r" b="b"/>
              <a:pathLst>
                <a:path w="655954" h="1581785">
                  <a:moveTo>
                    <a:pt x="655662" y="925753"/>
                  </a:moveTo>
                  <a:lnTo>
                    <a:pt x="0" y="925753"/>
                  </a:lnTo>
                  <a:lnTo>
                    <a:pt x="0" y="1581442"/>
                  </a:lnTo>
                  <a:lnTo>
                    <a:pt x="655662" y="1581442"/>
                  </a:lnTo>
                  <a:lnTo>
                    <a:pt x="655662" y="925753"/>
                  </a:lnTo>
                  <a:close/>
                </a:path>
                <a:path w="655954" h="1581785">
                  <a:moveTo>
                    <a:pt x="655662" y="0"/>
                  </a:moveTo>
                  <a:lnTo>
                    <a:pt x="0" y="0"/>
                  </a:lnTo>
                  <a:lnTo>
                    <a:pt x="0" y="655675"/>
                  </a:lnTo>
                  <a:lnTo>
                    <a:pt x="655662" y="655675"/>
                  </a:lnTo>
                  <a:lnTo>
                    <a:pt x="655662" y="0"/>
                  </a:lnTo>
                  <a:close/>
                </a:path>
              </a:pathLst>
            </a:custGeom>
            <a:solidFill>
              <a:srgbClr val="FF6012"/>
            </a:solidFill>
          </p:spPr>
          <p:txBody>
            <a:bodyPr wrap="square" lIns="0" tIns="0" rIns="0" bIns="0" rtlCol="0"/>
            <a:lstStyle/>
            <a:p>
              <a:endParaRPr sz="637"/>
            </a:p>
          </p:txBody>
        </p:sp>
      </p:grpSp>
      <p:sp>
        <p:nvSpPr>
          <p:cNvPr id="20" name="Text Placeholder 19">
            <a:extLst>
              <a:ext uri="{FF2B5EF4-FFF2-40B4-BE49-F238E27FC236}">
                <a16:creationId xmlns:a16="http://schemas.microsoft.com/office/drawing/2014/main" id="{3930DF97-1C31-7E4E-BC43-041350361C3D}"/>
              </a:ext>
            </a:extLst>
          </p:cNvPr>
          <p:cNvSpPr>
            <a:spLocks noGrp="1"/>
          </p:cNvSpPr>
          <p:nvPr>
            <p:ph type="body" sz="quarter" idx="13" hasCustomPrompt="1"/>
          </p:nvPr>
        </p:nvSpPr>
        <p:spPr>
          <a:xfrm>
            <a:off x="1021727" y="1243717"/>
            <a:ext cx="2893243" cy="3023392"/>
          </a:xfrm>
        </p:spPr>
        <p:txBody>
          <a:bodyPr/>
          <a:lstStyle>
            <a:lvl1pPr>
              <a:lnSpc>
                <a:spcPct val="100000"/>
              </a:lnSpc>
              <a:defRPr sz="2456">
                <a:solidFill>
                  <a:schemeClr val="bg2"/>
                </a:solidFill>
                <a:latin typeface="Arial Black"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Click to add large form copy </a:t>
            </a:r>
            <a:r>
              <a:rPr lang="en-US" err="1"/>
              <a:t>consectetur</a:t>
            </a:r>
            <a:r>
              <a:rPr lang="en-US"/>
              <a:t> </a:t>
            </a:r>
            <a:r>
              <a:rPr lang="en-US" err="1"/>
              <a:t>adipiscing</a:t>
            </a:r>
            <a:r>
              <a:rPr lang="en-US"/>
              <a:t> </a:t>
            </a:r>
            <a:r>
              <a:rPr lang="en-US" err="1"/>
              <a:t>elit</a:t>
            </a:r>
            <a:r>
              <a:rPr lang="en-US"/>
              <a:t>. Sed libero </a:t>
            </a:r>
            <a:r>
              <a:rPr lang="en-US" err="1"/>
              <a:t>enim</a:t>
            </a:r>
            <a:r>
              <a:rPr lang="en-US"/>
              <a:t>, vestibulum at </a:t>
            </a:r>
            <a:r>
              <a:rPr lang="en-US" err="1"/>
              <a:t>elementum</a:t>
            </a:r>
            <a:r>
              <a:rPr lang="en-US"/>
              <a:t> sed, </a:t>
            </a:r>
            <a:r>
              <a:rPr lang="en-US" err="1"/>
              <a:t>iaculis</a:t>
            </a:r>
            <a:r>
              <a:rPr lang="en-US"/>
              <a:t> at </a:t>
            </a:r>
            <a:r>
              <a:rPr lang="en-US" err="1"/>
              <a:t>nunc</a:t>
            </a:r>
            <a:r>
              <a:rPr lang="en-US"/>
              <a:t>.</a:t>
            </a:r>
          </a:p>
        </p:txBody>
      </p:sp>
      <p:sp>
        <p:nvSpPr>
          <p:cNvPr id="21" name="Text Placeholder 19">
            <a:extLst>
              <a:ext uri="{FF2B5EF4-FFF2-40B4-BE49-F238E27FC236}">
                <a16:creationId xmlns:a16="http://schemas.microsoft.com/office/drawing/2014/main" id="{1E01443D-080A-A744-984D-9F8639393DFA}"/>
              </a:ext>
            </a:extLst>
          </p:cNvPr>
          <p:cNvSpPr>
            <a:spLocks noGrp="1"/>
          </p:cNvSpPr>
          <p:nvPr>
            <p:ph type="body" sz="quarter" idx="14" hasCustomPrompt="1"/>
          </p:nvPr>
        </p:nvSpPr>
        <p:spPr>
          <a:xfrm>
            <a:off x="5420195" y="1205414"/>
            <a:ext cx="2893243" cy="2267544"/>
          </a:xfrm>
        </p:spPr>
        <p:txBody>
          <a:bodyPr/>
          <a:lstStyle>
            <a:lvl1pPr>
              <a:lnSpc>
                <a:spcPct val="100000"/>
              </a:lnSpc>
              <a:defRPr sz="2456">
                <a:solidFill>
                  <a:schemeClr val="bg2"/>
                </a:solidFill>
                <a:latin typeface="Arial Black"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Click to add large form copy Sed libero </a:t>
            </a:r>
            <a:r>
              <a:rPr lang="en-US" err="1"/>
              <a:t>enim</a:t>
            </a:r>
            <a:r>
              <a:rPr lang="en-US"/>
              <a:t>, vestibulum at </a:t>
            </a:r>
            <a:r>
              <a:rPr lang="en-US" err="1"/>
              <a:t>elementum</a:t>
            </a:r>
            <a:r>
              <a:rPr lang="en-US"/>
              <a:t> sed, </a:t>
            </a:r>
            <a:r>
              <a:rPr lang="en-US" err="1"/>
              <a:t>iaculis</a:t>
            </a:r>
            <a:r>
              <a:rPr lang="en-US"/>
              <a:t> at </a:t>
            </a:r>
            <a:r>
              <a:rPr lang="en-US" err="1"/>
              <a:t>nunc</a:t>
            </a:r>
            <a:r>
              <a:rPr lang="en-US"/>
              <a:t>. </a:t>
            </a:r>
          </a:p>
        </p:txBody>
      </p:sp>
      <p:sp>
        <p:nvSpPr>
          <p:cNvPr id="16" name="Text Placeholder 7">
            <a:extLst>
              <a:ext uri="{FF2B5EF4-FFF2-40B4-BE49-F238E27FC236}">
                <a16:creationId xmlns:a16="http://schemas.microsoft.com/office/drawing/2014/main" id="{02E735EF-96EF-554A-902C-A413509B21F9}"/>
              </a:ext>
            </a:extLst>
          </p:cNvPr>
          <p:cNvSpPr>
            <a:spLocks noGrp="1"/>
          </p:cNvSpPr>
          <p:nvPr>
            <p:ph type="body" sz="quarter" idx="25" hasCustomPrompt="1"/>
          </p:nvPr>
        </p:nvSpPr>
        <p:spPr>
          <a:xfrm>
            <a:off x="1364608" y="4789724"/>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7" name="Text Placeholder 9">
            <a:extLst>
              <a:ext uri="{FF2B5EF4-FFF2-40B4-BE49-F238E27FC236}">
                <a16:creationId xmlns:a16="http://schemas.microsoft.com/office/drawing/2014/main" id="{FB913D3F-BF83-4D46-A689-F18E3D3EF8BD}"/>
              </a:ext>
            </a:extLst>
          </p:cNvPr>
          <p:cNvSpPr>
            <a:spLocks noGrp="1"/>
          </p:cNvSpPr>
          <p:nvPr>
            <p:ph type="body" sz="quarter" idx="26" hasCustomPrompt="1"/>
          </p:nvPr>
        </p:nvSpPr>
        <p:spPr>
          <a:xfrm>
            <a:off x="856919" y="4789722"/>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1" name="Footer Placeholder 3">
            <a:extLst>
              <a:ext uri="{FF2B5EF4-FFF2-40B4-BE49-F238E27FC236}">
                <a16:creationId xmlns:a16="http://schemas.microsoft.com/office/drawing/2014/main" id="{34C84E9E-77A1-4207-B61C-42332319187A}"/>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3635780"/>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Vertical Picture with Content_nobulle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7864364-4B0B-F84F-8D03-99998FF0C019}"/>
              </a:ext>
            </a:extLst>
          </p:cNvPr>
          <p:cNvSpPr>
            <a:spLocks noGrp="1"/>
          </p:cNvSpPr>
          <p:nvPr>
            <p:ph type="pic" sz="quarter" idx="28" hasCustomPrompt="1"/>
          </p:nvPr>
        </p:nvSpPr>
        <p:spPr>
          <a:xfrm>
            <a:off x="2" y="0"/>
            <a:ext cx="3041983" cy="551946"/>
          </a:xfrm>
          <a:solidFill>
            <a:schemeClr val="bg1">
              <a:lumMod val="85000"/>
            </a:schemeClr>
          </a:solidFill>
        </p:spPr>
        <p:txBody>
          <a:bodyPr/>
          <a:lstStyle>
            <a:lvl1pPr algn="ctr">
              <a:defRPr sz="1455">
                <a:solidFill>
                  <a:srgbClr val="C00000"/>
                </a:solidFill>
              </a:defRPr>
            </a:lvl1pPr>
          </a:lstStyle>
          <a:p>
            <a:r>
              <a:rPr lang="en-US"/>
              <a:t>Click photo icon at the center to add a photo</a:t>
            </a:r>
          </a:p>
        </p:txBody>
      </p:sp>
      <p:sp>
        <p:nvSpPr>
          <p:cNvPr id="19" name="Text Placeholder 22">
            <a:extLst>
              <a:ext uri="{FF2B5EF4-FFF2-40B4-BE49-F238E27FC236}">
                <a16:creationId xmlns:a16="http://schemas.microsoft.com/office/drawing/2014/main" id="{3E66507E-14F0-334A-A769-B76F061DACD8}"/>
              </a:ext>
            </a:extLst>
          </p:cNvPr>
          <p:cNvSpPr>
            <a:spLocks noGrp="1"/>
          </p:cNvSpPr>
          <p:nvPr>
            <p:ph type="body" sz="quarter" idx="17" hasCustomPrompt="1"/>
          </p:nvPr>
        </p:nvSpPr>
        <p:spPr>
          <a:xfrm>
            <a:off x="4104553" y="2834843"/>
            <a:ext cx="2571641" cy="1073307"/>
          </a:xfrm>
        </p:spPr>
        <p:txBody>
          <a:bodyPr/>
          <a:lstStyle>
            <a:lvl1pPr>
              <a:lnSpc>
                <a:spcPct val="130000"/>
              </a:lnSpc>
              <a:defRPr/>
            </a:lvl1pPr>
          </a:lstStyle>
          <a:p>
            <a:pPr lvl="0"/>
            <a:r>
              <a:rPr lang="en-US"/>
              <a:t>Click to add paragraph text.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a:t>
            </a:r>
          </a:p>
        </p:txBody>
      </p:sp>
      <p:sp>
        <p:nvSpPr>
          <p:cNvPr id="10" name="Text Placeholder 7">
            <a:extLst>
              <a:ext uri="{FF2B5EF4-FFF2-40B4-BE49-F238E27FC236}">
                <a16:creationId xmlns:a16="http://schemas.microsoft.com/office/drawing/2014/main" id="{FB0E3704-252B-4867-9C27-D981829F7B48}"/>
              </a:ext>
            </a:extLst>
          </p:cNvPr>
          <p:cNvSpPr>
            <a:spLocks noGrp="1"/>
          </p:cNvSpPr>
          <p:nvPr>
            <p:ph type="body" sz="quarter" idx="25" hasCustomPrompt="1"/>
          </p:nvPr>
        </p:nvSpPr>
        <p:spPr>
          <a:xfrm>
            <a:off x="4604693" y="4740788"/>
            <a:ext cx="1684867" cy="114111"/>
          </a:xfrm>
        </p:spPr>
        <p:txBody>
          <a:bodyPr/>
          <a:lstStyle>
            <a:lvl1pPr>
              <a:defRPr sz="637" b="0" baseline="0">
                <a:latin typeface="Arial" panose="020B0604020202020204" pitchFamily="34" charset="0"/>
              </a:defRPr>
            </a:lvl1pPr>
          </a:lstStyle>
          <a:p>
            <a:pPr lvl="0"/>
            <a:r>
              <a:rPr lang="en-US"/>
              <a:t>Click to add sources</a:t>
            </a:r>
          </a:p>
        </p:txBody>
      </p:sp>
      <p:sp>
        <p:nvSpPr>
          <p:cNvPr id="11" name="Text Placeholder 9">
            <a:extLst>
              <a:ext uri="{FF2B5EF4-FFF2-40B4-BE49-F238E27FC236}">
                <a16:creationId xmlns:a16="http://schemas.microsoft.com/office/drawing/2014/main" id="{AF5E0686-E4D9-4EAD-A6B6-F876C6C0AC21}"/>
              </a:ext>
            </a:extLst>
          </p:cNvPr>
          <p:cNvSpPr>
            <a:spLocks noGrp="1"/>
          </p:cNvSpPr>
          <p:nvPr>
            <p:ph type="body" sz="quarter" idx="26" hasCustomPrompt="1"/>
          </p:nvPr>
        </p:nvSpPr>
        <p:spPr>
          <a:xfrm>
            <a:off x="4097003" y="474078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2" name="object 3">
            <a:extLst>
              <a:ext uri="{FF2B5EF4-FFF2-40B4-BE49-F238E27FC236}">
                <a16:creationId xmlns:a16="http://schemas.microsoft.com/office/drawing/2014/main" id="{3A22A4E5-68C2-ED48-A967-DD58DCFE01D7}"/>
              </a:ext>
            </a:extLst>
          </p:cNvPr>
          <p:cNvSpPr txBox="1">
            <a:spLocks noGrp="1"/>
          </p:cNvSpPr>
          <p:nvPr>
            <p:ph type="title" hasCustomPrompt="1"/>
          </p:nvPr>
        </p:nvSpPr>
        <p:spPr>
          <a:xfrm>
            <a:off x="4077497" y="176874"/>
            <a:ext cx="2607695" cy="1505156"/>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a:t>
            </a:r>
            <a:endParaRPr spc="-116"/>
          </a:p>
        </p:txBody>
      </p:sp>
      <p:sp>
        <p:nvSpPr>
          <p:cNvPr id="14" name="Text Placeholder 20">
            <a:extLst>
              <a:ext uri="{FF2B5EF4-FFF2-40B4-BE49-F238E27FC236}">
                <a16:creationId xmlns:a16="http://schemas.microsoft.com/office/drawing/2014/main" id="{9664E885-8483-1C45-BDD9-095AD4C234D0}"/>
              </a:ext>
            </a:extLst>
          </p:cNvPr>
          <p:cNvSpPr>
            <a:spLocks noGrp="1"/>
          </p:cNvSpPr>
          <p:nvPr>
            <p:ph type="body" sz="quarter" idx="27" hasCustomPrompt="1"/>
          </p:nvPr>
        </p:nvSpPr>
        <p:spPr>
          <a:xfrm>
            <a:off x="4108549" y="1905109"/>
            <a:ext cx="2561239" cy="293427"/>
          </a:xfrm>
        </p:spPr>
        <p:txBody>
          <a:bodyPr/>
          <a:lstStyle>
            <a:lvl1pPr>
              <a:defRPr sz="1637" baseline="0">
                <a:latin typeface="Arial" panose="020B0604020202020204" pitchFamily="34" charset="0"/>
              </a:defRPr>
            </a:lvl1pPr>
          </a:lstStyle>
          <a:p>
            <a:pPr lvl="0"/>
            <a:r>
              <a:rPr lang="en-US"/>
              <a:t>Click to add text</a:t>
            </a:r>
          </a:p>
        </p:txBody>
      </p:sp>
      <p:sp>
        <p:nvSpPr>
          <p:cNvPr id="13" name="Footer Placeholder 3">
            <a:extLst>
              <a:ext uri="{FF2B5EF4-FFF2-40B4-BE49-F238E27FC236}">
                <a16:creationId xmlns:a16="http://schemas.microsoft.com/office/drawing/2014/main" id="{27DE9928-5696-4E89-B3DA-B0300B729B14}"/>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2068337"/>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Vertical Picture with Content_bullets">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7864364-4B0B-F84F-8D03-99998FF0C019}"/>
              </a:ext>
            </a:extLst>
          </p:cNvPr>
          <p:cNvSpPr>
            <a:spLocks noGrp="1"/>
          </p:cNvSpPr>
          <p:nvPr>
            <p:ph type="pic" sz="quarter" idx="28" hasCustomPrompt="1"/>
          </p:nvPr>
        </p:nvSpPr>
        <p:spPr>
          <a:xfrm>
            <a:off x="2" y="2"/>
            <a:ext cx="3041983" cy="843051"/>
          </a:xfrm>
        </p:spPr>
        <p:txBody>
          <a:bodyPr/>
          <a:lstStyle>
            <a:lvl1pPr marL="0" marR="0" indent="0" algn="ctr" defTabSz="415869" eaLnBrk="1" fontAlgn="auto" latinLnBrk="0" hangingPunct="1">
              <a:lnSpc>
                <a:spcPct val="130000"/>
              </a:lnSpc>
              <a:spcBef>
                <a:spcPts val="0"/>
              </a:spcBef>
              <a:spcAft>
                <a:spcPts val="0"/>
              </a:spcAft>
              <a:buClrTx/>
              <a:buSzTx/>
              <a:buFontTx/>
              <a:buNone/>
              <a:tabLst/>
              <a:defRPr sz="1455">
                <a:solidFill>
                  <a:srgbClr val="C00000"/>
                </a:solidFill>
              </a:defRPr>
            </a:lvl1pPr>
          </a:lstStyle>
          <a:p>
            <a:pPr marL="0" marR="0" lvl="0" indent="0" defTabSz="415869" eaLnBrk="1" fontAlgn="auto" latinLnBrk="0" hangingPunct="1">
              <a:lnSpc>
                <a:spcPct val="130000"/>
              </a:lnSpc>
              <a:spcBef>
                <a:spcPts val="0"/>
              </a:spcBef>
              <a:spcAft>
                <a:spcPts val="0"/>
              </a:spcAft>
              <a:buClrTx/>
              <a:buSzTx/>
              <a:buFontTx/>
              <a:buNone/>
              <a:tabLst/>
              <a:defRPr/>
            </a:pPr>
            <a:r>
              <a:rPr lang="en-US"/>
              <a:t>Click photo icon at the center to add a photo</a:t>
            </a:r>
          </a:p>
          <a:p>
            <a:endParaRPr lang="en-US"/>
          </a:p>
        </p:txBody>
      </p:sp>
      <p:sp>
        <p:nvSpPr>
          <p:cNvPr id="10" name="Text Placeholder 7">
            <a:extLst>
              <a:ext uri="{FF2B5EF4-FFF2-40B4-BE49-F238E27FC236}">
                <a16:creationId xmlns:a16="http://schemas.microsoft.com/office/drawing/2014/main" id="{FB0E3704-252B-4867-9C27-D981829F7B48}"/>
              </a:ext>
            </a:extLst>
          </p:cNvPr>
          <p:cNvSpPr>
            <a:spLocks noGrp="1"/>
          </p:cNvSpPr>
          <p:nvPr>
            <p:ph type="body" sz="quarter" idx="25" hasCustomPrompt="1"/>
          </p:nvPr>
        </p:nvSpPr>
        <p:spPr>
          <a:xfrm>
            <a:off x="4604693" y="4740788"/>
            <a:ext cx="2065095" cy="114111"/>
          </a:xfrm>
        </p:spPr>
        <p:txBody>
          <a:bodyPr/>
          <a:lstStyle>
            <a:lvl1pPr>
              <a:defRPr sz="637" b="0" baseline="0">
                <a:latin typeface="Arial" panose="020B0604020202020204" pitchFamily="34" charset="0"/>
              </a:defRPr>
            </a:lvl1pPr>
          </a:lstStyle>
          <a:p>
            <a:pPr lvl="0"/>
            <a:r>
              <a:rPr lang="en-US"/>
              <a:t>Click to add sources</a:t>
            </a:r>
          </a:p>
        </p:txBody>
      </p:sp>
      <p:sp>
        <p:nvSpPr>
          <p:cNvPr id="11" name="Text Placeholder 9">
            <a:extLst>
              <a:ext uri="{FF2B5EF4-FFF2-40B4-BE49-F238E27FC236}">
                <a16:creationId xmlns:a16="http://schemas.microsoft.com/office/drawing/2014/main" id="{AF5E0686-E4D9-4EAD-A6B6-F876C6C0AC21}"/>
              </a:ext>
            </a:extLst>
          </p:cNvPr>
          <p:cNvSpPr>
            <a:spLocks noGrp="1"/>
          </p:cNvSpPr>
          <p:nvPr>
            <p:ph type="body" sz="quarter" idx="26" hasCustomPrompt="1"/>
          </p:nvPr>
        </p:nvSpPr>
        <p:spPr>
          <a:xfrm>
            <a:off x="4097003" y="474078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2" name="object 3">
            <a:extLst>
              <a:ext uri="{FF2B5EF4-FFF2-40B4-BE49-F238E27FC236}">
                <a16:creationId xmlns:a16="http://schemas.microsoft.com/office/drawing/2014/main" id="{3A22A4E5-68C2-ED48-A967-DD58DCFE01D7}"/>
              </a:ext>
            </a:extLst>
          </p:cNvPr>
          <p:cNvSpPr txBox="1">
            <a:spLocks noGrp="1"/>
          </p:cNvSpPr>
          <p:nvPr>
            <p:ph type="title"/>
          </p:nvPr>
        </p:nvSpPr>
        <p:spPr>
          <a:xfrm>
            <a:off x="4077496" y="-569612"/>
            <a:ext cx="4267845" cy="2251642"/>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14" name="Text Placeholder 20">
            <a:extLst>
              <a:ext uri="{FF2B5EF4-FFF2-40B4-BE49-F238E27FC236}">
                <a16:creationId xmlns:a16="http://schemas.microsoft.com/office/drawing/2014/main" id="{9664E885-8483-1C45-BDD9-095AD4C234D0}"/>
              </a:ext>
            </a:extLst>
          </p:cNvPr>
          <p:cNvSpPr>
            <a:spLocks noGrp="1"/>
          </p:cNvSpPr>
          <p:nvPr>
            <p:ph type="body" sz="quarter" idx="27" hasCustomPrompt="1"/>
          </p:nvPr>
        </p:nvSpPr>
        <p:spPr>
          <a:xfrm>
            <a:off x="4108549" y="1905109"/>
            <a:ext cx="4236793" cy="293427"/>
          </a:xfrm>
        </p:spPr>
        <p:txBody>
          <a:bodyPr/>
          <a:lstStyle>
            <a:lvl1pPr>
              <a:defRPr sz="1637" baseline="0">
                <a:latin typeface="Arial" panose="020B0604020202020204" pitchFamily="34" charset="0"/>
              </a:defRPr>
            </a:lvl1pPr>
          </a:lstStyle>
          <a:p>
            <a:pPr lvl="0"/>
            <a:r>
              <a:rPr lang="en-US"/>
              <a:t>Click to add text</a:t>
            </a:r>
          </a:p>
        </p:txBody>
      </p:sp>
      <p:sp>
        <p:nvSpPr>
          <p:cNvPr id="13" name="Text Placeholder 41">
            <a:extLst>
              <a:ext uri="{FF2B5EF4-FFF2-40B4-BE49-F238E27FC236}">
                <a16:creationId xmlns:a16="http://schemas.microsoft.com/office/drawing/2014/main" id="{31EE0B59-E4AD-0E44-BD93-DAC84C38DEC6}"/>
              </a:ext>
            </a:extLst>
          </p:cNvPr>
          <p:cNvSpPr>
            <a:spLocks noGrp="1"/>
          </p:cNvSpPr>
          <p:nvPr>
            <p:ph type="body" sz="quarter" idx="21" hasCustomPrompt="1"/>
          </p:nvPr>
        </p:nvSpPr>
        <p:spPr>
          <a:xfrm>
            <a:off x="4104828" y="2987727"/>
            <a:ext cx="4236793" cy="279954"/>
          </a:xfrm>
        </p:spPr>
        <p:txBody>
          <a:bodyPr anchor="b" anchorCtr="0"/>
          <a:lstStyle>
            <a:lvl1pPr>
              <a:lnSpc>
                <a:spcPct val="100000"/>
              </a:lnSpc>
              <a:defRPr b="1" i="0" baseline="0">
                <a:latin typeface="Arial" panose="020B0604020202020204" pitchFamily="34" charset="0"/>
              </a:defRPr>
            </a:lvl1pPr>
          </a:lstStyle>
          <a:p>
            <a:pPr lvl="0"/>
            <a:r>
              <a:rPr lang="en-US"/>
              <a:t>Click to add main point or headline. This is placeholder text you can overwrite.</a:t>
            </a:r>
          </a:p>
        </p:txBody>
      </p:sp>
      <p:sp>
        <p:nvSpPr>
          <p:cNvPr id="16" name="Text Placeholder 2">
            <a:extLst>
              <a:ext uri="{FF2B5EF4-FFF2-40B4-BE49-F238E27FC236}">
                <a16:creationId xmlns:a16="http://schemas.microsoft.com/office/drawing/2014/main" id="{7F560DC1-ADDC-1841-B2C9-0FC1CA247AEC}"/>
              </a:ext>
            </a:extLst>
          </p:cNvPr>
          <p:cNvSpPr>
            <a:spLocks noGrp="1"/>
          </p:cNvSpPr>
          <p:nvPr>
            <p:ph type="body" sz="quarter" idx="29"/>
          </p:nvPr>
        </p:nvSpPr>
        <p:spPr>
          <a:xfrm>
            <a:off x="4106038" y="3476652"/>
            <a:ext cx="4239303" cy="713016"/>
          </a:xfrm>
        </p:spPr>
        <p:txBody>
          <a:bodyPr/>
          <a:lstStyle>
            <a:lvl1pPr marL="155951" indent="-155951">
              <a:lnSpc>
                <a:spcPct val="130000"/>
              </a:lnSpc>
              <a:spcBef>
                <a:spcPts val="960"/>
              </a:spcBef>
              <a:buClr>
                <a:schemeClr val="accent5"/>
              </a:buClr>
              <a:buSzPct val="135000"/>
              <a:buFont typeface="Arial" panose="020B0604020202020204" pitchFamily="34" charset="0"/>
              <a:buChar char="•"/>
              <a:defRPr sz="728">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728">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728">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728">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728">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A4620F89-44C2-4423-B2BE-C02DD6A73831}"/>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350728"/>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Horiz Picture with Content_nobullets">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C6B80640-F04A-8A44-AC3B-2A464711AA0E}"/>
              </a:ext>
            </a:extLst>
          </p:cNvPr>
          <p:cNvSpPr/>
          <p:nvPr/>
        </p:nvSpPr>
        <p:spPr>
          <a:xfrm>
            <a:off x="3138501" y="124"/>
            <a:ext cx="6005696" cy="5142922"/>
          </a:xfrm>
          <a:custGeom>
            <a:avLst/>
            <a:gdLst/>
            <a:ahLst/>
            <a:cxnLst/>
            <a:rect l="l" t="t" r="r" b="b"/>
            <a:pathLst>
              <a:path w="13204190" h="11308080">
                <a:moveTo>
                  <a:pt x="13203744" y="0"/>
                </a:moveTo>
                <a:lnTo>
                  <a:pt x="0" y="0"/>
                </a:lnTo>
                <a:lnTo>
                  <a:pt x="0" y="11308032"/>
                </a:lnTo>
                <a:lnTo>
                  <a:pt x="13203744" y="11308032"/>
                </a:lnTo>
                <a:lnTo>
                  <a:pt x="13203744" y="0"/>
                </a:lnTo>
                <a:close/>
              </a:path>
            </a:pathLst>
          </a:custGeom>
          <a:solidFill>
            <a:srgbClr val="F1F1F1"/>
          </a:solidFill>
        </p:spPr>
        <p:txBody>
          <a:bodyPr wrap="square" lIns="0" tIns="0" rIns="0" bIns="0" rtlCol="0"/>
          <a:lstStyle/>
          <a:p>
            <a:endParaRPr sz="637"/>
          </a:p>
        </p:txBody>
      </p:sp>
      <p:sp>
        <p:nvSpPr>
          <p:cNvPr id="6" name="Picture Placeholder 5">
            <a:extLst>
              <a:ext uri="{FF2B5EF4-FFF2-40B4-BE49-F238E27FC236}">
                <a16:creationId xmlns:a16="http://schemas.microsoft.com/office/drawing/2014/main" id="{18B8B08A-09FF-004F-9D1A-B368AE1A320D}"/>
              </a:ext>
            </a:extLst>
          </p:cNvPr>
          <p:cNvSpPr>
            <a:spLocks noGrp="1"/>
          </p:cNvSpPr>
          <p:nvPr>
            <p:ph type="pic" sz="quarter" idx="28" hasCustomPrompt="1"/>
          </p:nvPr>
        </p:nvSpPr>
        <p:spPr>
          <a:xfrm>
            <a:off x="2" y="1340025"/>
            <a:ext cx="4066567" cy="260841"/>
          </a:xfrm>
          <a:solidFill>
            <a:schemeClr val="bg1">
              <a:lumMod val="85000"/>
            </a:schemeClr>
          </a:solidFill>
        </p:spPr>
        <p:txBody>
          <a:bodyPr/>
          <a:lstStyle>
            <a:lvl1pPr algn="ctr">
              <a:defRPr sz="1455">
                <a:solidFill>
                  <a:srgbClr val="C00000"/>
                </a:solidFill>
              </a:defRPr>
            </a:lvl1pPr>
          </a:lstStyle>
          <a:p>
            <a:r>
              <a:rPr lang="en-US"/>
              <a:t>Click photo icon in center to add picture</a:t>
            </a:r>
          </a:p>
        </p:txBody>
      </p:sp>
      <p:sp>
        <p:nvSpPr>
          <p:cNvPr id="12" name="Text Placeholder 7">
            <a:extLst>
              <a:ext uri="{FF2B5EF4-FFF2-40B4-BE49-F238E27FC236}">
                <a16:creationId xmlns:a16="http://schemas.microsoft.com/office/drawing/2014/main" id="{411D6C03-9235-4718-8DA7-525C7111A0D6}"/>
              </a:ext>
            </a:extLst>
          </p:cNvPr>
          <p:cNvSpPr>
            <a:spLocks noGrp="1"/>
          </p:cNvSpPr>
          <p:nvPr>
            <p:ph type="body" sz="quarter" idx="25" hasCustomPrompt="1"/>
          </p:nvPr>
        </p:nvSpPr>
        <p:spPr>
          <a:xfrm>
            <a:off x="678947" y="4816157"/>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3" name="Text Placeholder 9">
            <a:extLst>
              <a:ext uri="{FF2B5EF4-FFF2-40B4-BE49-F238E27FC236}">
                <a16:creationId xmlns:a16="http://schemas.microsoft.com/office/drawing/2014/main" id="{04E783BA-4AEA-4CD1-9525-2AEDF8985C17}"/>
              </a:ext>
            </a:extLst>
          </p:cNvPr>
          <p:cNvSpPr>
            <a:spLocks noGrp="1"/>
          </p:cNvSpPr>
          <p:nvPr>
            <p:ph type="body" sz="quarter" idx="27" hasCustomPrompt="1"/>
          </p:nvPr>
        </p:nvSpPr>
        <p:spPr>
          <a:xfrm>
            <a:off x="171258" y="481615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20" name="object 7">
            <a:extLst>
              <a:ext uri="{FF2B5EF4-FFF2-40B4-BE49-F238E27FC236}">
                <a16:creationId xmlns:a16="http://schemas.microsoft.com/office/drawing/2014/main" id="{96EFB3BE-E3A7-8246-9F04-222B7BF166F9}"/>
              </a:ext>
            </a:extLst>
          </p:cNvPr>
          <p:cNvSpPr/>
          <p:nvPr/>
        </p:nvSpPr>
        <p:spPr>
          <a:xfrm>
            <a:off x="5315420" y="2538090"/>
            <a:ext cx="584859" cy="0"/>
          </a:xfrm>
          <a:custGeom>
            <a:avLst/>
            <a:gdLst/>
            <a:ahLst/>
            <a:cxnLst/>
            <a:rect l="l" t="t" r="r" b="b"/>
            <a:pathLst>
              <a:path w="1285875">
                <a:moveTo>
                  <a:pt x="1285395" y="0"/>
                </a:moveTo>
                <a:lnTo>
                  <a:pt x="0" y="0"/>
                </a:lnTo>
              </a:path>
            </a:pathLst>
          </a:custGeom>
          <a:ln w="62825">
            <a:solidFill>
              <a:srgbClr val="FF6012"/>
            </a:solidFill>
          </a:ln>
        </p:spPr>
        <p:txBody>
          <a:bodyPr wrap="square" lIns="0" tIns="0" rIns="0" bIns="0" rtlCol="0"/>
          <a:lstStyle/>
          <a:p>
            <a:endParaRPr sz="637"/>
          </a:p>
        </p:txBody>
      </p:sp>
      <p:sp>
        <p:nvSpPr>
          <p:cNvPr id="22" name="Text Placeholder 22">
            <a:extLst>
              <a:ext uri="{FF2B5EF4-FFF2-40B4-BE49-F238E27FC236}">
                <a16:creationId xmlns:a16="http://schemas.microsoft.com/office/drawing/2014/main" id="{C8267EE6-CC9D-8D49-A303-32F7DABF0B00}"/>
              </a:ext>
            </a:extLst>
          </p:cNvPr>
          <p:cNvSpPr>
            <a:spLocks noGrp="1"/>
          </p:cNvSpPr>
          <p:nvPr>
            <p:ph type="body" sz="quarter" idx="29" hasCustomPrompt="1"/>
          </p:nvPr>
        </p:nvSpPr>
        <p:spPr>
          <a:xfrm>
            <a:off x="5306040" y="2842543"/>
            <a:ext cx="2571641" cy="1073307"/>
          </a:xfrm>
        </p:spPr>
        <p:txBody>
          <a:bodyPr/>
          <a:lstStyle>
            <a:lvl1pPr>
              <a:lnSpc>
                <a:spcPct val="130000"/>
              </a:lnSpc>
              <a:defRPr/>
            </a:lvl1pPr>
          </a:lstStyle>
          <a:p>
            <a:pPr lvl="0"/>
            <a:r>
              <a:rPr lang="en-US"/>
              <a:t>Click to add paragraph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a:t>
            </a:r>
          </a:p>
        </p:txBody>
      </p:sp>
      <p:sp>
        <p:nvSpPr>
          <p:cNvPr id="23" name="object 3">
            <a:extLst>
              <a:ext uri="{FF2B5EF4-FFF2-40B4-BE49-F238E27FC236}">
                <a16:creationId xmlns:a16="http://schemas.microsoft.com/office/drawing/2014/main" id="{AC8AAD21-81E3-5D4E-A9E2-583D318F8576}"/>
              </a:ext>
            </a:extLst>
          </p:cNvPr>
          <p:cNvSpPr txBox="1">
            <a:spLocks noGrp="1"/>
          </p:cNvSpPr>
          <p:nvPr>
            <p:ph type="title"/>
          </p:nvPr>
        </p:nvSpPr>
        <p:spPr>
          <a:xfrm>
            <a:off x="5278982" y="-2054884"/>
            <a:ext cx="2607695" cy="3744615"/>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24" name="Text Placeholder 20">
            <a:extLst>
              <a:ext uri="{FF2B5EF4-FFF2-40B4-BE49-F238E27FC236}">
                <a16:creationId xmlns:a16="http://schemas.microsoft.com/office/drawing/2014/main" id="{2D5A24CB-5483-AF42-9AFD-02316CAFC413}"/>
              </a:ext>
            </a:extLst>
          </p:cNvPr>
          <p:cNvSpPr>
            <a:spLocks noGrp="1"/>
          </p:cNvSpPr>
          <p:nvPr>
            <p:ph type="body" sz="quarter" idx="30" hasCustomPrompt="1"/>
          </p:nvPr>
        </p:nvSpPr>
        <p:spPr>
          <a:xfrm>
            <a:off x="5310034" y="1912810"/>
            <a:ext cx="2561239" cy="293427"/>
          </a:xfrm>
        </p:spPr>
        <p:txBody>
          <a:bodyPr/>
          <a:lstStyle>
            <a:lvl1pPr>
              <a:defRPr sz="1637" baseline="0">
                <a:latin typeface="Arial" panose="020B0604020202020204" pitchFamily="34" charset="0"/>
              </a:defRPr>
            </a:lvl1pPr>
          </a:lstStyle>
          <a:p>
            <a:pPr lvl="0"/>
            <a:r>
              <a:rPr lang="en-US"/>
              <a:t>Click to add text</a:t>
            </a:r>
          </a:p>
        </p:txBody>
      </p:sp>
      <p:sp>
        <p:nvSpPr>
          <p:cNvPr id="11" name="Footer Placeholder 3">
            <a:extLst>
              <a:ext uri="{FF2B5EF4-FFF2-40B4-BE49-F238E27FC236}">
                <a16:creationId xmlns:a16="http://schemas.microsoft.com/office/drawing/2014/main" id="{7CFD8AB3-6790-449A-A2A8-68E5E33C5FCB}"/>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2565371"/>
      </p:ext>
    </p:extLst>
  </p:cSld>
  <p:clrMapOvr>
    <a:masterClrMapping/>
  </p:clrMapOvr>
  <p:hf sldNum="0" hdr="0" ftr="0" dt="0"/>
  <p:extLst>
    <p:ext uri="{DCECCB84-F9BA-43D5-87BE-67443E8EF086}">
      <p15:sldGuideLst xmlns:p15="http://schemas.microsoft.com/office/powerpoint/2012/main">
        <p15:guide id="1" orient="horz" pos="5266" userDrawn="1">
          <p15:clr>
            <a:srgbClr val="FBAE40"/>
          </p15:clr>
        </p15:guide>
        <p15:guide id="2" pos="6332"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366C135-668B-7D41-97B9-18E0750D400C}"/>
              </a:ext>
            </a:extLst>
          </p:cNvPr>
          <p:cNvSpPr/>
          <p:nvPr/>
        </p:nvSpPr>
        <p:spPr>
          <a:xfrm>
            <a:off x="8703741" y="0"/>
            <a:ext cx="440260" cy="5143500"/>
          </a:xfrm>
          <a:custGeom>
            <a:avLst/>
            <a:gdLst/>
            <a:ahLst/>
            <a:cxnLst/>
            <a:rect l="l" t="t" r="r" b="b"/>
            <a:pathLst>
              <a:path w="1368425" h="11291570">
                <a:moveTo>
                  <a:pt x="1368073" y="0"/>
                </a:moveTo>
                <a:lnTo>
                  <a:pt x="0" y="0"/>
                </a:lnTo>
                <a:lnTo>
                  <a:pt x="0" y="11291467"/>
                </a:lnTo>
                <a:lnTo>
                  <a:pt x="1368073" y="11291467"/>
                </a:lnTo>
                <a:lnTo>
                  <a:pt x="1368073" y="0"/>
                </a:lnTo>
                <a:close/>
              </a:path>
            </a:pathLst>
          </a:custGeom>
          <a:solidFill>
            <a:srgbClr val="FFDC34"/>
          </a:solidFill>
        </p:spPr>
        <p:txBody>
          <a:bodyPr wrap="square" lIns="0" tIns="0" rIns="0" bIns="0" rtlCol="0"/>
          <a:lstStyle/>
          <a:p>
            <a:endParaRPr sz="637"/>
          </a:p>
        </p:txBody>
      </p:sp>
      <p:sp>
        <p:nvSpPr>
          <p:cNvPr id="5" name="object 4">
            <a:extLst>
              <a:ext uri="{FF2B5EF4-FFF2-40B4-BE49-F238E27FC236}">
                <a16:creationId xmlns:a16="http://schemas.microsoft.com/office/drawing/2014/main" id="{DE3D9466-E143-7F49-85C6-80F7F817A728}"/>
              </a:ext>
            </a:extLst>
          </p:cNvPr>
          <p:cNvSpPr/>
          <p:nvPr/>
        </p:nvSpPr>
        <p:spPr>
          <a:xfrm>
            <a:off x="1" y="1261636"/>
            <a:ext cx="1166828" cy="1166746"/>
          </a:xfrm>
          <a:custGeom>
            <a:avLst/>
            <a:gdLst/>
            <a:ahLst/>
            <a:cxnLst/>
            <a:rect l="l" t="t" r="r" b="b"/>
            <a:pathLst>
              <a:path w="2565400" h="2565400">
                <a:moveTo>
                  <a:pt x="2565220" y="0"/>
                </a:moveTo>
                <a:lnTo>
                  <a:pt x="0" y="0"/>
                </a:lnTo>
                <a:lnTo>
                  <a:pt x="0" y="2565199"/>
                </a:lnTo>
                <a:lnTo>
                  <a:pt x="2565220" y="2565199"/>
                </a:lnTo>
                <a:lnTo>
                  <a:pt x="2565220" y="0"/>
                </a:lnTo>
                <a:close/>
              </a:path>
            </a:pathLst>
          </a:custGeom>
          <a:solidFill>
            <a:srgbClr val="FF6012"/>
          </a:solidFill>
        </p:spPr>
        <p:txBody>
          <a:bodyPr wrap="square" lIns="0" tIns="0" rIns="0" bIns="0" rtlCol="0"/>
          <a:lstStyle/>
          <a:p>
            <a:endParaRPr sz="637"/>
          </a:p>
        </p:txBody>
      </p:sp>
      <p:sp>
        <p:nvSpPr>
          <p:cNvPr id="6" name="object 5">
            <a:extLst>
              <a:ext uri="{FF2B5EF4-FFF2-40B4-BE49-F238E27FC236}">
                <a16:creationId xmlns:a16="http://schemas.microsoft.com/office/drawing/2014/main" id="{D8375E29-05DD-EB48-91A8-178AD04B66DD}"/>
              </a:ext>
            </a:extLst>
          </p:cNvPr>
          <p:cNvSpPr/>
          <p:nvPr/>
        </p:nvSpPr>
        <p:spPr>
          <a:xfrm>
            <a:off x="1" y="2709096"/>
            <a:ext cx="1172604" cy="1172522"/>
          </a:xfrm>
          <a:custGeom>
            <a:avLst/>
            <a:gdLst/>
            <a:ahLst/>
            <a:cxnLst/>
            <a:rect l="l" t="t" r="r" b="b"/>
            <a:pathLst>
              <a:path w="2578100" h="2578100">
                <a:moveTo>
                  <a:pt x="2577743" y="0"/>
                </a:moveTo>
                <a:lnTo>
                  <a:pt x="0" y="0"/>
                </a:lnTo>
                <a:lnTo>
                  <a:pt x="0" y="2577858"/>
                </a:lnTo>
                <a:lnTo>
                  <a:pt x="2577743" y="2577858"/>
                </a:lnTo>
                <a:lnTo>
                  <a:pt x="2577743" y="0"/>
                </a:lnTo>
                <a:close/>
              </a:path>
            </a:pathLst>
          </a:custGeom>
          <a:solidFill>
            <a:srgbClr val="FF6012"/>
          </a:solidFill>
        </p:spPr>
        <p:txBody>
          <a:bodyPr wrap="square" lIns="0" tIns="0" rIns="0" bIns="0" rtlCol="0"/>
          <a:lstStyle/>
          <a:p>
            <a:endParaRPr sz="637"/>
          </a:p>
        </p:txBody>
      </p:sp>
      <p:sp>
        <p:nvSpPr>
          <p:cNvPr id="10" name="Text Placeholder 19">
            <a:extLst>
              <a:ext uri="{FF2B5EF4-FFF2-40B4-BE49-F238E27FC236}">
                <a16:creationId xmlns:a16="http://schemas.microsoft.com/office/drawing/2014/main" id="{F3C79C6F-E9AB-C44B-A424-1D5DE55ED530}"/>
              </a:ext>
            </a:extLst>
          </p:cNvPr>
          <p:cNvSpPr>
            <a:spLocks noGrp="1"/>
          </p:cNvSpPr>
          <p:nvPr>
            <p:ph type="body" sz="quarter" idx="13" hasCustomPrompt="1"/>
          </p:nvPr>
        </p:nvSpPr>
        <p:spPr>
          <a:xfrm>
            <a:off x="2041949" y="1626940"/>
            <a:ext cx="5497915" cy="1889620"/>
          </a:xfrm>
        </p:spPr>
        <p:txBody>
          <a:bodyPr anchor="ctr" anchorCtr="0"/>
          <a:lstStyle>
            <a:lvl1pPr>
              <a:lnSpc>
                <a:spcPct val="100000"/>
              </a:lnSpc>
              <a:defRPr sz="2456">
                <a:solidFill>
                  <a:schemeClr val="bg2"/>
                </a:solidFill>
                <a:latin typeface="Arial Black"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“Click to add quote dolor sit </a:t>
            </a:r>
            <a:r>
              <a:rPr lang="en-US" err="1"/>
              <a:t>amet</a:t>
            </a:r>
            <a:r>
              <a:rPr lang="en-US"/>
              <a:t>, </a:t>
            </a:r>
            <a:r>
              <a:rPr lang="en-US" err="1"/>
              <a:t>consectetur</a:t>
            </a:r>
            <a:r>
              <a:rPr lang="en-US"/>
              <a:t> </a:t>
            </a:r>
            <a:r>
              <a:rPr lang="en-US" err="1"/>
              <a:t>adipiscing</a:t>
            </a:r>
            <a:r>
              <a:rPr lang="en-US"/>
              <a:t> </a:t>
            </a:r>
            <a:r>
              <a:rPr lang="en-US" err="1"/>
              <a:t>elit</a:t>
            </a:r>
            <a:r>
              <a:rPr lang="en-US"/>
              <a:t>. Sed libero </a:t>
            </a:r>
            <a:r>
              <a:rPr lang="en-US" err="1"/>
              <a:t>enim</a:t>
            </a:r>
            <a:r>
              <a:rPr lang="en-US"/>
              <a:t>, vestibulum at </a:t>
            </a:r>
            <a:r>
              <a:rPr lang="en-US" err="1"/>
              <a:t>elementum</a:t>
            </a:r>
            <a:r>
              <a:rPr lang="en-US"/>
              <a:t> sed, </a:t>
            </a:r>
            <a:r>
              <a:rPr lang="en-US" err="1"/>
              <a:t>iaculis</a:t>
            </a:r>
            <a:r>
              <a:rPr lang="en-US"/>
              <a:t> at </a:t>
            </a:r>
            <a:r>
              <a:rPr lang="en-US" err="1"/>
              <a:t>consectetur</a:t>
            </a:r>
            <a:r>
              <a:rPr lang="en-US"/>
              <a:t> </a:t>
            </a:r>
            <a:r>
              <a:rPr lang="en-US" err="1"/>
              <a:t>adispiscing</a:t>
            </a:r>
            <a:r>
              <a:rPr lang="en-US"/>
              <a:t> </a:t>
            </a:r>
            <a:r>
              <a:rPr lang="en-US" err="1"/>
              <a:t>elit</a:t>
            </a:r>
            <a:r>
              <a:rPr lang="en-US"/>
              <a:t>.” </a:t>
            </a:r>
          </a:p>
        </p:txBody>
      </p:sp>
      <p:sp>
        <p:nvSpPr>
          <p:cNvPr id="7" name="Text Placeholder 19">
            <a:extLst>
              <a:ext uri="{FF2B5EF4-FFF2-40B4-BE49-F238E27FC236}">
                <a16:creationId xmlns:a16="http://schemas.microsoft.com/office/drawing/2014/main" id="{B4D530C1-31E4-4040-826D-FF1CE981D703}"/>
              </a:ext>
            </a:extLst>
          </p:cNvPr>
          <p:cNvSpPr>
            <a:spLocks noGrp="1"/>
          </p:cNvSpPr>
          <p:nvPr>
            <p:ph type="body" sz="quarter" idx="14" hasCustomPrompt="1"/>
          </p:nvPr>
        </p:nvSpPr>
        <p:spPr>
          <a:xfrm>
            <a:off x="5825835" y="3541989"/>
            <a:ext cx="1714028" cy="223907"/>
          </a:xfrm>
        </p:spPr>
        <p:txBody>
          <a:bodyPr anchor="ctr" anchorCtr="0"/>
          <a:lstStyle>
            <a:lvl1pPr>
              <a:lnSpc>
                <a:spcPct val="100000"/>
              </a:lnSpc>
              <a:defRPr sz="1455" i="1">
                <a:solidFill>
                  <a:schemeClr val="bg2"/>
                </a:solidFill>
                <a:latin typeface="Arial" panose="020B0604020202020204" pitchFamily="34" charset="0"/>
                <a:cs typeface="Arial"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 Click to add author</a:t>
            </a:r>
          </a:p>
        </p:txBody>
      </p:sp>
      <p:sp>
        <p:nvSpPr>
          <p:cNvPr id="8" name="Footer Placeholder 3">
            <a:extLst>
              <a:ext uri="{FF2B5EF4-FFF2-40B4-BE49-F238E27FC236}">
                <a16:creationId xmlns:a16="http://schemas.microsoft.com/office/drawing/2014/main" id="{0CDED61D-5E5F-42FC-ACDF-C56220A8464A}"/>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063700"/>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Left_LeftBar_RightColon">
    <p:spTree>
      <p:nvGrpSpPr>
        <p:cNvPr id="1" name=""/>
        <p:cNvGrpSpPr/>
        <p:nvPr/>
      </p:nvGrpSpPr>
      <p:grpSpPr>
        <a:xfrm>
          <a:off x="0" y="0"/>
          <a:ext cx="0" cy="0"/>
          <a:chOff x="0" y="0"/>
          <a:chExt cx="0" cy="0"/>
        </a:xfrm>
      </p:grpSpPr>
      <p:grpSp>
        <p:nvGrpSpPr>
          <p:cNvPr id="25" name="object 2">
            <a:extLst>
              <a:ext uri="{FF2B5EF4-FFF2-40B4-BE49-F238E27FC236}">
                <a16:creationId xmlns:a16="http://schemas.microsoft.com/office/drawing/2014/main" id="{185CE14D-2362-7146-A35E-FC5FF5BBAFE6}"/>
              </a:ext>
            </a:extLst>
          </p:cNvPr>
          <p:cNvGrpSpPr/>
          <p:nvPr/>
        </p:nvGrpSpPr>
        <p:grpSpPr>
          <a:xfrm>
            <a:off x="1" y="2"/>
            <a:ext cx="624715" cy="5143211"/>
            <a:chOff x="0" y="0"/>
            <a:chExt cx="1373505" cy="11308715"/>
          </a:xfrm>
        </p:grpSpPr>
        <p:sp>
          <p:nvSpPr>
            <p:cNvPr id="26" name="object 3">
              <a:extLst>
                <a:ext uri="{FF2B5EF4-FFF2-40B4-BE49-F238E27FC236}">
                  <a16:creationId xmlns:a16="http://schemas.microsoft.com/office/drawing/2014/main" id="{06E8DA04-1F37-8F44-A1A7-552E4916432A}"/>
                </a:ext>
              </a:extLst>
            </p:cNvPr>
            <p:cNvSpPr/>
            <p:nvPr/>
          </p:nvSpPr>
          <p:spPr>
            <a:xfrm>
              <a:off x="0" y="1856707"/>
              <a:ext cx="1373505" cy="9451975"/>
            </a:xfrm>
            <a:custGeom>
              <a:avLst/>
              <a:gdLst/>
              <a:ahLst/>
              <a:cxnLst/>
              <a:rect l="l" t="t" r="r" b="b"/>
              <a:pathLst>
                <a:path w="1373505" h="9451975">
                  <a:moveTo>
                    <a:pt x="0" y="9451848"/>
                  </a:moveTo>
                  <a:lnTo>
                    <a:pt x="1372963" y="9451848"/>
                  </a:lnTo>
                  <a:lnTo>
                    <a:pt x="1372963" y="0"/>
                  </a:lnTo>
                  <a:lnTo>
                    <a:pt x="0" y="0"/>
                  </a:lnTo>
                  <a:lnTo>
                    <a:pt x="0" y="9451848"/>
                  </a:lnTo>
                  <a:close/>
                </a:path>
              </a:pathLst>
            </a:custGeom>
            <a:solidFill>
              <a:srgbClr val="F1F1F1"/>
            </a:solidFill>
          </p:spPr>
          <p:txBody>
            <a:bodyPr wrap="square" lIns="0" tIns="0" rIns="0" bIns="0" rtlCol="0"/>
            <a:lstStyle/>
            <a:p>
              <a:endParaRPr sz="637"/>
            </a:p>
          </p:txBody>
        </p:sp>
        <p:sp>
          <p:nvSpPr>
            <p:cNvPr id="27" name="object 4">
              <a:extLst>
                <a:ext uri="{FF2B5EF4-FFF2-40B4-BE49-F238E27FC236}">
                  <a16:creationId xmlns:a16="http://schemas.microsoft.com/office/drawing/2014/main" id="{3FF3C6F6-C62C-3E4F-B18D-9AF50BE4D45A}"/>
                </a:ext>
              </a:extLst>
            </p:cNvPr>
            <p:cNvSpPr/>
            <p:nvPr/>
          </p:nvSpPr>
          <p:spPr>
            <a:xfrm>
              <a:off x="0" y="0"/>
              <a:ext cx="1373505" cy="1856739"/>
            </a:xfrm>
            <a:custGeom>
              <a:avLst/>
              <a:gdLst/>
              <a:ahLst/>
              <a:cxnLst/>
              <a:rect l="l" t="t" r="r" b="b"/>
              <a:pathLst>
                <a:path w="1373505" h="1856739">
                  <a:moveTo>
                    <a:pt x="1372963" y="0"/>
                  </a:moveTo>
                  <a:lnTo>
                    <a:pt x="0" y="0"/>
                  </a:lnTo>
                  <a:lnTo>
                    <a:pt x="0" y="1856707"/>
                  </a:lnTo>
                  <a:lnTo>
                    <a:pt x="1372963" y="1856707"/>
                  </a:lnTo>
                  <a:lnTo>
                    <a:pt x="1372963" y="0"/>
                  </a:lnTo>
                  <a:close/>
                </a:path>
              </a:pathLst>
            </a:custGeom>
            <a:solidFill>
              <a:srgbClr val="FFDC34"/>
            </a:solidFill>
          </p:spPr>
          <p:txBody>
            <a:bodyPr wrap="square" lIns="0" tIns="0" rIns="0" bIns="0" rtlCol="0"/>
            <a:lstStyle/>
            <a:p>
              <a:endParaRPr sz="637"/>
            </a:p>
          </p:txBody>
        </p:sp>
      </p:grpSp>
      <p:sp>
        <p:nvSpPr>
          <p:cNvPr id="28" name="object 5">
            <a:extLst>
              <a:ext uri="{FF2B5EF4-FFF2-40B4-BE49-F238E27FC236}">
                <a16:creationId xmlns:a16="http://schemas.microsoft.com/office/drawing/2014/main" id="{E72DC708-122F-A84B-99C4-C34567174695}"/>
              </a:ext>
            </a:extLst>
          </p:cNvPr>
          <p:cNvSpPr/>
          <p:nvPr/>
        </p:nvSpPr>
        <p:spPr>
          <a:xfrm>
            <a:off x="8905775" y="3111320"/>
            <a:ext cx="237120" cy="1484713"/>
          </a:xfrm>
          <a:custGeom>
            <a:avLst/>
            <a:gdLst/>
            <a:ahLst/>
            <a:cxnLst/>
            <a:rect l="l" t="t" r="r" b="b"/>
            <a:pathLst>
              <a:path w="521334" h="3264534">
                <a:moveTo>
                  <a:pt x="521219" y="0"/>
                </a:moveTo>
                <a:lnTo>
                  <a:pt x="0" y="0"/>
                </a:lnTo>
                <a:lnTo>
                  <a:pt x="0" y="3263973"/>
                </a:lnTo>
                <a:lnTo>
                  <a:pt x="521219" y="3263973"/>
                </a:lnTo>
                <a:lnTo>
                  <a:pt x="521219" y="0"/>
                </a:lnTo>
                <a:close/>
              </a:path>
            </a:pathLst>
          </a:custGeom>
          <a:solidFill>
            <a:srgbClr val="F1F1F1"/>
          </a:solidFill>
        </p:spPr>
        <p:txBody>
          <a:bodyPr wrap="square" lIns="0" tIns="0" rIns="0" bIns="0" rtlCol="0"/>
          <a:lstStyle/>
          <a:p>
            <a:endParaRPr sz="637"/>
          </a:p>
        </p:txBody>
      </p:sp>
      <p:sp>
        <p:nvSpPr>
          <p:cNvPr id="29" name="object 6">
            <a:extLst>
              <a:ext uri="{FF2B5EF4-FFF2-40B4-BE49-F238E27FC236}">
                <a16:creationId xmlns:a16="http://schemas.microsoft.com/office/drawing/2014/main" id="{6C789C84-429B-E341-A8FD-D3DE9A7B1A1E}"/>
              </a:ext>
            </a:extLst>
          </p:cNvPr>
          <p:cNvSpPr/>
          <p:nvPr/>
        </p:nvSpPr>
        <p:spPr>
          <a:xfrm>
            <a:off x="8905776" y="1262261"/>
            <a:ext cx="238275" cy="1491933"/>
          </a:xfrm>
          <a:custGeom>
            <a:avLst/>
            <a:gdLst/>
            <a:ahLst/>
            <a:cxnLst/>
            <a:rect l="l" t="t" r="r" b="b"/>
            <a:pathLst>
              <a:path w="523875" h="3280410">
                <a:moveTo>
                  <a:pt x="523753" y="0"/>
                </a:moveTo>
                <a:lnTo>
                  <a:pt x="0" y="0"/>
                </a:lnTo>
                <a:lnTo>
                  <a:pt x="0" y="3280046"/>
                </a:lnTo>
                <a:lnTo>
                  <a:pt x="523753" y="3280046"/>
                </a:lnTo>
                <a:lnTo>
                  <a:pt x="523753" y="0"/>
                </a:lnTo>
                <a:close/>
              </a:path>
            </a:pathLst>
          </a:custGeom>
          <a:solidFill>
            <a:srgbClr val="F1F1F1"/>
          </a:solidFill>
        </p:spPr>
        <p:txBody>
          <a:bodyPr wrap="square" lIns="0" tIns="0" rIns="0" bIns="0" rtlCol="0"/>
          <a:lstStyle/>
          <a:p>
            <a:endParaRPr sz="637"/>
          </a:p>
        </p:txBody>
      </p:sp>
      <p:sp>
        <p:nvSpPr>
          <p:cNvPr id="41" name="object 18">
            <a:extLst>
              <a:ext uri="{FF2B5EF4-FFF2-40B4-BE49-F238E27FC236}">
                <a16:creationId xmlns:a16="http://schemas.microsoft.com/office/drawing/2014/main" id="{490DF8DD-9867-484B-A704-0C0864F3AC55}"/>
              </a:ext>
            </a:extLst>
          </p:cNvPr>
          <p:cNvSpPr/>
          <p:nvPr/>
        </p:nvSpPr>
        <p:spPr>
          <a:xfrm>
            <a:off x="3127343" y="391691"/>
            <a:ext cx="0" cy="4359990"/>
          </a:xfrm>
          <a:custGeom>
            <a:avLst/>
            <a:gdLst/>
            <a:ahLst/>
            <a:cxnLst/>
            <a:rect l="l" t="t" r="r" b="b"/>
            <a:pathLst>
              <a:path h="9586595">
                <a:moveTo>
                  <a:pt x="0" y="9586074"/>
                </a:moveTo>
                <a:lnTo>
                  <a:pt x="0" y="0"/>
                </a:lnTo>
              </a:path>
            </a:pathLst>
          </a:custGeom>
          <a:ln w="20941">
            <a:solidFill>
              <a:srgbClr val="F1F1F1"/>
            </a:solidFill>
          </a:ln>
        </p:spPr>
        <p:txBody>
          <a:bodyPr wrap="square" lIns="0" tIns="0" rIns="0" bIns="0" rtlCol="0"/>
          <a:lstStyle/>
          <a:p>
            <a:endParaRPr sz="637"/>
          </a:p>
        </p:txBody>
      </p:sp>
      <p:sp>
        <p:nvSpPr>
          <p:cNvPr id="50" name="Text Placeholder 49">
            <a:extLst>
              <a:ext uri="{FF2B5EF4-FFF2-40B4-BE49-F238E27FC236}">
                <a16:creationId xmlns:a16="http://schemas.microsoft.com/office/drawing/2014/main" id="{6AFE37B8-988C-4A4E-90C3-04246D82C2B7}"/>
              </a:ext>
            </a:extLst>
          </p:cNvPr>
          <p:cNvSpPr>
            <a:spLocks noGrp="1"/>
          </p:cNvSpPr>
          <p:nvPr>
            <p:ph type="body" sz="quarter" idx="10"/>
          </p:nvPr>
        </p:nvSpPr>
        <p:spPr>
          <a:xfrm>
            <a:off x="835950" y="337000"/>
            <a:ext cx="1936709" cy="1771031"/>
          </a:xfrm>
        </p:spPr>
        <p:txBody>
          <a:bodyPr anchor="b" anchorCtr="0"/>
          <a:lstStyle>
            <a:lvl1pPr>
              <a:lnSpc>
                <a:spcPct val="84000"/>
              </a:lnSpc>
              <a:spcBef>
                <a:spcPts val="0"/>
              </a:spcBef>
              <a:defRPr sz="2729" b="1" i="0" baseline="0">
                <a:solidFill>
                  <a:schemeClr val="bg2"/>
                </a:solidFill>
                <a:latin typeface="Arial Black" panose="020B0604020202020204" pitchFamily="34" charset="0"/>
              </a:defRPr>
            </a:lvl1pPr>
          </a:lstStyle>
          <a:p>
            <a:pPr lvl="0"/>
            <a:r>
              <a:rPr lang="en-US"/>
              <a:t>Click to edit Master text styles</a:t>
            </a:r>
          </a:p>
        </p:txBody>
      </p:sp>
      <p:sp>
        <p:nvSpPr>
          <p:cNvPr id="66" name="Text Placeholder 22">
            <a:extLst>
              <a:ext uri="{FF2B5EF4-FFF2-40B4-BE49-F238E27FC236}">
                <a16:creationId xmlns:a16="http://schemas.microsoft.com/office/drawing/2014/main" id="{51F0764E-4F69-D545-8A43-6A5F1D89D7D1}"/>
              </a:ext>
            </a:extLst>
          </p:cNvPr>
          <p:cNvSpPr>
            <a:spLocks noGrp="1"/>
          </p:cNvSpPr>
          <p:nvPr>
            <p:ph type="body" sz="quarter" idx="20" hasCustomPrompt="1"/>
          </p:nvPr>
        </p:nvSpPr>
        <p:spPr>
          <a:xfrm>
            <a:off x="847508" y="2258481"/>
            <a:ext cx="1978779" cy="891270"/>
          </a:xfrm>
        </p:spPr>
        <p:txBody>
          <a:bodyPr/>
          <a:lstStyle>
            <a:lvl1pPr>
              <a:lnSpc>
                <a:spcPct val="130000"/>
              </a:lnSpc>
              <a:defRPr/>
            </a:lvl1pPr>
          </a:lstStyle>
          <a:p>
            <a:pPr lvl="0"/>
            <a:r>
              <a:rPr lang="en-US"/>
              <a:t>Click to add paragraph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14" name="Text Placeholder 7">
            <a:extLst>
              <a:ext uri="{FF2B5EF4-FFF2-40B4-BE49-F238E27FC236}">
                <a16:creationId xmlns:a16="http://schemas.microsoft.com/office/drawing/2014/main" id="{627F6212-16A7-40F1-9243-A0B66AB9D9CD}"/>
              </a:ext>
            </a:extLst>
          </p:cNvPr>
          <p:cNvSpPr>
            <a:spLocks noGrp="1"/>
          </p:cNvSpPr>
          <p:nvPr>
            <p:ph type="body" sz="quarter" idx="25" hasCustomPrompt="1"/>
          </p:nvPr>
        </p:nvSpPr>
        <p:spPr>
          <a:xfrm>
            <a:off x="1357096" y="4799107"/>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5" name="Text Placeholder 9">
            <a:extLst>
              <a:ext uri="{FF2B5EF4-FFF2-40B4-BE49-F238E27FC236}">
                <a16:creationId xmlns:a16="http://schemas.microsoft.com/office/drawing/2014/main" id="{954B84EA-E538-447E-8F81-EF30BF3B1A2C}"/>
              </a:ext>
            </a:extLst>
          </p:cNvPr>
          <p:cNvSpPr>
            <a:spLocks noGrp="1"/>
          </p:cNvSpPr>
          <p:nvPr>
            <p:ph type="body" sz="quarter" idx="26" hasCustomPrompt="1"/>
          </p:nvPr>
        </p:nvSpPr>
        <p:spPr>
          <a:xfrm>
            <a:off x="849406" y="479910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7" name="Footer Placeholder 3">
            <a:extLst>
              <a:ext uri="{FF2B5EF4-FFF2-40B4-BE49-F238E27FC236}">
                <a16:creationId xmlns:a16="http://schemas.microsoft.com/office/drawing/2014/main" id="{6B2ACB36-2769-4CEB-9D56-6A101F1FDD86}"/>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3675512"/>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Top_LeftBar_RightColon">
    <p:spTree>
      <p:nvGrpSpPr>
        <p:cNvPr id="1" name=""/>
        <p:cNvGrpSpPr/>
        <p:nvPr/>
      </p:nvGrpSpPr>
      <p:grpSpPr>
        <a:xfrm>
          <a:off x="0" y="0"/>
          <a:ext cx="0" cy="0"/>
          <a:chOff x="0" y="0"/>
          <a:chExt cx="0" cy="0"/>
        </a:xfrm>
      </p:grpSpPr>
      <p:grpSp>
        <p:nvGrpSpPr>
          <p:cNvPr id="25" name="object 2">
            <a:extLst>
              <a:ext uri="{FF2B5EF4-FFF2-40B4-BE49-F238E27FC236}">
                <a16:creationId xmlns:a16="http://schemas.microsoft.com/office/drawing/2014/main" id="{185CE14D-2362-7146-A35E-FC5FF5BBAFE6}"/>
              </a:ext>
            </a:extLst>
          </p:cNvPr>
          <p:cNvGrpSpPr/>
          <p:nvPr/>
        </p:nvGrpSpPr>
        <p:grpSpPr>
          <a:xfrm>
            <a:off x="1" y="2"/>
            <a:ext cx="624715" cy="5143211"/>
            <a:chOff x="0" y="0"/>
            <a:chExt cx="1373505" cy="11308715"/>
          </a:xfrm>
        </p:grpSpPr>
        <p:sp>
          <p:nvSpPr>
            <p:cNvPr id="26" name="object 3">
              <a:extLst>
                <a:ext uri="{FF2B5EF4-FFF2-40B4-BE49-F238E27FC236}">
                  <a16:creationId xmlns:a16="http://schemas.microsoft.com/office/drawing/2014/main" id="{06E8DA04-1F37-8F44-A1A7-552E4916432A}"/>
                </a:ext>
              </a:extLst>
            </p:cNvPr>
            <p:cNvSpPr/>
            <p:nvPr/>
          </p:nvSpPr>
          <p:spPr>
            <a:xfrm>
              <a:off x="0" y="1856707"/>
              <a:ext cx="1373505" cy="9451975"/>
            </a:xfrm>
            <a:custGeom>
              <a:avLst/>
              <a:gdLst/>
              <a:ahLst/>
              <a:cxnLst/>
              <a:rect l="l" t="t" r="r" b="b"/>
              <a:pathLst>
                <a:path w="1373505" h="9451975">
                  <a:moveTo>
                    <a:pt x="0" y="9451848"/>
                  </a:moveTo>
                  <a:lnTo>
                    <a:pt x="1372963" y="9451848"/>
                  </a:lnTo>
                  <a:lnTo>
                    <a:pt x="1372963" y="0"/>
                  </a:lnTo>
                  <a:lnTo>
                    <a:pt x="0" y="0"/>
                  </a:lnTo>
                  <a:lnTo>
                    <a:pt x="0" y="9451848"/>
                  </a:lnTo>
                  <a:close/>
                </a:path>
              </a:pathLst>
            </a:custGeom>
            <a:solidFill>
              <a:srgbClr val="F1F1F1"/>
            </a:solidFill>
          </p:spPr>
          <p:txBody>
            <a:bodyPr wrap="square" lIns="0" tIns="0" rIns="0" bIns="0" rtlCol="0"/>
            <a:lstStyle/>
            <a:p>
              <a:endParaRPr sz="637"/>
            </a:p>
          </p:txBody>
        </p:sp>
        <p:sp>
          <p:nvSpPr>
            <p:cNvPr id="27" name="object 4">
              <a:extLst>
                <a:ext uri="{FF2B5EF4-FFF2-40B4-BE49-F238E27FC236}">
                  <a16:creationId xmlns:a16="http://schemas.microsoft.com/office/drawing/2014/main" id="{3FF3C6F6-C62C-3E4F-B18D-9AF50BE4D45A}"/>
                </a:ext>
              </a:extLst>
            </p:cNvPr>
            <p:cNvSpPr/>
            <p:nvPr/>
          </p:nvSpPr>
          <p:spPr>
            <a:xfrm>
              <a:off x="0" y="0"/>
              <a:ext cx="1373505" cy="1856739"/>
            </a:xfrm>
            <a:custGeom>
              <a:avLst/>
              <a:gdLst/>
              <a:ahLst/>
              <a:cxnLst/>
              <a:rect l="l" t="t" r="r" b="b"/>
              <a:pathLst>
                <a:path w="1373505" h="1856739">
                  <a:moveTo>
                    <a:pt x="1372963" y="0"/>
                  </a:moveTo>
                  <a:lnTo>
                    <a:pt x="0" y="0"/>
                  </a:lnTo>
                  <a:lnTo>
                    <a:pt x="0" y="1856707"/>
                  </a:lnTo>
                  <a:lnTo>
                    <a:pt x="1372963" y="1856707"/>
                  </a:lnTo>
                  <a:lnTo>
                    <a:pt x="1372963" y="0"/>
                  </a:lnTo>
                  <a:close/>
                </a:path>
              </a:pathLst>
            </a:custGeom>
            <a:solidFill>
              <a:srgbClr val="FFDC34"/>
            </a:solidFill>
          </p:spPr>
          <p:txBody>
            <a:bodyPr wrap="square" lIns="0" tIns="0" rIns="0" bIns="0" rtlCol="0"/>
            <a:lstStyle/>
            <a:p>
              <a:endParaRPr sz="637"/>
            </a:p>
          </p:txBody>
        </p:sp>
      </p:grpSp>
      <p:sp>
        <p:nvSpPr>
          <p:cNvPr id="28" name="object 5">
            <a:extLst>
              <a:ext uri="{FF2B5EF4-FFF2-40B4-BE49-F238E27FC236}">
                <a16:creationId xmlns:a16="http://schemas.microsoft.com/office/drawing/2014/main" id="{E72DC708-122F-A84B-99C4-C34567174695}"/>
              </a:ext>
            </a:extLst>
          </p:cNvPr>
          <p:cNvSpPr/>
          <p:nvPr/>
        </p:nvSpPr>
        <p:spPr>
          <a:xfrm>
            <a:off x="8905775" y="3111320"/>
            <a:ext cx="237120" cy="1484713"/>
          </a:xfrm>
          <a:custGeom>
            <a:avLst/>
            <a:gdLst/>
            <a:ahLst/>
            <a:cxnLst/>
            <a:rect l="l" t="t" r="r" b="b"/>
            <a:pathLst>
              <a:path w="521334" h="3264534">
                <a:moveTo>
                  <a:pt x="521219" y="0"/>
                </a:moveTo>
                <a:lnTo>
                  <a:pt x="0" y="0"/>
                </a:lnTo>
                <a:lnTo>
                  <a:pt x="0" y="3263973"/>
                </a:lnTo>
                <a:lnTo>
                  <a:pt x="521219" y="3263973"/>
                </a:lnTo>
                <a:lnTo>
                  <a:pt x="521219" y="0"/>
                </a:lnTo>
                <a:close/>
              </a:path>
            </a:pathLst>
          </a:custGeom>
          <a:solidFill>
            <a:srgbClr val="F1F1F1"/>
          </a:solidFill>
        </p:spPr>
        <p:txBody>
          <a:bodyPr wrap="square" lIns="0" tIns="0" rIns="0" bIns="0" rtlCol="0"/>
          <a:lstStyle/>
          <a:p>
            <a:endParaRPr sz="637"/>
          </a:p>
        </p:txBody>
      </p:sp>
      <p:sp>
        <p:nvSpPr>
          <p:cNvPr id="29" name="object 6">
            <a:extLst>
              <a:ext uri="{FF2B5EF4-FFF2-40B4-BE49-F238E27FC236}">
                <a16:creationId xmlns:a16="http://schemas.microsoft.com/office/drawing/2014/main" id="{6C789C84-429B-E341-A8FD-D3DE9A7B1A1E}"/>
              </a:ext>
            </a:extLst>
          </p:cNvPr>
          <p:cNvSpPr/>
          <p:nvPr/>
        </p:nvSpPr>
        <p:spPr>
          <a:xfrm>
            <a:off x="8905776" y="1262261"/>
            <a:ext cx="238275" cy="1491933"/>
          </a:xfrm>
          <a:custGeom>
            <a:avLst/>
            <a:gdLst/>
            <a:ahLst/>
            <a:cxnLst/>
            <a:rect l="l" t="t" r="r" b="b"/>
            <a:pathLst>
              <a:path w="523875" h="3280410">
                <a:moveTo>
                  <a:pt x="523753" y="0"/>
                </a:moveTo>
                <a:lnTo>
                  <a:pt x="0" y="0"/>
                </a:lnTo>
                <a:lnTo>
                  <a:pt x="0" y="3280046"/>
                </a:lnTo>
                <a:lnTo>
                  <a:pt x="523753" y="3280046"/>
                </a:lnTo>
                <a:lnTo>
                  <a:pt x="523753" y="0"/>
                </a:lnTo>
                <a:close/>
              </a:path>
            </a:pathLst>
          </a:custGeom>
          <a:solidFill>
            <a:srgbClr val="F1F1F1"/>
          </a:solidFill>
        </p:spPr>
        <p:txBody>
          <a:bodyPr wrap="square" lIns="0" tIns="0" rIns="0" bIns="0" rtlCol="0"/>
          <a:lstStyle/>
          <a:p>
            <a:endParaRPr sz="637"/>
          </a:p>
        </p:txBody>
      </p:sp>
      <p:sp>
        <p:nvSpPr>
          <p:cNvPr id="50" name="Text Placeholder 49">
            <a:extLst>
              <a:ext uri="{FF2B5EF4-FFF2-40B4-BE49-F238E27FC236}">
                <a16:creationId xmlns:a16="http://schemas.microsoft.com/office/drawing/2014/main" id="{6AFE37B8-988C-4A4E-90C3-04246D82C2B7}"/>
              </a:ext>
            </a:extLst>
          </p:cNvPr>
          <p:cNvSpPr>
            <a:spLocks noGrp="1"/>
          </p:cNvSpPr>
          <p:nvPr>
            <p:ph type="body" sz="quarter" idx="10"/>
          </p:nvPr>
        </p:nvSpPr>
        <p:spPr>
          <a:xfrm>
            <a:off x="814774" y="368854"/>
            <a:ext cx="7900943" cy="475579"/>
          </a:xfrm>
        </p:spPr>
        <p:txBody>
          <a:bodyPr anchor="b" anchorCtr="0"/>
          <a:lstStyle>
            <a:lvl1pPr>
              <a:lnSpc>
                <a:spcPct val="84000"/>
              </a:lnSpc>
              <a:spcBef>
                <a:spcPts val="0"/>
              </a:spcBef>
              <a:defRPr sz="3638" b="1" i="0" baseline="0">
                <a:solidFill>
                  <a:schemeClr val="bg2"/>
                </a:solidFill>
                <a:latin typeface="Arial Black" panose="020B0604020202020204" pitchFamily="34" charset="0"/>
              </a:defRPr>
            </a:lvl1pPr>
          </a:lstStyle>
          <a:p>
            <a:pPr lvl="0"/>
            <a:r>
              <a:rPr lang="en-US"/>
              <a:t>Click to edit Master text styles</a:t>
            </a:r>
          </a:p>
        </p:txBody>
      </p:sp>
      <p:sp>
        <p:nvSpPr>
          <p:cNvPr id="14" name="Text Placeholder 7">
            <a:extLst>
              <a:ext uri="{FF2B5EF4-FFF2-40B4-BE49-F238E27FC236}">
                <a16:creationId xmlns:a16="http://schemas.microsoft.com/office/drawing/2014/main" id="{627F6212-16A7-40F1-9243-A0B66AB9D9CD}"/>
              </a:ext>
            </a:extLst>
          </p:cNvPr>
          <p:cNvSpPr>
            <a:spLocks noGrp="1"/>
          </p:cNvSpPr>
          <p:nvPr>
            <p:ph type="body" sz="quarter" idx="25" hasCustomPrompt="1"/>
          </p:nvPr>
        </p:nvSpPr>
        <p:spPr>
          <a:xfrm>
            <a:off x="1357096" y="4799107"/>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5" name="Text Placeholder 9">
            <a:extLst>
              <a:ext uri="{FF2B5EF4-FFF2-40B4-BE49-F238E27FC236}">
                <a16:creationId xmlns:a16="http://schemas.microsoft.com/office/drawing/2014/main" id="{954B84EA-E538-447E-8F81-EF30BF3B1A2C}"/>
              </a:ext>
            </a:extLst>
          </p:cNvPr>
          <p:cNvSpPr>
            <a:spLocks noGrp="1"/>
          </p:cNvSpPr>
          <p:nvPr>
            <p:ph type="body" sz="quarter" idx="26" hasCustomPrompt="1"/>
          </p:nvPr>
        </p:nvSpPr>
        <p:spPr>
          <a:xfrm>
            <a:off x="849406" y="479910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1" name="Footer Placeholder 3">
            <a:extLst>
              <a:ext uri="{FF2B5EF4-FFF2-40B4-BE49-F238E27FC236}">
                <a16:creationId xmlns:a16="http://schemas.microsoft.com/office/drawing/2014/main" id="{E198CF5A-65EC-46AE-8A00-CF878286FC08}"/>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2097507"/>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ankYou">
    <p:spTree>
      <p:nvGrpSpPr>
        <p:cNvPr id="1" name=""/>
        <p:cNvGrpSpPr/>
        <p:nvPr/>
      </p:nvGrpSpPr>
      <p:grpSpPr>
        <a:xfrm>
          <a:off x="0" y="0"/>
          <a:ext cx="0" cy="0"/>
          <a:chOff x="0" y="0"/>
          <a:chExt cx="0" cy="0"/>
        </a:xfrm>
      </p:grpSpPr>
      <p:pic>
        <p:nvPicPr>
          <p:cNvPr id="46" name="object 3">
            <a:extLst>
              <a:ext uri="{FF2B5EF4-FFF2-40B4-BE49-F238E27FC236}">
                <a16:creationId xmlns:a16="http://schemas.microsoft.com/office/drawing/2014/main" id="{392A478E-35F2-4E19-881A-F739DA96B03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 y="2"/>
            <a:ext cx="6708711" cy="5143139"/>
          </a:xfrm>
          <a:prstGeom prst="rect">
            <a:avLst/>
          </a:prstGeom>
        </p:spPr>
      </p:pic>
      <p:sp>
        <p:nvSpPr>
          <p:cNvPr id="45" name="overlay">
            <a:extLst>
              <a:ext uri="{FF2B5EF4-FFF2-40B4-BE49-F238E27FC236}">
                <a16:creationId xmlns:a16="http://schemas.microsoft.com/office/drawing/2014/main" id="{E50D90A6-9B7C-44C5-9FA0-FE3F92386E57}"/>
              </a:ext>
            </a:extLst>
          </p:cNvPr>
          <p:cNvSpPr/>
          <p:nvPr/>
        </p:nvSpPr>
        <p:spPr>
          <a:xfrm>
            <a:off x="0" y="245"/>
            <a:ext cx="6708971" cy="5142922"/>
          </a:xfrm>
          <a:custGeom>
            <a:avLst/>
            <a:gdLst/>
            <a:ahLst/>
            <a:cxnLst/>
            <a:rect l="l" t="t" r="r" b="b"/>
            <a:pathLst>
              <a:path w="14750415" h="11308080">
                <a:moveTo>
                  <a:pt x="14749844" y="0"/>
                </a:moveTo>
                <a:lnTo>
                  <a:pt x="9265755" y="0"/>
                </a:lnTo>
                <a:lnTo>
                  <a:pt x="9265755" y="2420620"/>
                </a:lnTo>
                <a:lnTo>
                  <a:pt x="9265755" y="8887460"/>
                </a:lnTo>
                <a:lnTo>
                  <a:pt x="2798330" y="8887460"/>
                </a:lnTo>
                <a:lnTo>
                  <a:pt x="2798330" y="2420620"/>
                </a:lnTo>
                <a:lnTo>
                  <a:pt x="9265755" y="2420620"/>
                </a:lnTo>
                <a:lnTo>
                  <a:pt x="9265755" y="0"/>
                </a:lnTo>
                <a:lnTo>
                  <a:pt x="0" y="0"/>
                </a:lnTo>
                <a:lnTo>
                  <a:pt x="0" y="2420620"/>
                </a:lnTo>
                <a:lnTo>
                  <a:pt x="0" y="8887460"/>
                </a:lnTo>
                <a:lnTo>
                  <a:pt x="0" y="11308067"/>
                </a:lnTo>
                <a:lnTo>
                  <a:pt x="14749844" y="11308067"/>
                </a:lnTo>
                <a:lnTo>
                  <a:pt x="14749844" y="8887460"/>
                </a:lnTo>
                <a:lnTo>
                  <a:pt x="14749844" y="2420620"/>
                </a:lnTo>
                <a:lnTo>
                  <a:pt x="14749844" y="2420035"/>
                </a:lnTo>
                <a:lnTo>
                  <a:pt x="14749844" y="0"/>
                </a:lnTo>
                <a:close/>
              </a:path>
            </a:pathLst>
          </a:custGeom>
          <a:solidFill>
            <a:srgbClr val="1C1B1A">
              <a:alpha val="34999"/>
            </a:srgbClr>
          </a:solidFill>
        </p:spPr>
        <p:txBody>
          <a:bodyPr wrap="square" lIns="0" tIns="0" rIns="0" bIns="0" rtlCol="0"/>
          <a:lstStyle/>
          <a:p>
            <a:endParaRPr sz="637"/>
          </a:p>
        </p:txBody>
      </p:sp>
      <p:pic>
        <p:nvPicPr>
          <p:cNvPr id="4" name="Picture 3" descr="A picture containing text, outdoor, stone&#10;&#10;Description automatically generated">
            <a:extLst>
              <a:ext uri="{FF2B5EF4-FFF2-40B4-BE49-F238E27FC236}">
                <a16:creationId xmlns:a16="http://schemas.microsoft.com/office/drawing/2014/main" id="{211DAC29-5C3C-4617-8BFE-DBC7E5D57B1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60"/>
          <a:stretch/>
        </p:blipFill>
        <p:spPr>
          <a:xfrm>
            <a:off x="4919740" y="1085492"/>
            <a:ext cx="1788971" cy="2938449"/>
          </a:xfrm>
          <a:prstGeom prst="rect">
            <a:avLst/>
          </a:prstGeom>
        </p:spPr>
      </p:pic>
      <p:grpSp>
        <p:nvGrpSpPr>
          <p:cNvPr id="26" name="Group 25">
            <a:extLst>
              <a:ext uri="{FF2B5EF4-FFF2-40B4-BE49-F238E27FC236}">
                <a16:creationId xmlns:a16="http://schemas.microsoft.com/office/drawing/2014/main" id="{AB861A49-D04B-4DF1-9828-5BD2FE6592F1}"/>
              </a:ext>
            </a:extLst>
          </p:cNvPr>
          <p:cNvGrpSpPr/>
          <p:nvPr/>
        </p:nvGrpSpPr>
        <p:grpSpPr>
          <a:xfrm>
            <a:off x="7189923" y="1863977"/>
            <a:ext cx="1140208" cy="285910"/>
            <a:chOff x="15267933" y="4098447"/>
            <a:chExt cx="2506875" cy="628650"/>
          </a:xfrm>
        </p:grpSpPr>
        <p:grpSp>
          <p:nvGrpSpPr>
            <p:cNvPr id="30" name="object 27">
              <a:extLst>
                <a:ext uri="{FF2B5EF4-FFF2-40B4-BE49-F238E27FC236}">
                  <a16:creationId xmlns:a16="http://schemas.microsoft.com/office/drawing/2014/main" id="{7D9D9D90-C7F5-9540-9831-8B8868716C82}"/>
                </a:ext>
              </a:extLst>
            </p:cNvPr>
            <p:cNvGrpSpPr/>
            <p:nvPr userDrawn="1"/>
          </p:nvGrpSpPr>
          <p:grpSpPr>
            <a:xfrm>
              <a:off x="15267933" y="4098447"/>
              <a:ext cx="628650" cy="628650"/>
              <a:chOff x="15267933" y="6145605"/>
              <a:chExt cx="628650" cy="628650"/>
            </a:xfrm>
          </p:grpSpPr>
          <p:sp>
            <p:nvSpPr>
              <p:cNvPr id="31" name="object 28">
                <a:extLst>
                  <a:ext uri="{FF2B5EF4-FFF2-40B4-BE49-F238E27FC236}">
                    <a16:creationId xmlns:a16="http://schemas.microsoft.com/office/drawing/2014/main" id="{852AB99D-BC9C-EE4E-8D5D-06C38E0ADE47}"/>
                  </a:ext>
                </a:extLst>
              </p:cNvPr>
              <p:cNvSpPr/>
              <p:nvPr/>
            </p:nvSpPr>
            <p:spPr>
              <a:xfrm>
                <a:off x="15267933" y="6145605"/>
                <a:ext cx="628650" cy="628650"/>
              </a:xfrm>
              <a:custGeom>
                <a:avLst/>
                <a:gdLst/>
                <a:ahLst/>
                <a:cxnLst/>
                <a:rect l="l" t="t" r="r" b="b"/>
                <a:pathLst>
                  <a:path w="628650" h="628650">
                    <a:moveTo>
                      <a:pt x="314126" y="0"/>
                    </a:moveTo>
                    <a:lnTo>
                      <a:pt x="267708" y="3406"/>
                    </a:lnTo>
                    <a:lnTo>
                      <a:pt x="223404" y="13300"/>
                    </a:lnTo>
                    <a:lnTo>
                      <a:pt x="181701" y="29196"/>
                    </a:lnTo>
                    <a:lnTo>
                      <a:pt x="143083" y="50609"/>
                    </a:lnTo>
                    <a:lnTo>
                      <a:pt x="108038" y="77051"/>
                    </a:lnTo>
                    <a:lnTo>
                      <a:pt x="77051" y="108038"/>
                    </a:lnTo>
                    <a:lnTo>
                      <a:pt x="50609" y="143083"/>
                    </a:lnTo>
                    <a:lnTo>
                      <a:pt x="29196" y="181701"/>
                    </a:lnTo>
                    <a:lnTo>
                      <a:pt x="13300" y="223404"/>
                    </a:lnTo>
                    <a:lnTo>
                      <a:pt x="3406" y="267708"/>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8"/>
                    </a:lnTo>
                    <a:lnTo>
                      <a:pt x="614952" y="223404"/>
                    </a:lnTo>
                    <a:lnTo>
                      <a:pt x="599056" y="181701"/>
                    </a:lnTo>
                    <a:lnTo>
                      <a:pt x="577643" y="143083"/>
                    </a:lnTo>
                    <a:lnTo>
                      <a:pt x="551201" y="108038"/>
                    </a:lnTo>
                    <a:lnTo>
                      <a:pt x="520214" y="77051"/>
                    </a:lnTo>
                    <a:lnTo>
                      <a:pt x="485169" y="50609"/>
                    </a:lnTo>
                    <a:lnTo>
                      <a:pt x="446551" y="29196"/>
                    </a:lnTo>
                    <a:lnTo>
                      <a:pt x="404848" y="13300"/>
                    </a:lnTo>
                    <a:lnTo>
                      <a:pt x="360544" y="3406"/>
                    </a:lnTo>
                    <a:lnTo>
                      <a:pt x="314126" y="0"/>
                    </a:lnTo>
                    <a:close/>
                  </a:path>
                </a:pathLst>
              </a:custGeom>
              <a:solidFill>
                <a:srgbClr val="FF6012"/>
              </a:solidFill>
            </p:spPr>
            <p:txBody>
              <a:bodyPr wrap="square" lIns="0" tIns="0" rIns="0" bIns="0" rtlCol="0"/>
              <a:lstStyle/>
              <a:p>
                <a:endParaRPr sz="637"/>
              </a:p>
            </p:txBody>
          </p:sp>
          <p:sp>
            <p:nvSpPr>
              <p:cNvPr id="32" name="object 29">
                <a:extLst>
                  <a:ext uri="{FF2B5EF4-FFF2-40B4-BE49-F238E27FC236}">
                    <a16:creationId xmlns:a16="http://schemas.microsoft.com/office/drawing/2014/main" id="{7D66DFA3-7C56-A649-93A9-B92319F157C4}"/>
                  </a:ext>
                </a:extLst>
              </p:cNvPr>
              <p:cNvSpPr/>
              <p:nvPr/>
            </p:nvSpPr>
            <p:spPr>
              <a:xfrm>
                <a:off x="15414699" y="6323715"/>
                <a:ext cx="348615" cy="283845"/>
              </a:xfrm>
              <a:custGeom>
                <a:avLst/>
                <a:gdLst/>
                <a:ahLst/>
                <a:cxnLst/>
                <a:rect l="l" t="t" r="r" b="b"/>
                <a:pathLst>
                  <a:path w="348615" h="283845">
                    <a:moveTo>
                      <a:pt x="241343" y="0"/>
                    </a:moveTo>
                    <a:lnTo>
                      <a:pt x="209520" y="7429"/>
                    </a:lnTo>
                    <a:lnTo>
                      <a:pt x="185292" y="27130"/>
                    </a:lnTo>
                    <a:lnTo>
                      <a:pt x="171675" y="55217"/>
                    </a:lnTo>
                    <a:lnTo>
                      <a:pt x="171680" y="87808"/>
                    </a:lnTo>
                    <a:lnTo>
                      <a:pt x="128529" y="80964"/>
                    </a:lnTo>
                    <a:lnTo>
                      <a:pt x="88909" y="65562"/>
                    </a:lnTo>
                    <a:lnTo>
                      <a:pt x="53822" y="42602"/>
                    </a:lnTo>
                    <a:lnTo>
                      <a:pt x="24271" y="13088"/>
                    </a:lnTo>
                    <a:lnTo>
                      <a:pt x="15343" y="38577"/>
                    </a:lnTo>
                    <a:lnTo>
                      <a:pt x="16365" y="64907"/>
                    </a:lnTo>
                    <a:lnTo>
                      <a:pt x="26874" y="89201"/>
                    </a:lnTo>
                    <a:lnTo>
                      <a:pt x="46406" y="108583"/>
                    </a:lnTo>
                    <a:lnTo>
                      <a:pt x="37750" y="107777"/>
                    </a:lnTo>
                    <a:lnTo>
                      <a:pt x="29417" y="105970"/>
                    </a:lnTo>
                    <a:lnTo>
                      <a:pt x="21478" y="103229"/>
                    </a:lnTo>
                    <a:lnTo>
                      <a:pt x="13999" y="99620"/>
                    </a:lnTo>
                    <a:lnTo>
                      <a:pt x="17798" y="123728"/>
                    </a:lnTo>
                    <a:lnTo>
                      <a:pt x="29489" y="144974"/>
                    </a:lnTo>
                    <a:lnTo>
                      <a:pt x="47776" y="161304"/>
                    </a:lnTo>
                    <a:lnTo>
                      <a:pt x="71359" y="170664"/>
                    </a:lnTo>
                    <a:lnTo>
                      <a:pt x="63644" y="172309"/>
                    </a:lnTo>
                    <a:lnTo>
                      <a:pt x="55642" y="173102"/>
                    </a:lnTo>
                    <a:lnTo>
                      <a:pt x="47428" y="172979"/>
                    </a:lnTo>
                    <a:lnTo>
                      <a:pt x="39077" y="171879"/>
                    </a:lnTo>
                    <a:lnTo>
                      <a:pt x="48946" y="191551"/>
                    </a:lnTo>
                    <a:lnTo>
                      <a:pt x="64145" y="207157"/>
                    </a:lnTo>
                    <a:lnTo>
                      <a:pt x="83509" y="217542"/>
                    </a:lnTo>
                    <a:lnTo>
                      <a:pt x="105871" y="221553"/>
                    </a:lnTo>
                    <a:lnTo>
                      <a:pt x="81981" y="236754"/>
                    </a:lnTo>
                    <a:lnTo>
                      <a:pt x="55888" y="246878"/>
                    </a:lnTo>
                    <a:lnTo>
                      <a:pt x="28319" y="251743"/>
                    </a:lnTo>
                    <a:lnTo>
                      <a:pt x="0" y="251165"/>
                    </a:lnTo>
                    <a:lnTo>
                      <a:pt x="24798" y="264747"/>
                    </a:lnTo>
                    <a:lnTo>
                      <a:pt x="51532" y="274842"/>
                    </a:lnTo>
                    <a:lnTo>
                      <a:pt x="79907" y="281132"/>
                    </a:lnTo>
                    <a:lnTo>
                      <a:pt x="109630" y="283300"/>
                    </a:lnTo>
                    <a:lnTo>
                      <a:pt x="162936" y="276794"/>
                    </a:lnTo>
                    <a:lnTo>
                      <a:pt x="208787" y="258719"/>
                    </a:lnTo>
                    <a:lnTo>
                      <a:pt x="246804" y="231239"/>
                    </a:lnTo>
                    <a:lnTo>
                      <a:pt x="276606" y="196519"/>
                    </a:lnTo>
                    <a:lnTo>
                      <a:pt x="297811" y="156721"/>
                    </a:lnTo>
                    <a:lnTo>
                      <a:pt x="310040" y="114011"/>
                    </a:lnTo>
                    <a:lnTo>
                      <a:pt x="312911" y="70552"/>
                    </a:lnTo>
                    <a:lnTo>
                      <a:pt x="323031" y="62536"/>
                    </a:lnTo>
                    <a:lnTo>
                      <a:pt x="332395" y="53646"/>
                    </a:lnTo>
                    <a:lnTo>
                      <a:pt x="340938" y="43952"/>
                    </a:lnTo>
                    <a:lnTo>
                      <a:pt x="348596" y="33527"/>
                    </a:lnTo>
                    <a:lnTo>
                      <a:pt x="338796" y="37443"/>
                    </a:lnTo>
                    <a:lnTo>
                      <a:pt x="328666" y="40644"/>
                    </a:lnTo>
                    <a:lnTo>
                      <a:pt x="318232" y="43100"/>
                    </a:lnTo>
                    <a:lnTo>
                      <a:pt x="307519" y="44783"/>
                    </a:lnTo>
                    <a:lnTo>
                      <a:pt x="317910" y="37223"/>
                    </a:lnTo>
                    <a:lnTo>
                      <a:pt x="326775" y="27953"/>
                    </a:lnTo>
                    <a:lnTo>
                      <a:pt x="333873" y="17209"/>
                    </a:lnTo>
                    <a:lnTo>
                      <a:pt x="338963" y="5224"/>
                    </a:lnTo>
                    <a:lnTo>
                      <a:pt x="328326" y="10939"/>
                    </a:lnTo>
                    <a:lnTo>
                      <a:pt x="317180" y="15770"/>
                    </a:lnTo>
                    <a:lnTo>
                      <a:pt x="305572" y="19668"/>
                    </a:lnTo>
                    <a:lnTo>
                      <a:pt x="293551" y="22585"/>
                    </a:lnTo>
                    <a:lnTo>
                      <a:pt x="282783" y="13190"/>
                    </a:lnTo>
                    <a:lnTo>
                      <a:pt x="270270" y="6078"/>
                    </a:lnTo>
                    <a:lnTo>
                      <a:pt x="256346" y="1573"/>
                    </a:lnTo>
                    <a:lnTo>
                      <a:pt x="241343" y="0"/>
                    </a:lnTo>
                    <a:close/>
                  </a:path>
                </a:pathLst>
              </a:custGeom>
              <a:solidFill>
                <a:srgbClr val="FFFFFF"/>
              </a:solidFill>
            </p:spPr>
            <p:txBody>
              <a:bodyPr wrap="square" lIns="0" tIns="0" rIns="0" bIns="0" rtlCol="0"/>
              <a:lstStyle/>
              <a:p>
                <a:endParaRPr sz="637"/>
              </a:p>
            </p:txBody>
          </p:sp>
        </p:grpSp>
        <p:grpSp>
          <p:nvGrpSpPr>
            <p:cNvPr id="33" name="object 30">
              <a:extLst>
                <a:ext uri="{FF2B5EF4-FFF2-40B4-BE49-F238E27FC236}">
                  <a16:creationId xmlns:a16="http://schemas.microsoft.com/office/drawing/2014/main" id="{640E5E7A-3196-904F-BF04-1C546B2DB9E2}"/>
                </a:ext>
              </a:extLst>
            </p:cNvPr>
            <p:cNvGrpSpPr/>
            <p:nvPr userDrawn="1"/>
          </p:nvGrpSpPr>
          <p:grpSpPr>
            <a:xfrm>
              <a:off x="16210312" y="4098447"/>
              <a:ext cx="628650" cy="628650"/>
              <a:chOff x="16210312" y="6145605"/>
              <a:chExt cx="628650" cy="628650"/>
            </a:xfrm>
          </p:grpSpPr>
          <p:sp>
            <p:nvSpPr>
              <p:cNvPr id="34" name="object 31">
                <a:extLst>
                  <a:ext uri="{FF2B5EF4-FFF2-40B4-BE49-F238E27FC236}">
                    <a16:creationId xmlns:a16="http://schemas.microsoft.com/office/drawing/2014/main" id="{EDFB2FCC-166B-6748-86AB-0E8DCDD5D873}"/>
                  </a:ext>
                </a:extLst>
              </p:cNvPr>
              <p:cNvSpPr/>
              <p:nvPr/>
            </p:nvSpPr>
            <p:spPr>
              <a:xfrm>
                <a:off x="16210312" y="6145605"/>
                <a:ext cx="628650" cy="628650"/>
              </a:xfrm>
              <a:custGeom>
                <a:avLst/>
                <a:gdLst/>
                <a:ahLst/>
                <a:cxnLst/>
                <a:rect l="l" t="t" r="r" b="b"/>
                <a:pathLst>
                  <a:path w="628650" h="628650">
                    <a:moveTo>
                      <a:pt x="314126" y="0"/>
                    </a:moveTo>
                    <a:lnTo>
                      <a:pt x="267708" y="3405"/>
                    </a:lnTo>
                    <a:lnTo>
                      <a:pt x="223404" y="13299"/>
                    </a:lnTo>
                    <a:lnTo>
                      <a:pt x="181701" y="29194"/>
                    </a:lnTo>
                    <a:lnTo>
                      <a:pt x="143083" y="50606"/>
                    </a:lnTo>
                    <a:lnTo>
                      <a:pt x="108038" y="77048"/>
                    </a:lnTo>
                    <a:lnTo>
                      <a:pt x="77051" y="108034"/>
                    </a:lnTo>
                    <a:lnTo>
                      <a:pt x="50609" y="143079"/>
                    </a:lnTo>
                    <a:lnTo>
                      <a:pt x="29196" y="181696"/>
                    </a:lnTo>
                    <a:lnTo>
                      <a:pt x="13300" y="223400"/>
                    </a:lnTo>
                    <a:lnTo>
                      <a:pt x="3406" y="267706"/>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6"/>
                    </a:lnTo>
                    <a:lnTo>
                      <a:pt x="614952" y="223400"/>
                    </a:lnTo>
                    <a:lnTo>
                      <a:pt x="599056" y="181696"/>
                    </a:lnTo>
                    <a:lnTo>
                      <a:pt x="577643" y="143079"/>
                    </a:lnTo>
                    <a:lnTo>
                      <a:pt x="551201" y="108034"/>
                    </a:lnTo>
                    <a:lnTo>
                      <a:pt x="520214" y="77048"/>
                    </a:lnTo>
                    <a:lnTo>
                      <a:pt x="485169" y="50606"/>
                    </a:lnTo>
                    <a:lnTo>
                      <a:pt x="446551" y="29194"/>
                    </a:lnTo>
                    <a:lnTo>
                      <a:pt x="404848" y="13299"/>
                    </a:lnTo>
                    <a:lnTo>
                      <a:pt x="360544" y="3405"/>
                    </a:lnTo>
                    <a:lnTo>
                      <a:pt x="314126" y="0"/>
                    </a:lnTo>
                    <a:close/>
                  </a:path>
                </a:pathLst>
              </a:custGeom>
              <a:solidFill>
                <a:srgbClr val="FF6012"/>
              </a:solidFill>
            </p:spPr>
            <p:txBody>
              <a:bodyPr wrap="square" lIns="0" tIns="0" rIns="0" bIns="0" rtlCol="0"/>
              <a:lstStyle/>
              <a:p>
                <a:endParaRPr sz="637"/>
              </a:p>
            </p:txBody>
          </p:sp>
          <p:sp>
            <p:nvSpPr>
              <p:cNvPr id="35" name="object 32">
                <a:extLst>
                  <a:ext uri="{FF2B5EF4-FFF2-40B4-BE49-F238E27FC236}">
                    <a16:creationId xmlns:a16="http://schemas.microsoft.com/office/drawing/2014/main" id="{7FDAD6BE-D844-FC4E-A12D-39158B0503F0}"/>
                  </a:ext>
                </a:extLst>
              </p:cNvPr>
              <p:cNvSpPr/>
              <p:nvPr/>
            </p:nvSpPr>
            <p:spPr>
              <a:xfrm>
                <a:off x="16427462" y="6266364"/>
                <a:ext cx="179070" cy="387350"/>
              </a:xfrm>
              <a:custGeom>
                <a:avLst/>
                <a:gdLst/>
                <a:ahLst/>
                <a:cxnLst/>
                <a:rect l="l" t="t" r="r" b="b"/>
                <a:pathLst>
                  <a:path w="179069" h="387350">
                    <a:moveTo>
                      <a:pt x="178507" y="0"/>
                    </a:moveTo>
                    <a:lnTo>
                      <a:pt x="124582" y="0"/>
                    </a:lnTo>
                    <a:lnTo>
                      <a:pt x="87000" y="4751"/>
                    </a:lnTo>
                    <a:lnTo>
                      <a:pt x="60817" y="18869"/>
                    </a:lnTo>
                    <a:lnTo>
                      <a:pt x="45499" y="42146"/>
                    </a:lnTo>
                    <a:lnTo>
                      <a:pt x="40511" y="74374"/>
                    </a:lnTo>
                    <a:lnTo>
                      <a:pt x="40511" y="126435"/>
                    </a:lnTo>
                    <a:lnTo>
                      <a:pt x="0" y="126435"/>
                    </a:lnTo>
                    <a:lnTo>
                      <a:pt x="0" y="192538"/>
                    </a:lnTo>
                    <a:lnTo>
                      <a:pt x="40511" y="192538"/>
                    </a:lnTo>
                    <a:lnTo>
                      <a:pt x="40511" y="386731"/>
                    </a:lnTo>
                    <a:lnTo>
                      <a:pt x="118383" y="386731"/>
                    </a:lnTo>
                    <a:lnTo>
                      <a:pt x="118383" y="191732"/>
                    </a:lnTo>
                    <a:lnTo>
                      <a:pt x="172706" y="191732"/>
                    </a:lnTo>
                    <a:lnTo>
                      <a:pt x="178507" y="126435"/>
                    </a:lnTo>
                    <a:lnTo>
                      <a:pt x="118383" y="126435"/>
                    </a:lnTo>
                    <a:lnTo>
                      <a:pt x="118383" y="89243"/>
                    </a:lnTo>
                    <a:lnTo>
                      <a:pt x="119098" y="79394"/>
                    </a:lnTo>
                    <a:lnTo>
                      <a:pt x="121788" y="72733"/>
                    </a:lnTo>
                    <a:lnTo>
                      <a:pt x="127267" y="68958"/>
                    </a:lnTo>
                    <a:lnTo>
                      <a:pt x="136351" y="67767"/>
                    </a:lnTo>
                    <a:lnTo>
                      <a:pt x="178507" y="67767"/>
                    </a:lnTo>
                    <a:lnTo>
                      <a:pt x="178507" y="0"/>
                    </a:lnTo>
                    <a:close/>
                  </a:path>
                </a:pathLst>
              </a:custGeom>
              <a:solidFill>
                <a:srgbClr val="FFFFFF"/>
              </a:solidFill>
            </p:spPr>
            <p:txBody>
              <a:bodyPr wrap="square" lIns="0" tIns="0" rIns="0" bIns="0" rtlCol="0"/>
              <a:lstStyle/>
              <a:p>
                <a:endParaRPr sz="637"/>
              </a:p>
            </p:txBody>
          </p:sp>
        </p:grpSp>
        <p:grpSp>
          <p:nvGrpSpPr>
            <p:cNvPr id="36" name="object 33">
              <a:extLst>
                <a:ext uri="{FF2B5EF4-FFF2-40B4-BE49-F238E27FC236}">
                  <a16:creationId xmlns:a16="http://schemas.microsoft.com/office/drawing/2014/main" id="{EE75871A-2762-2C45-A636-452FB6B641F7}"/>
                </a:ext>
              </a:extLst>
            </p:cNvPr>
            <p:cNvGrpSpPr/>
            <p:nvPr userDrawn="1"/>
          </p:nvGrpSpPr>
          <p:grpSpPr>
            <a:xfrm>
              <a:off x="17146158" y="4098447"/>
              <a:ext cx="628650" cy="628650"/>
              <a:chOff x="17146158" y="6145605"/>
              <a:chExt cx="628650" cy="628650"/>
            </a:xfrm>
          </p:grpSpPr>
          <p:sp>
            <p:nvSpPr>
              <p:cNvPr id="37" name="object 34">
                <a:extLst>
                  <a:ext uri="{FF2B5EF4-FFF2-40B4-BE49-F238E27FC236}">
                    <a16:creationId xmlns:a16="http://schemas.microsoft.com/office/drawing/2014/main" id="{5A1EF17E-6A9F-214C-872E-1E3C176ADFD3}"/>
                  </a:ext>
                </a:extLst>
              </p:cNvPr>
              <p:cNvSpPr/>
              <p:nvPr/>
            </p:nvSpPr>
            <p:spPr>
              <a:xfrm>
                <a:off x="17146158" y="6145605"/>
                <a:ext cx="628650" cy="628650"/>
              </a:xfrm>
              <a:custGeom>
                <a:avLst/>
                <a:gdLst/>
                <a:ahLst/>
                <a:cxnLst/>
                <a:rect l="l" t="t" r="r" b="b"/>
                <a:pathLst>
                  <a:path w="628650" h="628650">
                    <a:moveTo>
                      <a:pt x="314126" y="0"/>
                    </a:moveTo>
                    <a:lnTo>
                      <a:pt x="267708" y="3406"/>
                    </a:lnTo>
                    <a:lnTo>
                      <a:pt x="223404" y="13300"/>
                    </a:lnTo>
                    <a:lnTo>
                      <a:pt x="181701" y="29196"/>
                    </a:lnTo>
                    <a:lnTo>
                      <a:pt x="143083" y="50609"/>
                    </a:lnTo>
                    <a:lnTo>
                      <a:pt x="108038" y="77051"/>
                    </a:lnTo>
                    <a:lnTo>
                      <a:pt x="77051" y="108038"/>
                    </a:lnTo>
                    <a:lnTo>
                      <a:pt x="50609" y="143083"/>
                    </a:lnTo>
                    <a:lnTo>
                      <a:pt x="29196" y="181701"/>
                    </a:lnTo>
                    <a:lnTo>
                      <a:pt x="13300" y="223404"/>
                    </a:lnTo>
                    <a:lnTo>
                      <a:pt x="3406" y="267708"/>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8"/>
                    </a:lnTo>
                    <a:lnTo>
                      <a:pt x="614952" y="223404"/>
                    </a:lnTo>
                    <a:lnTo>
                      <a:pt x="599056" y="181701"/>
                    </a:lnTo>
                    <a:lnTo>
                      <a:pt x="577643" y="143083"/>
                    </a:lnTo>
                    <a:lnTo>
                      <a:pt x="551201" y="108038"/>
                    </a:lnTo>
                    <a:lnTo>
                      <a:pt x="520214" y="77051"/>
                    </a:lnTo>
                    <a:lnTo>
                      <a:pt x="485169" y="50609"/>
                    </a:lnTo>
                    <a:lnTo>
                      <a:pt x="446551" y="29196"/>
                    </a:lnTo>
                    <a:lnTo>
                      <a:pt x="404848" y="13300"/>
                    </a:lnTo>
                    <a:lnTo>
                      <a:pt x="360544" y="3406"/>
                    </a:lnTo>
                    <a:lnTo>
                      <a:pt x="314126" y="0"/>
                    </a:lnTo>
                    <a:close/>
                  </a:path>
                </a:pathLst>
              </a:custGeom>
              <a:solidFill>
                <a:srgbClr val="FF6012"/>
              </a:solidFill>
            </p:spPr>
            <p:txBody>
              <a:bodyPr wrap="square" lIns="0" tIns="0" rIns="0" bIns="0" rtlCol="0"/>
              <a:lstStyle/>
              <a:p>
                <a:endParaRPr sz="637"/>
              </a:p>
            </p:txBody>
          </p:sp>
          <p:sp>
            <p:nvSpPr>
              <p:cNvPr id="38" name="object 35">
                <a:extLst>
                  <a:ext uri="{FF2B5EF4-FFF2-40B4-BE49-F238E27FC236}">
                    <a16:creationId xmlns:a16="http://schemas.microsoft.com/office/drawing/2014/main" id="{FFD024CC-7C64-314D-9D18-A7F7C70EC310}"/>
                  </a:ext>
                </a:extLst>
              </p:cNvPr>
              <p:cNvSpPr/>
              <p:nvPr/>
            </p:nvSpPr>
            <p:spPr>
              <a:xfrm>
                <a:off x="17283090" y="6282493"/>
                <a:ext cx="354965" cy="354965"/>
              </a:xfrm>
              <a:custGeom>
                <a:avLst/>
                <a:gdLst/>
                <a:ahLst/>
                <a:cxnLst/>
                <a:rect l="l" t="t" r="r" b="b"/>
                <a:pathLst>
                  <a:path w="354965" h="354965">
                    <a:moveTo>
                      <a:pt x="177194" y="0"/>
                    </a:moveTo>
                    <a:lnTo>
                      <a:pt x="129693" y="212"/>
                    </a:lnTo>
                    <a:lnTo>
                      <a:pt x="91025" y="2102"/>
                    </a:lnTo>
                    <a:lnTo>
                      <a:pt x="52657" y="13023"/>
                    </a:lnTo>
                    <a:lnTo>
                      <a:pt x="22968" y="37200"/>
                    </a:lnTo>
                    <a:lnTo>
                      <a:pt x="3818" y="79805"/>
                    </a:lnTo>
                    <a:lnTo>
                      <a:pt x="165" y="129743"/>
                    </a:lnTo>
                    <a:lnTo>
                      <a:pt x="0" y="148174"/>
                    </a:lnTo>
                    <a:lnTo>
                      <a:pt x="0" y="206307"/>
                    </a:lnTo>
                    <a:lnTo>
                      <a:pt x="1021" y="250316"/>
                    </a:lnTo>
                    <a:lnTo>
                      <a:pt x="9262" y="293341"/>
                    </a:lnTo>
                    <a:lnTo>
                      <a:pt x="37124" y="331448"/>
                    </a:lnTo>
                    <a:lnTo>
                      <a:pt x="79762" y="350617"/>
                    </a:lnTo>
                    <a:lnTo>
                      <a:pt x="129693" y="354273"/>
                    </a:lnTo>
                    <a:lnTo>
                      <a:pt x="177194" y="354481"/>
                    </a:lnTo>
                    <a:lnTo>
                      <a:pt x="224699" y="354273"/>
                    </a:lnTo>
                    <a:lnTo>
                      <a:pt x="263367" y="352380"/>
                    </a:lnTo>
                    <a:lnTo>
                      <a:pt x="301733" y="341460"/>
                    </a:lnTo>
                    <a:lnTo>
                      <a:pt x="326666" y="322545"/>
                    </a:lnTo>
                    <a:lnTo>
                      <a:pt x="177194" y="322545"/>
                    </a:lnTo>
                    <a:lnTo>
                      <a:pt x="130640" y="322350"/>
                    </a:lnTo>
                    <a:lnTo>
                      <a:pt x="84981" y="319079"/>
                    </a:lnTo>
                    <a:lnTo>
                      <a:pt x="46088" y="295949"/>
                    </a:lnTo>
                    <a:lnTo>
                      <a:pt x="32926" y="248861"/>
                    </a:lnTo>
                    <a:lnTo>
                      <a:pt x="31937" y="206307"/>
                    </a:lnTo>
                    <a:lnTo>
                      <a:pt x="31937" y="148174"/>
                    </a:lnTo>
                    <a:lnTo>
                      <a:pt x="32090" y="130691"/>
                    </a:lnTo>
                    <a:lnTo>
                      <a:pt x="35362" y="85024"/>
                    </a:lnTo>
                    <a:lnTo>
                      <a:pt x="58486" y="46124"/>
                    </a:lnTo>
                    <a:lnTo>
                      <a:pt x="105573" y="32962"/>
                    </a:lnTo>
                    <a:lnTo>
                      <a:pt x="326666" y="31936"/>
                    </a:lnTo>
                    <a:lnTo>
                      <a:pt x="324687" y="29747"/>
                    </a:lnTo>
                    <a:lnTo>
                      <a:pt x="284468" y="6295"/>
                    </a:lnTo>
                    <a:lnTo>
                      <a:pt x="237649" y="538"/>
                    </a:lnTo>
                    <a:lnTo>
                      <a:pt x="224699" y="212"/>
                    </a:lnTo>
                    <a:lnTo>
                      <a:pt x="177194" y="0"/>
                    </a:lnTo>
                    <a:close/>
                  </a:path>
                  <a:path w="354965" h="354965">
                    <a:moveTo>
                      <a:pt x="326666" y="31936"/>
                    </a:moveTo>
                    <a:lnTo>
                      <a:pt x="177194" y="31936"/>
                    </a:lnTo>
                    <a:lnTo>
                      <a:pt x="223748" y="32127"/>
                    </a:lnTo>
                    <a:lnTo>
                      <a:pt x="236399" y="32439"/>
                    </a:lnTo>
                    <a:lnTo>
                      <a:pt x="276380" y="37200"/>
                    </a:lnTo>
                    <a:lnTo>
                      <a:pt x="308310" y="58532"/>
                    </a:lnTo>
                    <a:lnTo>
                      <a:pt x="321462" y="105619"/>
                    </a:lnTo>
                    <a:lnTo>
                      <a:pt x="322453" y="148174"/>
                    </a:lnTo>
                    <a:lnTo>
                      <a:pt x="322453" y="206307"/>
                    </a:lnTo>
                    <a:lnTo>
                      <a:pt x="321462" y="248861"/>
                    </a:lnTo>
                    <a:lnTo>
                      <a:pt x="312153" y="290043"/>
                    </a:lnTo>
                    <a:lnTo>
                      <a:pt x="281725" y="315414"/>
                    </a:lnTo>
                    <a:lnTo>
                      <a:pt x="236401" y="322037"/>
                    </a:lnTo>
                    <a:lnTo>
                      <a:pt x="177194" y="322545"/>
                    </a:lnTo>
                    <a:lnTo>
                      <a:pt x="326666" y="322545"/>
                    </a:lnTo>
                    <a:lnTo>
                      <a:pt x="348148" y="284515"/>
                    </a:lnTo>
                    <a:lnTo>
                      <a:pt x="353896" y="237694"/>
                    </a:lnTo>
                    <a:lnTo>
                      <a:pt x="354389" y="206307"/>
                    </a:lnTo>
                    <a:lnTo>
                      <a:pt x="354389" y="148174"/>
                    </a:lnTo>
                    <a:lnTo>
                      <a:pt x="353367" y="104164"/>
                    </a:lnTo>
                    <a:lnTo>
                      <a:pt x="345137" y="61139"/>
                    </a:lnTo>
                    <a:lnTo>
                      <a:pt x="331401" y="37172"/>
                    </a:lnTo>
                    <a:lnTo>
                      <a:pt x="326666" y="31936"/>
                    </a:lnTo>
                    <a:close/>
                  </a:path>
                </a:pathLst>
              </a:custGeom>
              <a:solidFill>
                <a:srgbClr val="FFFFFF"/>
              </a:solidFill>
            </p:spPr>
            <p:txBody>
              <a:bodyPr wrap="square" lIns="0" tIns="0" rIns="0" bIns="0" rtlCol="0"/>
              <a:lstStyle/>
              <a:p>
                <a:endParaRPr sz="637"/>
              </a:p>
            </p:txBody>
          </p:sp>
          <p:pic>
            <p:nvPicPr>
              <p:cNvPr id="39" name="object 36">
                <a:extLst>
                  <a:ext uri="{FF2B5EF4-FFF2-40B4-BE49-F238E27FC236}">
                    <a16:creationId xmlns:a16="http://schemas.microsoft.com/office/drawing/2014/main" id="{CD5E6E16-C166-6448-9F90-7887551816D5}"/>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7369271" y="6343848"/>
                <a:ext cx="206898" cy="206901"/>
              </a:xfrm>
              <a:prstGeom prst="rect">
                <a:avLst/>
              </a:prstGeom>
            </p:spPr>
          </p:pic>
        </p:grpSp>
      </p:grpSp>
      <p:sp>
        <p:nvSpPr>
          <p:cNvPr id="40" name="TextBox 39">
            <a:extLst>
              <a:ext uri="{FF2B5EF4-FFF2-40B4-BE49-F238E27FC236}">
                <a16:creationId xmlns:a16="http://schemas.microsoft.com/office/drawing/2014/main" id="{28204A2C-DDE7-0D47-A45D-744EB2CD5E9F}"/>
              </a:ext>
            </a:extLst>
          </p:cNvPr>
          <p:cNvSpPr txBox="1"/>
          <p:nvPr/>
        </p:nvSpPr>
        <p:spPr>
          <a:xfrm>
            <a:off x="6905359" y="2357657"/>
            <a:ext cx="1960339" cy="4424929"/>
          </a:xfrm>
          <a:prstGeom prst="rect">
            <a:avLst/>
          </a:prstGeom>
          <a:solidFill>
            <a:schemeClr val="bg1"/>
          </a:solidFill>
        </p:spPr>
        <p:txBody>
          <a:bodyPr wrap="square" rtlCol="0">
            <a:spAutoFit/>
          </a:bodyPr>
          <a:lstStyle/>
          <a:p>
            <a:pPr lvl="0"/>
            <a:r>
              <a:rPr lang="en-US" sz="728">
                <a:latin typeface="Arial" panose="020B0604020202020204" pitchFamily="34" charset="0"/>
                <a:cs typeface="Arial" panose="020B0604020202020204" pitchFamily="34" charset="0"/>
              </a:rPr>
              <a:t>The information contained herein is the property of GlobalFoundries and/or its licensors.</a:t>
            </a:r>
          </a:p>
          <a:p>
            <a:pPr lvl="0"/>
            <a:endParaRPr lang="en-US" sz="728">
              <a:latin typeface="Arial" panose="020B0604020202020204" pitchFamily="34" charset="0"/>
              <a:cs typeface="Arial" panose="020B0604020202020204" pitchFamily="34" charset="0"/>
            </a:endParaRPr>
          </a:p>
          <a:p>
            <a:pPr lvl="0"/>
            <a:r>
              <a:rPr lang="en-US" sz="728">
                <a:latin typeface="Arial" panose="020B0604020202020204" pitchFamily="34" charset="0"/>
                <a:cs typeface="Arial" panose="020B0604020202020204" pitchFamily="34" charset="0"/>
              </a:rPr>
              <a:t>This document is for informational purposes only, is current only as of the date of publication and is subject to change by GlobalFoundries at any time without notice.</a:t>
            </a:r>
          </a:p>
          <a:p>
            <a:pPr lvl="0"/>
            <a:endParaRPr lang="en-US" sz="728">
              <a:latin typeface="Arial" panose="020B0604020202020204" pitchFamily="34" charset="0"/>
              <a:cs typeface="Arial" panose="020B0604020202020204" pitchFamily="34" charset="0"/>
            </a:endParaRPr>
          </a:p>
          <a:p>
            <a:pPr lvl="0"/>
            <a:r>
              <a:rPr lang="en-US" sz="728">
                <a:latin typeface="Arial" panose="020B0604020202020204" pitchFamily="34" charset="0"/>
                <a:cs typeface="Arial" panose="020B0604020202020204" pitchFamily="34" charset="0"/>
              </a:rPr>
              <a:t>GlobalFoundries, the GlobalFoundries logo and combinations thereof are trademarks of GlobalFoundries Inc. in the United States and/or other jurisdictions. Other product or service names are for identification only and may be trademarks or service marks of their respective owners.</a:t>
            </a:r>
          </a:p>
          <a:p>
            <a:pPr lvl="0"/>
            <a:endParaRPr lang="en-US" sz="728">
              <a:latin typeface="Arial" panose="020B0604020202020204" pitchFamily="34" charset="0"/>
              <a:cs typeface="Arial" panose="020B0604020202020204" pitchFamily="34" charset="0"/>
            </a:endParaRPr>
          </a:p>
          <a:p>
            <a:pPr lvl="0"/>
            <a:r>
              <a:rPr lang="en-US" sz="728">
                <a:latin typeface="Arial" panose="020B0604020202020204" pitchFamily="34" charset="0"/>
                <a:cs typeface="Arial" panose="020B0604020202020204" pitchFamily="34" charset="0"/>
              </a:rPr>
              <a:t>© GlobalFoundries Inc. 2021. Unless otherwise indicated, all rights reserved. Do not copy or redistribute except as expressly permitted by GlobalFoundries.</a:t>
            </a:r>
          </a:p>
          <a:p>
            <a:pPr algn="l"/>
            <a:endParaRPr lang="en-US" sz="728" kern="0"/>
          </a:p>
        </p:txBody>
      </p:sp>
      <p:pic>
        <p:nvPicPr>
          <p:cNvPr id="23" name="Picture 22" descr="Logo&#10;&#10;Description automatically generated">
            <a:extLst>
              <a:ext uri="{FF2B5EF4-FFF2-40B4-BE49-F238E27FC236}">
                <a16:creationId xmlns:a16="http://schemas.microsoft.com/office/drawing/2014/main" id="{DAB81BFC-67DE-4B3C-BF6E-B7C8A114E7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4679" y="4352064"/>
            <a:ext cx="2656120" cy="518231"/>
          </a:xfrm>
          <a:prstGeom prst="rect">
            <a:avLst/>
          </a:prstGeom>
        </p:spPr>
      </p:pic>
      <p:sp>
        <p:nvSpPr>
          <p:cNvPr id="24" name="TextBox 23">
            <a:extLst>
              <a:ext uri="{FF2B5EF4-FFF2-40B4-BE49-F238E27FC236}">
                <a16:creationId xmlns:a16="http://schemas.microsoft.com/office/drawing/2014/main" id="{89483692-E4D5-49DC-A344-CA714F5F2731}"/>
              </a:ext>
            </a:extLst>
          </p:cNvPr>
          <p:cNvSpPr txBox="1"/>
          <p:nvPr/>
        </p:nvSpPr>
        <p:spPr>
          <a:xfrm>
            <a:off x="6905359" y="1337203"/>
            <a:ext cx="1860015" cy="988219"/>
          </a:xfrm>
          <a:prstGeom prst="rect">
            <a:avLst/>
          </a:prstGeom>
        </p:spPr>
        <p:txBody>
          <a:bodyPr wrap="square" rtlCol="0">
            <a:spAutoFit/>
          </a:bodyPr>
          <a:lstStyle/>
          <a:p>
            <a:pPr algn="l"/>
            <a:r>
              <a:rPr lang="en-US" sz="2183" kern="0">
                <a:solidFill>
                  <a:schemeClr val="bg2"/>
                </a:solidFill>
                <a:latin typeface="Arial Black" panose="020B0A04020102020204" pitchFamily="34" charset="0"/>
              </a:rPr>
              <a:t>Thank You</a:t>
            </a:r>
          </a:p>
        </p:txBody>
      </p:sp>
    </p:spTree>
    <p:extLst>
      <p:ext uri="{BB962C8B-B14F-4D97-AF65-F5344CB8AC3E}">
        <p14:creationId xmlns:p14="http://schemas.microsoft.com/office/powerpoint/2010/main" val="1776449343"/>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34458772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Slide">
    <p:spTree>
      <p:nvGrpSpPr>
        <p:cNvPr id="1" name="Shape 366"/>
        <p:cNvGrpSpPr/>
        <p:nvPr/>
      </p:nvGrpSpPr>
      <p:grpSpPr>
        <a:xfrm>
          <a:off x="0" y="0"/>
          <a:ext cx="0" cy="0"/>
          <a:chOff x="0" y="0"/>
          <a:chExt cx="0" cy="0"/>
        </a:xfrm>
      </p:grpSpPr>
      <p:pic>
        <p:nvPicPr>
          <p:cNvPr id="367" name="Google Shape;367;p49"/>
          <p:cNvPicPr preferRelativeResize="0"/>
          <p:nvPr/>
        </p:nvPicPr>
        <p:blipFill rotWithShape="1">
          <a:blip r:embed="rId2">
            <a:alphaModFix/>
          </a:blip>
          <a:srcRect/>
          <a:stretch/>
        </p:blipFill>
        <p:spPr>
          <a:xfrm>
            <a:off x="188809" y="-2156"/>
            <a:ext cx="8965200" cy="2571900"/>
          </a:xfrm>
          <a:prstGeom prst="rect">
            <a:avLst/>
          </a:prstGeom>
          <a:noFill/>
          <a:ln>
            <a:noFill/>
          </a:ln>
        </p:spPr>
      </p:pic>
      <p:sp>
        <p:nvSpPr>
          <p:cNvPr id="368" name="Google Shape;368;p49"/>
          <p:cNvSpPr/>
          <p:nvPr/>
        </p:nvSpPr>
        <p:spPr>
          <a:xfrm>
            <a:off x="0" y="0"/>
            <a:ext cx="6705600" cy="2571900"/>
          </a:xfrm>
          <a:prstGeom prst="rect">
            <a:avLst/>
          </a:prstGeom>
          <a:gradFill>
            <a:gsLst>
              <a:gs pos="0">
                <a:srgbClr val="FEFEFE"/>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369" name="Google Shape;369;p49"/>
          <p:cNvPicPr preferRelativeResize="0"/>
          <p:nvPr/>
        </p:nvPicPr>
        <p:blipFill rotWithShape="1">
          <a:blip r:embed="rId3">
            <a:alphaModFix/>
          </a:blip>
          <a:srcRect/>
          <a:stretch/>
        </p:blipFill>
        <p:spPr>
          <a:xfrm>
            <a:off x="-1" y="2613956"/>
            <a:ext cx="1892400" cy="1897200"/>
          </a:xfrm>
          <a:prstGeom prst="rect">
            <a:avLst/>
          </a:prstGeom>
          <a:noFill/>
          <a:ln>
            <a:noFill/>
          </a:ln>
        </p:spPr>
      </p:pic>
      <p:sp>
        <p:nvSpPr>
          <p:cNvPr id="370" name="Google Shape;370;p49"/>
          <p:cNvSpPr/>
          <p:nvPr/>
        </p:nvSpPr>
        <p:spPr>
          <a:xfrm>
            <a:off x="0" y="2571750"/>
            <a:ext cx="9144000" cy="1371600"/>
          </a:xfrm>
          <a:prstGeom prst="rect">
            <a:avLst/>
          </a:prstGeom>
          <a:gradFill>
            <a:gsLst>
              <a:gs pos="0">
                <a:srgbClr val="FFFFFF">
                  <a:alpha val="53725"/>
                </a:srgbClr>
              </a:gs>
              <a:gs pos="100000">
                <a:schemeClr val="lt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1" name="Google Shape;371;p49"/>
          <p:cNvSpPr/>
          <p:nvPr/>
        </p:nvSpPr>
        <p:spPr>
          <a:xfrm>
            <a:off x="0" y="2571750"/>
            <a:ext cx="137100" cy="1371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2" name="Google Shape;372;p49"/>
          <p:cNvSpPr txBox="1">
            <a:spLocks noGrp="1"/>
          </p:cNvSpPr>
          <p:nvPr>
            <p:ph type="ctrTitle"/>
          </p:nvPr>
        </p:nvSpPr>
        <p:spPr>
          <a:xfrm>
            <a:off x="914400" y="2686050"/>
            <a:ext cx="7315200" cy="6858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accent1"/>
              </a:buClr>
              <a:buSzPts val="2400"/>
              <a:buFont typeface="Arial"/>
              <a:buNone/>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
        <p:nvSpPr>
          <p:cNvPr id="373" name="Google Shape;373;p49"/>
          <p:cNvSpPr txBox="1">
            <a:spLocks noGrp="1"/>
          </p:cNvSpPr>
          <p:nvPr>
            <p:ph type="subTitle" idx="1"/>
          </p:nvPr>
        </p:nvSpPr>
        <p:spPr>
          <a:xfrm>
            <a:off x="916252" y="3429000"/>
            <a:ext cx="7313400" cy="399900"/>
          </a:xfrm>
          <a:prstGeom prst="rect">
            <a:avLst/>
          </a:prstGeom>
          <a:noFill/>
          <a:ln>
            <a:noFill/>
          </a:ln>
        </p:spPr>
        <p:txBody>
          <a:bodyPr spcFirstLastPara="1" wrap="square" lIns="91425" tIns="91425" rIns="91425" bIns="91425" anchor="t" anchorCtr="0">
            <a:noAutofit/>
          </a:bodyPr>
          <a:lstStyle>
            <a:lvl1pPr marL="0" marR="0" lvl="0" indent="0" algn="l" rtl="0">
              <a:lnSpc>
                <a:spcPct val="90000"/>
              </a:lnSpc>
              <a:spcBef>
                <a:spcPts val="1200"/>
              </a:spcBef>
              <a:spcAft>
                <a:spcPts val="0"/>
              </a:spcAft>
              <a:buClr>
                <a:srgbClr val="3F3F41"/>
              </a:buClr>
              <a:buSzPts val="2000"/>
              <a:buFont typeface="Arial"/>
              <a:buNone/>
              <a:defRPr/>
            </a:lvl1pPr>
            <a:lvl2pPr marL="457200" marR="0" lvl="1" indent="0" algn="ctr" rtl="0">
              <a:lnSpc>
                <a:spcPct val="90000"/>
              </a:lnSpc>
              <a:spcBef>
                <a:spcPts val="800"/>
              </a:spcBef>
              <a:spcAft>
                <a:spcPts val="0"/>
              </a:spcAft>
              <a:buClr>
                <a:srgbClr val="3F3F41"/>
              </a:buClr>
              <a:buSzPts val="1600"/>
              <a:buFont typeface="Arial"/>
              <a:buNone/>
              <a:defRPr/>
            </a:lvl2pPr>
            <a:lvl3pPr marL="914400" marR="0" lvl="2" indent="0" algn="ctr" rtl="0">
              <a:lnSpc>
                <a:spcPct val="90000"/>
              </a:lnSpc>
              <a:spcBef>
                <a:spcPts val="600"/>
              </a:spcBef>
              <a:spcAft>
                <a:spcPts val="0"/>
              </a:spcAft>
              <a:buClr>
                <a:srgbClr val="3F3F41"/>
              </a:buClr>
              <a:buSzPts val="1400"/>
              <a:buFont typeface="Arial"/>
              <a:buNone/>
              <a:defRPr/>
            </a:lvl3pPr>
            <a:lvl4pPr marL="1371600" marR="0" lvl="3" indent="0" algn="ctr" rtl="0">
              <a:lnSpc>
                <a:spcPct val="90000"/>
              </a:lnSpc>
              <a:spcBef>
                <a:spcPts val="600"/>
              </a:spcBef>
              <a:spcAft>
                <a:spcPts val="0"/>
              </a:spcAft>
              <a:buClr>
                <a:srgbClr val="3F3F41"/>
              </a:buClr>
              <a:buSzPts val="1400"/>
              <a:buFont typeface="Arial"/>
              <a:buNone/>
              <a:defRPr/>
            </a:lvl4pPr>
            <a:lvl5pPr marL="1828800" marR="0" lvl="4" indent="0" algn="ctr" rtl="0">
              <a:lnSpc>
                <a:spcPct val="90000"/>
              </a:lnSpc>
              <a:spcBef>
                <a:spcPts val="600"/>
              </a:spcBef>
              <a:spcAft>
                <a:spcPts val="0"/>
              </a:spcAft>
              <a:buClr>
                <a:srgbClr val="3F3F41"/>
              </a:buClr>
              <a:buSzPts val="1400"/>
              <a:buFont typeface="Arial"/>
              <a:buNone/>
              <a:defRPr/>
            </a:lvl5pPr>
            <a:lvl6pPr marL="2286000" marR="0" lvl="5" indent="0" algn="ctr" rtl="0">
              <a:lnSpc>
                <a:spcPct val="90000"/>
              </a:lnSpc>
              <a:spcBef>
                <a:spcPts val="600"/>
              </a:spcBef>
              <a:spcAft>
                <a:spcPts val="0"/>
              </a:spcAft>
              <a:buClr>
                <a:srgbClr val="3F3F41"/>
              </a:buClr>
              <a:buSzPts val="1400"/>
              <a:buFont typeface="Arial"/>
              <a:buNone/>
              <a:defRPr/>
            </a:lvl6pPr>
            <a:lvl7pPr marL="2743200" marR="0" lvl="6" indent="0" algn="ctr" rtl="0">
              <a:lnSpc>
                <a:spcPct val="90000"/>
              </a:lnSpc>
              <a:spcBef>
                <a:spcPts val="600"/>
              </a:spcBef>
              <a:spcAft>
                <a:spcPts val="0"/>
              </a:spcAft>
              <a:buClr>
                <a:srgbClr val="3F3F41"/>
              </a:buClr>
              <a:buSzPts val="1400"/>
              <a:buFont typeface="Arial"/>
              <a:buNone/>
              <a:defRPr/>
            </a:lvl7pPr>
            <a:lvl8pPr marL="3200400" marR="0" lvl="7" indent="0" algn="ctr" rtl="0">
              <a:lnSpc>
                <a:spcPct val="90000"/>
              </a:lnSpc>
              <a:spcBef>
                <a:spcPts val="600"/>
              </a:spcBef>
              <a:spcAft>
                <a:spcPts val="0"/>
              </a:spcAft>
              <a:buClr>
                <a:srgbClr val="3F3F41"/>
              </a:buClr>
              <a:buSzPts val="1400"/>
              <a:buFont typeface="Arial"/>
              <a:buNone/>
              <a:defRPr/>
            </a:lvl8pPr>
            <a:lvl9pPr marL="3657600" marR="0" lvl="8" indent="0" algn="ctr" rtl="0">
              <a:lnSpc>
                <a:spcPct val="90000"/>
              </a:lnSpc>
              <a:spcBef>
                <a:spcPts val="600"/>
              </a:spcBef>
              <a:spcAft>
                <a:spcPts val="0"/>
              </a:spcAft>
              <a:buClr>
                <a:srgbClr val="3F3F41"/>
              </a:buClr>
              <a:buSzPts val="1400"/>
              <a:buFont typeface="Arial"/>
              <a:buNone/>
              <a:defRPr/>
            </a:lvl9pPr>
          </a:lstStyle>
          <a:p>
            <a:endParaRPr/>
          </a:p>
        </p:txBody>
      </p:sp>
      <p:pic>
        <p:nvPicPr>
          <p:cNvPr id="374" name="Google Shape;374;p49"/>
          <p:cNvPicPr preferRelativeResize="0"/>
          <p:nvPr/>
        </p:nvPicPr>
        <p:blipFill rotWithShape="1">
          <a:blip r:embed="rId4">
            <a:alphaModFix/>
          </a:blip>
          <a:srcRect/>
          <a:stretch/>
        </p:blipFill>
        <p:spPr>
          <a:xfrm>
            <a:off x="5105400" y="4343400"/>
            <a:ext cx="3124200" cy="304200"/>
          </a:xfrm>
          <a:prstGeom prst="rect">
            <a:avLst/>
          </a:prstGeom>
          <a:noFill/>
          <a:ln>
            <a:noFill/>
          </a:ln>
        </p:spPr>
      </p:pic>
    </p:spTree>
    <p:extLst>
      <p:ext uri="{BB962C8B-B14F-4D97-AF65-F5344CB8AC3E}">
        <p14:creationId xmlns:p14="http://schemas.microsoft.com/office/powerpoint/2010/main" val="22887093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75"/>
        <p:cNvGrpSpPr/>
        <p:nvPr/>
      </p:nvGrpSpPr>
      <p:grpSpPr>
        <a:xfrm>
          <a:off x="0" y="0"/>
          <a:ext cx="0" cy="0"/>
          <a:chOff x="0" y="0"/>
          <a:chExt cx="0" cy="0"/>
        </a:xfrm>
      </p:grpSpPr>
      <p:sp>
        <p:nvSpPr>
          <p:cNvPr id="376" name="Google Shape;376;p50"/>
          <p:cNvSpPr txBox="1">
            <a:spLocks noGrp="1"/>
          </p:cNvSpPr>
          <p:nvPr>
            <p:ph type="title"/>
          </p:nvPr>
        </p:nvSpPr>
        <p:spPr>
          <a:xfrm>
            <a:off x="685800" y="171450"/>
            <a:ext cx="7772400" cy="628500"/>
          </a:xfrm>
          <a:prstGeom prst="rect">
            <a:avLst/>
          </a:prstGeom>
          <a:noFill/>
          <a:ln>
            <a:noFill/>
          </a:ln>
        </p:spPr>
        <p:txBody>
          <a:bodyPr spcFirstLastPara="1" wrap="square" lIns="91425" tIns="91425" rIns="91425" bIns="91425" anchor="b" anchorCtr="0">
            <a:noAutofit/>
          </a:bodyPr>
          <a:lstStyle>
            <a:lvl1pPr lvl="0" algn="l" rtl="0">
              <a:lnSpc>
                <a:spcPct val="90000"/>
              </a:lnSpc>
              <a:spcBef>
                <a:spcPts val="0"/>
              </a:spcBef>
              <a:spcAft>
                <a:spcPts val="0"/>
              </a:spcAft>
              <a:buSzPts val="2400"/>
              <a:buFont typeface="Arial"/>
              <a:buNone/>
              <a:defRPr sz="2400">
                <a:solidFill>
                  <a:schemeClr val="accent1"/>
                </a:solidFill>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377" name="Google Shape;377;p50"/>
          <p:cNvSpPr txBox="1">
            <a:spLocks noGrp="1"/>
          </p:cNvSpPr>
          <p:nvPr>
            <p:ph type="body" idx="1"/>
          </p:nvPr>
        </p:nvSpPr>
        <p:spPr>
          <a:xfrm>
            <a:off x="685800" y="1085850"/>
            <a:ext cx="7772400" cy="3543300"/>
          </a:xfrm>
          <a:prstGeom prst="rect">
            <a:avLst/>
          </a:prstGeom>
          <a:noFill/>
          <a:ln>
            <a:noFill/>
          </a:ln>
        </p:spPr>
        <p:txBody>
          <a:bodyPr spcFirstLastPara="1" wrap="square" lIns="91425" tIns="91425" rIns="91425" bIns="91425" anchor="t" anchorCtr="0">
            <a:noAutofit/>
          </a:bodyPr>
          <a:lstStyle>
            <a:lvl1pPr marL="457200" lvl="0" indent="-355600" algn="l" rtl="0">
              <a:lnSpc>
                <a:spcPct val="100000"/>
              </a:lnSpc>
              <a:spcBef>
                <a:spcPts val="0"/>
              </a:spcBef>
              <a:spcAft>
                <a:spcPts val="0"/>
              </a:spcAft>
              <a:buClr>
                <a:srgbClr val="3F3F41"/>
              </a:buClr>
              <a:buSzPts val="2000"/>
              <a:buFont typeface="Arial"/>
              <a:buChar char="●"/>
              <a:defRPr sz="2000"/>
            </a:lvl1pPr>
            <a:lvl2pPr marL="914400" lvl="1" indent="-330200" algn="l" rtl="0">
              <a:lnSpc>
                <a:spcPct val="90000"/>
              </a:lnSpc>
              <a:spcBef>
                <a:spcPts val="800"/>
              </a:spcBef>
              <a:spcAft>
                <a:spcPts val="0"/>
              </a:spcAft>
              <a:buClr>
                <a:srgbClr val="3F3F41"/>
              </a:buClr>
              <a:buSzPts val="1600"/>
              <a:buFont typeface="Arial"/>
              <a:buChar char="―"/>
              <a:defRPr sz="1600"/>
            </a:lvl2pPr>
            <a:lvl3pPr marL="1371600" lvl="2" indent="-317500" algn="l" rtl="0">
              <a:lnSpc>
                <a:spcPct val="90000"/>
              </a:lnSpc>
              <a:spcBef>
                <a:spcPts val="600"/>
              </a:spcBef>
              <a:spcAft>
                <a:spcPts val="0"/>
              </a:spcAft>
              <a:buClr>
                <a:srgbClr val="3F3F41"/>
              </a:buClr>
              <a:buSzPts val="1400"/>
              <a:buFont typeface="Arial"/>
              <a:buChar char="■"/>
              <a:defRPr/>
            </a:lvl3pPr>
            <a:lvl4pPr marL="1828800" lvl="3" indent="-317500" algn="l" rtl="0">
              <a:lnSpc>
                <a:spcPct val="90000"/>
              </a:lnSpc>
              <a:spcBef>
                <a:spcPts val="600"/>
              </a:spcBef>
              <a:spcAft>
                <a:spcPts val="0"/>
              </a:spcAft>
              <a:buClr>
                <a:srgbClr val="3F3F41"/>
              </a:buClr>
              <a:buSzPts val="1400"/>
              <a:buFont typeface="Arial"/>
              <a:buChar char="○"/>
              <a:defRPr/>
            </a:lvl4pPr>
            <a:lvl5pPr marL="2286000" lvl="4" indent="-317500" algn="l" rtl="0">
              <a:lnSpc>
                <a:spcPct val="90000"/>
              </a:lnSpc>
              <a:spcBef>
                <a:spcPts val="600"/>
              </a:spcBef>
              <a:spcAft>
                <a:spcPts val="0"/>
              </a:spcAft>
              <a:buClr>
                <a:srgbClr val="3F3F41"/>
              </a:buClr>
              <a:buSzPts val="1400"/>
              <a:buFont typeface="Arial"/>
              <a:buChar char="‒"/>
              <a:defRPr/>
            </a:lvl5pPr>
            <a:lvl6pPr marL="2743200" lvl="5" indent="-317500" algn="l" rtl="0">
              <a:lnSpc>
                <a:spcPct val="90000"/>
              </a:lnSpc>
              <a:spcBef>
                <a:spcPts val="600"/>
              </a:spcBef>
              <a:spcAft>
                <a:spcPts val="0"/>
              </a:spcAft>
              <a:buClr>
                <a:srgbClr val="3F3F41"/>
              </a:buClr>
              <a:buSzPts val="1400"/>
              <a:buFont typeface="Arial"/>
              <a:buChar char="‒"/>
              <a:defRPr/>
            </a:lvl6pPr>
            <a:lvl7pPr marL="3200400" lvl="6" indent="-317500" algn="l" rtl="0">
              <a:lnSpc>
                <a:spcPct val="90000"/>
              </a:lnSpc>
              <a:spcBef>
                <a:spcPts val="600"/>
              </a:spcBef>
              <a:spcAft>
                <a:spcPts val="0"/>
              </a:spcAft>
              <a:buClr>
                <a:srgbClr val="3F3F41"/>
              </a:buClr>
              <a:buSzPts val="1400"/>
              <a:buFont typeface="Arial"/>
              <a:buChar char="●"/>
              <a:defRPr/>
            </a:lvl7pPr>
            <a:lvl8pPr marL="3657600" lvl="7" indent="-317500" algn="l" rtl="0">
              <a:lnSpc>
                <a:spcPct val="90000"/>
              </a:lnSpc>
              <a:spcBef>
                <a:spcPts val="600"/>
              </a:spcBef>
              <a:spcAft>
                <a:spcPts val="0"/>
              </a:spcAft>
              <a:buClr>
                <a:srgbClr val="3F3F41"/>
              </a:buClr>
              <a:buSzPts val="1400"/>
              <a:buFont typeface="Arial"/>
              <a:buChar char="○"/>
              <a:defRPr/>
            </a:lvl8pPr>
            <a:lvl9pPr marL="4114800" lvl="8" indent="-317500" algn="l" rtl="0">
              <a:lnSpc>
                <a:spcPct val="90000"/>
              </a:lnSpc>
              <a:spcBef>
                <a:spcPts val="600"/>
              </a:spcBef>
              <a:spcAft>
                <a:spcPts val="0"/>
              </a:spcAft>
              <a:buClr>
                <a:srgbClr val="3F3F41"/>
              </a:buClr>
              <a:buSzPts val="1400"/>
              <a:buFont typeface="Arial"/>
              <a:buChar char="■"/>
              <a:defRPr/>
            </a:lvl9pPr>
          </a:lstStyle>
          <a:p>
            <a:endParaRPr/>
          </a:p>
        </p:txBody>
      </p:sp>
      <p:sp>
        <p:nvSpPr>
          <p:cNvPr id="378" name="Google Shape;378;p50"/>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79" name="Google Shape;379;p50"/>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80" name="Google Shape;380;p50"/>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extLst>
      <p:ext uri="{BB962C8B-B14F-4D97-AF65-F5344CB8AC3E}">
        <p14:creationId xmlns:p14="http://schemas.microsoft.com/office/powerpoint/2010/main" val="36262037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4-Area Layout">
  <p:cSld name="4-Area Layout">
    <p:spTree>
      <p:nvGrpSpPr>
        <p:cNvPr id="1" name="Shape 381"/>
        <p:cNvGrpSpPr/>
        <p:nvPr/>
      </p:nvGrpSpPr>
      <p:grpSpPr>
        <a:xfrm>
          <a:off x="0" y="0"/>
          <a:ext cx="0" cy="0"/>
          <a:chOff x="0" y="0"/>
          <a:chExt cx="0" cy="0"/>
        </a:xfrm>
      </p:grpSpPr>
      <p:sp>
        <p:nvSpPr>
          <p:cNvPr id="382" name="Google Shape;382;p51"/>
          <p:cNvSpPr txBox="1">
            <a:spLocks noGrp="1"/>
          </p:cNvSpPr>
          <p:nvPr>
            <p:ph type="title"/>
          </p:nvPr>
        </p:nvSpPr>
        <p:spPr>
          <a:xfrm>
            <a:off x="685800" y="171450"/>
            <a:ext cx="7772400" cy="628500"/>
          </a:xfrm>
          <a:prstGeom prst="rect">
            <a:avLst/>
          </a:prstGeom>
        </p:spPr>
        <p:txBody>
          <a:bodyPr spcFirstLastPara="1" wrap="square" lIns="91425" tIns="91425" rIns="91425" bIns="91425" anchor="b"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83" name="Google Shape;383;p51"/>
          <p:cNvSpPr txBox="1"/>
          <p:nvPr/>
        </p:nvSpPr>
        <p:spPr>
          <a:xfrm>
            <a:off x="509250" y="903800"/>
            <a:ext cx="4045500" cy="302400"/>
          </a:xfrm>
          <a:prstGeom prst="rect">
            <a:avLst/>
          </a:prstGeom>
          <a:solidFill>
            <a:srgbClr val="FCE5C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1"/>
          <p:cNvSpPr txBox="1"/>
          <p:nvPr/>
        </p:nvSpPr>
        <p:spPr>
          <a:xfrm>
            <a:off x="4589250" y="903800"/>
            <a:ext cx="4045500" cy="302400"/>
          </a:xfrm>
          <a:prstGeom prst="rect">
            <a:avLst/>
          </a:prstGeom>
          <a:solidFill>
            <a:srgbClr val="C9DAF8"/>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1"/>
          <p:cNvSpPr txBox="1"/>
          <p:nvPr/>
        </p:nvSpPr>
        <p:spPr>
          <a:xfrm>
            <a:off x="509250" y="2983774"/>
            <a:ext cx="4045500" cy="302400"/>
          </a:xfrm>
          <a:prstGeom prst="rect">
            <a:avLst/>
          </a:prstGeom>
          <a:solidFill>
            <a:srgbClr val="D9EAD3"/>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1"/>
          <p:cNvSpPr txBox="1"/>
          <p:nvPr/>
        </p:nvSpPr>
        <p:spPr>
          <a:xfrm>
            <a:off x="4589250" y="2983774"/>
            <a:ext cx="4045500" cy="302400"/>
          </a:xfrm>
          <a:prstGeom prst="rect">
            <a:avLst/>
          </a:prstGeom>
          <a:solidFill>
            <a:srgbClr val="E6B8A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1"/>
          <p:cNvSpPr txBox="1">
            <a:spLocks noGrp="1"/>
          </p:cNvSpPr>
          <p:nvPr>
            <p:ph type="body" idx="1"/>
          </p:nvPr>
        </p:nvSpPr>
        <p:spPr>
          <a:xfrm>
            <a:off x="509250" y="1206169"/>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04800" algn="l" rtl="0">
              <a:lnSpc>
                <a:spcPct val="100000"/>
              </a:lnSpc>
              <a:spcBef>
                <a:spcPts val="0"/>
              </a:spcBef>
              <a:spcAft>
                <a:spcPts val="0"/>
              </a:spcAft>
              <a:buClr>
                <a:srgbClr val="3F3F41"/>
              </a:buClr>
              <a:buSzPts val="1200"/>
              <a:buFont typeface="Arial"/>
              <a:buChar char="●"/>
              <a:defRPr sz="1200"/>
            </a:lvl1pPr>
            <a:lvl2pPr marL="914400" lvl="1" indent="-292100" algn="l" rtl="0">
              <a:lnSpc>
                <a:spcPct val="90000"/>
              </a:lnSpc>
              <a:spcBef>
                <a:spcPts val="800"/>
              </a:spcBef>
              <a:spcAft>
                <a:spcPts val="0"/>
              </a:spcAft>
              <a:buClr>
                <a:srgbClr val="3F3F41"/>
              </a:buClr>
              <a:buSzPts val="1000"/>
              <a:buFont typeface="Arial"/>
              <a:buChar char="―"/>
              <a:defRPr sz="1000"/>
            </a:lvl2pPr>
            <a:lvl3pPr marL="1371600" lvl="2" indent="-279400" algn="l" rtl="0">
              <a:lnSpc>
                <a:spcPct val="90000"/>
              </a:lnSpc>
              <a:spcBef>
                <a:spcPts val="600"/>
              </a:spcBef>
              <a:spcAft>
                <a:spcPts val="0"/>
              </a:spcAft>
              <a:buClr>
                <a:srgbClr val="3F3F41"/>
              </a:buClr>
              <a:buSzPts val="800"/>
              <a:buFont typeface="Arial"/>
              <a:buChar char="■"/>
              <a:defRPr sz="800"/>
            </a:lvl3pPr>
            <a:lvl4pPr marL="1828800" lvl="3" indent="-266700" algn="l" rtl="0">
              <a:lnSpc>
                <a:spcPct val="90000"/>
              </a:lnSpc>
              <a:spcBef>
                <a:spcPts val="600"/>
              </a:spcBef>
              <a:spcAft>
                <a:spcPts val="0"/>
              </a:spcAft>
              <a:buClr>
                <a:srgbClr val="3F3F41"/>
              </a:buClr>
              <a:buSzPts val="600"/>
              <a:buFont typeface="Arial"/>
              <a:buChar char="○"/>
              <a:defRPr sz="600"/>
            </a:lvl4pPr>
            <a:lvl5pPr marL="2286000" lvl="4" indent="-266700" algn="l" rtl="0">
              <a:lnSpc>
                <a:spcPct val="90000"/>
              </a:lnSpc>
              <a:spcBef>
                <a:spcPts val="600"/>
              </a:spcBef>
              <a:spcAft>
                <a:spcPts val="0"/>
              </a:spcAft>
              <a:buClr>
                <a:srgbClr val="3F3F41"/>
              </a:buClr>
              <a:buSzPts val="600"/>
              <a:buFont typeface="Arial"/>
              <a:buChar char="‒"/>
              <a:defRPr sz="600"/>
            </a:lvl5pPr>
            <a:lvl6pPr marL="2743200" lvl="5" indent="-266700" algn="l" rtl="0">
              <a:lnSpc>
                <a:spcPct val="90000"/>
              </a:lnSpc>
              <a:spcBef>
                <a:spcPts val="600"/>
              </a:spcBef>
              <a:spcAft>
                <a:spcPts val="0"/>
              </a:spcAft>
              <a:buClr>
                <a:srgbClr val="3F3F41"/>
              </a:buClr>
              <a:buSzPts val="600"/>
              <a:buFont typeface="Arial"/>
              <a:buChar char="‒"/>
              <a:defRPr sz="600"/>
            </a:lvl6pPr>
            <a:lvl7pPr marL="3200400" lvl="6" indent="-266700" algn="l" rtl="0">
              <a:lnSpc>
                <a:spcPct val="90000"/>
              </a:lnSpc>
              <a:spcBef>
                <a:spcPts val="600"/>
              </a:spcBef>
              <a:spcAft>
                <a:spcPts val="0"/>
              </a:spcAft>
              <a:buClr>
                <a:srgbClr val="3F3F41"/>
              </a:buClr>
              <a:buSzPts val="600"/>
              <a:buFont typeface="Arial"/>
              <a:buChar char="●"/>
              <a:defRPr sz="600"/>
            </a:lvl7pPr>
            <a:lvl8pPr marL="3657600" lvl="7" indent="-266700" algn="l" rtl="0">
              <a:lnSpc>
                <a:spcPct val="90000"/>
              </a:lnSpc>
              <a:spcBef>
                <a:spcPts val="600"/>
              </a:spcBef>
              <a:spcAft>
                <a:spcPts val="0"/>
              </a:spcAft>
              <a:buClr>
                <a:srgbClr val="3F3F41"/>
              </a:buClr>
              <a:buSzPts val="600"/>
              <a:buFont typeface="Arial"/>
              <a:buChar char="○"/>
              <a:defRPr sz="600"/>
            </a:lvl8pPr>
            <a:lvl9pPr marL="4114800" lvl="8" indent="-266700" algn="l" rtl="0">
              <a:lnSpc>
                <a:spcPct val="90000"/>
              </a:lnSpc>
              <a:spcBef>
                <a:spcPts val="600"/>
              </a:spcBef>
              <a:spcAft>
                <a:spcPts val="0"/>
              </a:spcAft>
              <a:buClr>
                <a:srgbClr val="3F3F41"/>
              </a:buClr>
              <a:buSzPts val="600"/>
              <a:buFont typeface="Arial"/>
              <a:buChar char="■"/>
              <a:defRPr sz="600"/>
            </a:lvl9pPr>
          </a:lstStyle>
          <a:p>
            <a:endParaRPr/>
          </a:p>
        </p:txBody>
      </p:sp>
      <p:sp>
        <p:nvSpPr>
          <p:cNvPr id="388" name="Google Shape;388;p51"/>
          <p:cNvSpPr txBox="1">
            <a:spLocks noGrp="1"/>
          </p:cNvSpPr>
          <p:nvPr>
            <p:ph type="body" idx="2"/>
          </p:nvPr>
        </p:nvSpPr>
        <p:spPr>
          <a:xfrm>
            <a:off x="4589250" y="1206169"/>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04800" algn="l" rtl="0">
              <a:lnSpc>
                <a:spcPct val="100000"/>
              </a:lnSpc>
              <a:spcBef>
                <a:spcPts val="0"/>
              </a:spcBef>
              <a:spcAft>
                <a:spcPts val="0"/>
              </a:spcAft>
              <a:buClr>
                <a:srgbClr val="3F3F41"/>
              </a:buClr>
              <a:buSzPts val="1200"/>
              <a:buFont typeface="Arial"/>
              <a:buChar char="●"/>
              <a:defRPr sz="1200"/>
            </a:lvl1pPr>
            <a:lvl2pPr marL="914400" lvl="1" indent="-292100" algn="l" rtl="0">
              <a:lnSpc>
                <a:spcPct val="90000"/>
              </a:lnSpc>
              <a:spcBef>
                <a:spcPts val="800"/>
              </a:spcBef>
              <a:spcAft>
                <a:spcPts val="0"/>
              </a:spcAft>
              <a:buClr>
                <a:srgbClr val="3F3F41"/>
              </a:buClr>
              <a:buSzPts val="1000"/>
              <a:buFont typeface="Arial"/>
              <a:buChar char="―"/>
              <a:defRPr sz="1000"/>
            </a:lvl2pPr>
            <a:lvl3pPr marL="1371600" lvl="2" indent="-279400" algn="l" rtl="0">
              <a:lnSpc>
                <a:spcPct val="90000"/>
              </a:lnSpc>
              <a:spcBef>
                <a:spcPts val="600"/>
              </a:spcBef>
              <a:spcAft>
                <a:spcPts val="0"/>
              </a:spcAft>
              <a:buClr>
                <a:srgbClr val="3F3F41"/>
              </a:buClr>
              <a:buSzPts val="800"/>
              <a:buFont typeface="Arial"/>
              <a:buChar char="■"/>
              <a:defRPr sz="800"/>
            </a:lvl3pPr>
            <a:lvl4pPr marL="1828800" lvl="3" indent="-266700" algn="l" rtl="0">
              <a:lnSpc>
                <a:spcPct val="90000"/>
              </a:lnSpc>
              <a:spcBef>
                <a:spcPts val="600"/>
              </a:spcBef>
              <a:spcAft>
                <a:spcPts val="0"/>
              </a:spcAft>
              <a:buClr>
                <a:srgbClr val="3F3F41"/>
              </a:buClr>
              <a:buSzPts val="600"/>
              <a:buFont typeface="Arial"/>
              <a:buChar char="○"/>
              <a:defRPr sz="600"/>
            </a:lvl4pPr>
            <a:lvl5pPr marL="2286000" lvl="4" indent="-266700" algn="l" rtl="0">
              <a:lnSpc>
                <a:spcPct val="90000"/>
              </a:lnSpc>
              <a:spcBef>
                <a:spcPts val="600"/>
              </a:spcBef>
              <a:spcAft>
                <a:spcPts val="0"/>
              </a:spcAft>
              <a:buClr>
                <a:srgbClr val="3F3F41"/>
              </a:buClr>
              <a:buSzPts val="600"/>
              <a:buFont typeface="Arial"/>
              <a:buChar char="‒"/>
              <a:defRPr sz="600"/>
            </a:lvl5pPr>
            <a:lvl6pPr marL="2743200" lvl="5" indent="-266700" algn="l" rtl="0">
              <a:lnSpc>
                <a:spcPct val="90000"/>
              </a:lnSpc>
              <a:spcBef>
                <a:spcPts val="600"/>
              </a:spcBef>
              <a:spcAft>
                <a:spcPts val="0"/>
              </a:spcAft>
              <a:buClr>
                <a:srgbClr val="3F3F41"/>
              </a:buClr>
              <a:buSzPts val="600"/>
              <a:buFont typeface="Arial"/>
              <a:buChar char="‒"/>
              <a:defRPr sz="600"/>
            </a:lvl6pPr>
            <a:lvl7pPr marL="3200400" lvl="6" indent="-266700" algn="l" rtl="0">
              <a:lnSpc>
                <a:spcPct val="90000"/>
              </a:lnSpc>
              <a:spcBef>
                <a:spcPts val="600"/>
              </a:spcBef>
              <a:spcAft>
                <a:spcPts val="0"/>
              </a:spcAft>
              <a:buClr>
                <a:srgbClr val="3F3F41"/>
              </a:buClr>
              <a:buSzPts val="600"/>
              <a:buFont typeface="Arial"/>
              <a:buChar char="●"/>
              <a:defRPr sz="600"/>
            </a:lvl7pPr>
            <a:lvl8pPr marL="3657600" lvl="7" indent="-266700" algn="l" rtl="0">
              <a:lnSpc>
                <a:spcPct val="90000"/>
              </a:lnSpc>
              <a:spcBef>
                <a:spcPts val="600"/>
              </a:spcBef>
              <a:spcAft>
                <a:spcPts val="0"/>
              </a:spcAft>
              <a:buClr>
                <a:srgbClr val="3F3F41"/>
              </a:buClr>
              <a:buSzPts val="600"/>
              <a:buFont typeface="Arial"/>
              <a:buChar char="○"/>
              <a:defRPr sz="600"/>
            </a:lvl8pPr>
            <a:lvl9pPr marL="4114800" lvl="8" indent="-266700" algn="l" rtl="0">
              <a:lnSpc>
                <a:spcPct val="90000"/>
              </a:lnSpc>
              <a:spcBef>
                <a:spcPts val="600"/>
              </a:spcBef>
              <a:spcAft>
                <a:spcPts val="0"/>
              </a:spcAft>
              <a:buClr>
                <a:srgbClr val="3F3F41"/>
              </a:buClr>
              <a:buSzPts val="600"/>
              <a:buFont typeface="Arial"/>
              <a:buChar char="■"/>
              <a:defRPr sz="600"/>
            </a:lvl9pPr>
          </a:lstStyle>
          <a:p>
            <a:endParaRPr/>
          </a:p>
        </p:txBody>
      </p:sp>
      <p:sp>
        <p:nvSpPr>
          <p:cNvPr id="389" name="Google Shape;389;p51"/>
          <p:cNvSpPr txBox="1">
            <a:spLocks noGrp="1"/>
          </p:cNvSpPr>
          <p:nvPr>
            <p:ph type="body" idx="3"/>
          </p:nvPr>
        </p:nvSpPr>
        <p:spPr>
          <a:xfrm>
            <a:off x="509250" y="3286143"/>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04800" algn="l" rtl="0">
              <a:lnSpc>
                <a:spcPct val="100000"/>
              </a:lnSpc>
              <a:spcBef>
                <a:spcPts val="0"/>
              </a:spcBef>
              <a:spcAft>
                <a:spcPts val="0"/>
              </a:spcAft>
              <a:buClr>
                <a:srgbClr val="3F3F41"/>
              </a:buClr>
              <a:buSzPts val="1200"/>
              <a:buFont typeface="Arial"/>
              <a:buChar char="●"/>
              <a:defRPr sz="1200"/>
            </a:lvl1pPr>
            <a:lvl2pPr marL="914400" lvl="1" indent="-292100" algn="l" rtl="0">
              <a:lnSpc>
                <a:spcPct val="90000"/>
              </a:lnSpc>
              <a:spcBef>
                <a:spcPts val="800"/>
              </a:spcBef>
              <a:spcAft>
                <a:spcPts val="0"/>
              </a:spcAft>
              <a:buClr>
                <a:srgbClr val="3F3F41"/>
              </a:buClr>
              <a:buSzPts val="1000"/>
              <a:buFont typeface="Arial"/>
              <a:buChar char="―"/>
              <a:defRPr sz="1000"/>
            </a:lvl2pPr>
            <a:lvl3pPr marL="1371600" lvl="2" indent="-279400" algn="l" rtl="0">
              <a:lnSpc>
                <a:spcPct val="90000"/>
              </a:lnSpc>
              <a:spcBef>
                <a:spcPts val="600"/>
              </a:spcBef>
              <a:spcAft>
                <a:spcPts val="0"/>
              </a:spcAft>
              <a:buClr>
                <a:srgbClr val="3F3F41"/>
              </a:buClr>
              <a:buSzPts val="800"/>
              <a:buFont typeface="Arial"/>
              <a:buChar char="■"/>
              <a:defRPr sz="800"/>
            </a:lvl3pPr>
            <a:lvl4pPr marL="1828800" lvl="3" indent="-266700" algn="l" rtl="0">
              <a:lnSpc>
                <a:spcPct val="90000"/>
              </a:lnSpc>
              <a:spcBef>
                <a:spcPts val="600"/>
              </a:spcBef>
              <a:spcAft>
                <a:spcPts val="0"/>
              </a:spcAft>
              <a:buClr>
                <a:srgbClr val="3F3F41"/>
              </a:buClr>
              <a:buSzPts val="600"/>
              <a:buFont typeface="Arial"/>
              <a:buChar char="○"/>
              <a:defRPr sz="600"/>
            </a:lvl4pPr>
            <a:lvl5pPr marL="2286000" lvl="4" indent="-266700" algn="l" rtl="0">
              <a:lnSpc>
                <a:spcPct val="90000"/>
              </a:lnSpc>
              <a:spcBef>
                <a:spcPts val="600"/>
              </a:spcBef>
              <a:spcAft>
                <a:spcPts val="0"/>
              </a:spcAft>
              <a:buClr>
                <a:srgbClr val="3F3F41"/>
              </a:buClr>
              <a:buSzPts val="600"/>
              <a:buFont typeface="Arial"/>
              <a:buChar char="‒"/>
              <a:defRPr sz="600"/>
            </a:lvl5pPr>
            <a:lvl6pPr marL="2743200" lvl="5" indent="-266700" algn="l" rtl="0">
              <a:lnSpc>
                <a:spcPct val="90000"/>
              </a:lnSpc>
              <a:spcBef>
                <a:spcPts val="600"/>
              </a:spcBef>
              <a:spcAft>
                <a:spcPts val="0"/>
              </a:spcAft>
              <a:buClr>
                <a:srgbClr val="3F3F41"/>
              </a:buClr>
              <a:buSzPts val="600"/>
              <a:buFont typeface="Arial"/>
              <a:buChar char="‒"/>
              <a:defRPr sz="600"/>
            </a:lvl6pPr>
            <a:lvl7pPr marL="3200400" lvl="6" indent="-266700" algn="l" rtl="0">
              <a:lnSpc>
                <a:spcPct val="90000"/>
              </a:lnSpc>
              <a:spcBef>
                <a:spcPts val="600"/>
              </a:spcBef>
              <a:spcAft>
                <a:spcPts val="0"/>
              </a:spcAft>
              <a:buClr>
                <a:srgbClr val="3F3F41"/>
              </a:buClr>
              <a:buSzPts val="600"/>
              <a:buFont typeface="Arial"/>
              <a:buChar char="●"/>
              <a:defRPr sz="600"/>
            </a:lvl7pPr>
            <a:lvl8pPr marL="3657600" lvl="7" indent="-266700" algn="l" rtl="0">
              <a:lnSpc>
                <a:spcPct val="90000"/>
              </a:lnSpc>
              <a:spcBef>
                <a:spcPts val="600"/>
              </a:spcBef>
              <a:spcAft>
                <a:spcPts val="0"/>
              </a:spcAft>
              <a:buClr>
                <a:srgbClr val="3F3F41"/>
              </a:buClr>
              <a:buSzPts val="600"/>
              <a:buFont typeface="Arial"/>
              <a:buChar char="○"/>
              <a:defRPr sz="600"/>
            </a:lvl8pPr>
            <a:lvl9pPr marL="4114800" lvl="8" indent="-266700" algn="l" rtl="0">
              <a:lnSpc>
                <a:spcPct val="90000"/>
              </a:lnSpc>
              <a:spcBef>
                <a:spcPts val="600"/>
              </a:spcBef>
              <a:spcAft>
                <a:spcPts val="0"/>
              </a:spcAft>
              <a:buClr>
                <a:srgbClr val="3F3F41"/>
              </a:buClr>
              <a:buSzPts val="600"/>
              <a:buFont typeface="Arial"/>
              <a:buChar char="■"/>
              <a:defRPr sz="600"/>
            </a:lvl9pPr>
          </a:lstStyle>
          <a:p>
            <a:endParaRPr/>
          </a:p>
        </p:txBody>
      </p:sp>
      <p:sp>
        <p:nvSpPr>
          <p:cNvPr id="390" name="Google Shape;390;p51"/>
          <p:cNvSpPr txBox="1">
            <a:spLocks noGrp="1"/>
          </p:cNvSpPr>
          <p:nvPr>
            <p:ph type="body" idx="4"/>
          </p:nvPr>
        </p:nvSpPr>
        <p:spPr>
          <a:xfrm>
            <a:off x="4589250" y="3286143"/>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04800" algn="l" rtl="0">
              <a:lnSpc>
                <a:spcPct val="100000"/>
              </a:lnSpc>
              <a:spcBef>
                <a:spcPts val="0"/>
              </a:spcBef>
              <a:spcAft>
                <a:spcPts val="0"/>
              </a:spcAft>
              <a:buClr>
                <a:srgbClr val="3F3F41"/>
              </a:buClr>
              <a:buSzPts val="1200"/>
              <a:buFont typeface="Arial"/>
              <a:buChar char="●"/>
              <a:defRPr sz="1200"/>
            </a:lvl1pPr>
            <a:lvl2pPr marL="914400" lvl="1" indent="-292100" algn="l" rtl="0">
              <a:lnSpc>
                <a:spcPct val="90000"/>
              </a:lnSpc>
              <a:spcBef>
                <a:spcPts val="800"/>
              </a:spcBef>
              <a:spcAft>
                <a:spcPts val="0"/>
              </a:spcAft>
              <a:buClr>
                <a:srgbClr val="3F3F41"/>
              </a:buClr>
              <a:buSzPts val="1000"/>
              <a:buFont typeface="Arial"/>
              <a:buChar char="―"/>
              <a:defRPr sz="1000"/>
            </a:lvl2pPr>
            <a:lvl3pPr marL="1371600" lvl="2" indent="-279400" algn="l" rtl="0">
              <a:lnSpc>
                <a:spcPct val="90000"/>
              </a:lnSpc>
              <a:spcBef>
                <a:spcPts val="600"/>
              </a:spcBef>
              <a:spcAft>
                <a:spcPts val="0"/>
              </a:spcAft>
              <a:buClr>
                <a:srgbClr val="3F3F41"/>
              </a:buClr>
              <a:buSzPts val="800"/>
              <a:buFont typeface="Arial"/>
              <a:buChar char="■"/>
              <a:defRPr sz="800"/>
            </a:lvl3pPr>
            <a:lvl4pPr marL="1828800" lvl="3" indent="-266700" algn="l" rtl="0">
              <a:lnSpc>
                <a:spcPct val="90000"/>
              </a:lnSpc>
              <a:spcBef>
                <a:spcPts val="600"/>
              </a:spcBef>
              <a:spcAft>
                <a:spcPts val="0"/>
              </a:spcAft>
              <a:buClr>
                <a:srgbClr val="3F3F41"/>
              </a:buClr>
              <a:buSzPts val="600"/>
              <a:buFont typeface="Arial"/>
              <a:buChar char="○"/>
              <a:defRPr sz="600"/>
            </a:lvl4pPr>
            <a:lvl5pPr marL="2286000" lvl="4" indent="-266700" algn="l" rtl="0">
              <a:lnSpc>
                <a:spcPct val="90000"/>
              </a:lnSpc>
              <a:spcBef>
                <a:spcPts val="600"/>
              </a:spcBef>
              <a:spcAft>
                <a:spcPts val="0"/>
              </a:spcAft>
              <a:buClr>
                <a:srgbClr val="3F3F41"/>
              </a:buClr>
              <a:buSzPts val="600"/>
              <a:buFont typeface="Arial"/>
              <a:buChar char="‒"/>
              <a:defRPr sz="600"/>
            </a:lvl5pPr>
            <a:lvl6pPr marL="2743200" lvl="5" indent="-266700" algn="l" rtl="0">
              <a:lnSpc>
                <a:spcPct val="90000"/>
              </a:lnSpc>
              <a:spcBef>
                <a:spcPts val="600"/>
              </a:spcBef>
              <a:spcAft>
                <a:spcPts val="0"/>
              </a:spcAft>
              <a:buClr>
                <a:srgbClr val="3F3F41"/>
              </a:buClr>
              <a:buSzPts val="600"/>
              <a:buFont typeface="Arial"/>
              <a:buChar char="‒"/>
              <a:defRPr sz="600"/>
            </a:lvl6pPr>
            <a:lvl7pPr marL="3200400" lvl="6" indent="-266700" algn="l" rtl="0">
              <a:lnSpc>
                <a:spcPct val="90000"/>
              </a:lnSpc>
              <a:spcBef>
                <a:spcPts val="600"/>
              </a:spcBef>
              <a:spcAft>
                <a:spcPts val="0"/>
              </a:spcAft>
              <a:buClr>
                <a:srgbClr val="3F3F41"/>
              </a:buClr>
              <a:buSzPts val="600"/>
              <a:buFont typeface="Arial"/>
              <a:buChar char="●"/>
              <a:defRPr sz="600"/>
            </a:lvl7pPr>
            <a:lvl8pPr marL="3657600" lvl="7" indent="-266700" algn="l" rtl="0">
              <a:lnSpc>
                <a:spcPct val="90000"/>
              </a:lnSpc>
              <a:spcBef>
                <a:spcPts val="600"/>
              </a:spcBef>
              <a:spcAft>
                <a:spcPts val="0"/>
              </a:spcAft>
              <a:buClr>
                <a:srgbClr val="3F3F41"/>
              </a:buClr>
              <a:buSzPts val="600"/>
              <a:buFont typeface="Arial"/>
              <a:buChar char="○"/>
              <a:defRPr sz="600"/>
            </a:lvl8pPr>
            <a:lvl9pPr marL="4114800" lvl="8" indent="-266700" algn="l" rtl="0">
              <a:lnSpc>
                <a:spcPct val="90000"/>
              </a:lnSpc>
              <a:spcBef>
                <a:spcPts val="600"/>
              </a:spcBef>
              <a:spcAft>
                <a:spcPts val="0"/>
              </a:spcAft>
              <a:buClr>
                <a:srgbClr val="3F3F41"/>
              </a:buClr>
              <a:buSzPts val="600"/>
              <a:buFont typeface="Arial"/>
              <a:buChar char="■"/>
              <a:defRPr sz="600"/>
            </a:lvl9pPr>
          </a:lstStyle>
          <a:p>
            <a:endParaRPr/>
          </a:p>
        </p:txBody>
      </p:sp>
    </p:spTree>
    <p:extLst>
      <p:ext uri="{BB962C8B-B14F-4D97-AF65-F5344CB8AC3E}">
        <p14:creationId xmlns:p14="http://schemas.microsoft.com/office/powerpoint/2010/main" val="4646970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ustom Layout 1">
  <p:cSld name="Custom Layout 1">
    <p:spTree>
      <p:nvGrpSpPr>
        <p:cNvPr id="1" name="Shape 391"/>
        <p:cNvGrpSpPr/>
        <p:nvPr/>
      </p:nvGrpSpPr>
      <p:grpSpPr>
        <a:xfrm>
          <a:off x="0" y="0"/>
          <a:ext cx="0" cy="0"/>
          <a:chOff x="0" y="0"/>
          <a:chExt cx="0" cy="0"/>
        </a:xfrm>
      </p:grpSpPr>
      <p:sp>
        <p:nvSpPr>
          <p:cNvPr id="392" name="Google Shape;392;p52"/>
          <p:cNvSpPr txBox="1">
            <a:spLocks noGrp="1"/>
          </p:cNvSpPr>
          <p:nvPr>
            <p:ph type="title"/>
          </p:nvPr>
        </p:nvSpPr>
        <p:spPr>
          <a:xfrm>
            <a:off x="685800" y="171450"/>
            <a:ext cx="7772400" cy="628500"/>
          </a:xfrm>
          <a:prstGeom prst="rect">
            <a:avLst/>
          </a:prstGeom>
        </p:spPr>
        <p:txBody>
          <a:bodyPr spcFirstLastPara="1" wrap="square" lIns="91425" tIns="91425" rIns="91425" bIns="91425" anchor="b"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3" name="Google Shape;393;p52"/>
          <p:cNvSpPr txBox="1">
            <a:spLocks noGrp="1"/>
          </p:cNvSpPr>
          <p:nvPr>
            <p:ph type="body" idx="1"/>
          </p:nvPr>
        </p:nvSpPr>
        <p:spPr>
          <a:xfrm>
            <a:off x="509250" y="120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292100" rtl="0">
              <a:spcBef>
                <a:spcPts val="800"/>
              </a:spcBef>
              <a:spcAft>
                <a:spcPts val="0"/>
              </a:spcAft>
              <a:buSzPts val="1000"/>
              <a:buChar char="―"/>
              <a:defRPr sz="1000"/>
            </a:lvl2pPr>
            <a:lvl3pPr marL="1371600" lvl="2" indent="-279400" rtl="0">
              <a:spcBef>
                <a:spcPts val="600"/>
              </a:spcBef>
              <a:spcAft>
                <a:spcPts val="0"/>
              </a:spcAft>
              <a:buSzPts val="800"/>
              <a:buChar char="■"/>
              <a:defRPr sz="800"/>
            </a:lvl3pPr>
            <a:lvl4pPr marL="1828800" lvl="3" indent="-266700" rtl="0">
              <a:spcBef>
                <a:spcPts val="600"/>
              </a:spcBef>
              <a:spcAft>
                <a:spcPts val="0"/>
              </a:spcAft>
              <a:buSzPts val="600"/>
              <a:buChar char="○"/>
              <a:defRPr sz="600"/>
            </a:lvl4pPr>
            <a:lvl5pPr marL="2286000" lvl="4" indent="-266700" rtl="0">
              <a:spcBef>
                <a:spcPts val="600"/>
              </a:spcBef>
              <a:spcAft>
                <a:spcPts val="0"/>
              </a:spcAft>
              <a:buSzPts val="600"/>
              <a:buChar char="−"/>
              <a:defRPr sz="600"/>
            </a:lvl5pPr>
            <a:lvl6pPr marL="2743200" lvl="5" indent="-266700" rtl="0">
              <a:spcBef>
                <a:spcPts val="600"/>
              </a:spcBef>
              <a:spcAft>
                <a:spcPts val="0"/>
              </a:spcAft>
              <a:buSzPts val="600"/>
              <a:buChar char="−"/>
              <a:defRPr sz="600"/>
            </a:lvl6pPr>
            <a:lvl7pPr marL="3200400" lvl="6" indent="-266700" rtl="0">
              <a:spcBef>
                <a:spcPts val="600"/>
              </a:spcBef>
              <a:spcAft>
                <a:spcPts val="0"/>
              </a:spcAft>
              <a:buSzPts val="600"/>
              <a:buChar char="●"/>
              <a:defRPr sz="600"/>
            </a:lvl7pPr>
            <a:lvl8pPr marL="3657600" lvl="7" indent="-266700" rtl="0">
              <a:spcBef>
                <a:spcPts val="600"/>
              </a:spcBef>
              <a:spcAft>
                <a:spcPts val="0"/>
              </a:spcAft>
              <a:buSzPts val="600"/>
              <a:buChar char="○"/>
              <a:defRPr sz="600"/>
            </a:lvl8pPr>
            <a:lvl9pPr marL="4114800" lvl="8" indent="-266700" rtl="0">
              <a:spcBef>
                <a:spcPts val="600"/>
              </a:spcBef>
              <a:spcAft>
                <a:spcPts val="0"/>
              </a:spcAft>
              <a:buSzPts val="600"/>
              <a:buChar char="■"/>
              <a:defRPr sz="600"/>
            </a:lvl9pPr>
          </a:lstStyle>
          <a:p>
            <a:endParaRPr/>
          </a:p>
        </p:txBody>
      </p:sp>
      <p:sp>
        <p:nvSpPr>
          <p:cNvPr id="394" name="Google Shape;394;p52"/>
          <p:cNvSpPr txBox="1">
            <a:spLocks noGrp="1"/>
          </p:cNvSpPr>
          <p:nvPr>
            <p:ph type="body" idx="2"/>
          </p:nvPr>
        </p:nvSpPr>
        <p:spPr>
          <a:xfrm>
            <a:off x="4589250" y="120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292100" rtl="0">
              <a:spcBef>
                <a:spcPts val="800"/>
              </a:spcBef>
              <a:spcAft>
                <a:spcPts val="0"/>
              </a:spcAft>
              <a:buSzPts val="1000"/>
              <a:buChar char="―"/>
              <a:defRPr sz="1000"/>
            </a:lvl2pPr>
            <a:lvl3pPr marL="1371600" lvl="2" indent="-279400" rtl="0">
              <a:spcBef>
                <a:spcPts val="600"/>
              </a:spcBef>
              <a:spcAft>
                <a:spcPts val="0"/>
              </a:spcAft>
              <a:buSzPts val="800"/>
              <a:buChar char="■"/>
              <a:defRPr sz="800"/>
            </a:lvl3pPr>
            <a:lvl4pPr marL="1828800" lvl="3" indent="-266700" rtl="0">
              <a:spcBef>
                <a:spcPts val="600"/>
              </a:spcBef>
              <a:spcAft>
                <a:spcPts val="0"/>
              </a:spcAft>
              <a:buSzPts val="600"/>
              <a:buChar char="○"/>
              <a:defRPr sz="600"/>
            </a:lvl4pPr>
            <a:lvl5pPr marL="2286000" lvl="4" indent="-266700" rtl="0">
              <a:spcBef>
                <a:spcPts val="600"/>
              </a:spcBef>
              <a:spcAft>
                <a:spcPts val="0"/>
              </a:spcAft>
              <a:buSzPts val="600"/>
              <a:buChar char="−"/>
              <a:defRPr sz="600"/>
            </a:lvl5pPr>
            <a:lvl6pPr marL="2743200" lvl="5" indent="-266700" rtl="0">
              <a:spcBef>
                <a:spcPts val="600"/>
              </a:spcBef>
              <a:spcAft>
                <a:spcPts val="0"/>
              </a:spcAft>
              <a:buSzPts val="600"/>
              <a:buChar char="−"/>
              <a:defRPr sz="600"/>
            </a:lvl6pPr>
            <a:lvl7pPr marL="3200400" lvl="6" indent="-266700" rtl="0">
              <a:spcBef>
                <a:spcPts val="600"/>
              </a:spcBef>
              <a:spcAft>
                <a:spcPts val="0"/>
              </a:spcAft>
              <a:buSzPts val="600"/>
              <a:buChar char="●"/>
              <a:defRPr sz="600"/>
            </a:lvl7pPr>
            <a:lvl8pPr marL="3657600" lvl="7" indent="-266700" rtl="0">
              <a:spcBef>
                <a:spcPts val="600"/>
              </a:spcBef>
              <a:spcAft>
                <a:spcPts val="0"/>
              </a:spcAft>
              <a:buSzPts val="600"/>
              <a:buChar char="○"/>
              <a:defRPr sz="600"/>
            </a:lvl8pPr>
            <a:lvl9pPr marL="4114800" lvl="8" indent="-266700" rtl="0">
              <a:spcBef>
                <a:spcPts val="600"/>
              </a:spcBef>
              <a:spcAft>
                <a:spcPts val="0"/>
              </a:spcAft>
              <a:buSzPts val="600"/>
              <a:buChar char="■"/>
              <a:defRPr sz="600"/>
            </a:lvl9pPr>
          </a:lstStyle>
          <a:p>
            <a:endParaRPr/>
          </a:p>
        </p:txBody>
      </p:sp>
      <p:sp>
        <p:nvSpPr>
          <p:cNvPr id="395" name="Google Shape;395;p52"/>
          <p:cNvSpPr txBox="1">
            <a:spLocks noGrp="1"/>
          </p:cNvSpPr>
          <p:nvPr>
            <p:ph type="body" idx="3"/>
          </p:nvPr>
        </p:nvSpPr>
        <p:spPr>
          <a:xfrm>
            <a:off x="509250" y="328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292100" rtl="0">
              <a:spcBef>
                <a:spcPts val="800"/>
              </a:spcBef>
              <a:spcAft>
                <a:spcPts val="0"/>
              </a:spcAft>
              <a:buSzPts val="1000"/>
              <a:buChar char="―"/>
              <a:defRPr sz="1000"/>
            </a:lvl2pPr>
            <a:lvl3pPr marL="1371600" lvl="2" indent="-279400" rtl="0">
              <a:spcBef>
                <a:spcPts val="600"/>
              </a:spcBef>
              <a:spcAft>
                <a:spcPts val="0"/>
              </a:spcAft>
              <a:buSzPts val="800"/>
              <a:buChar char="■"/>
              <a:defRPr sz="800"/>
            </a:lvl3pPr>
            <a:lvl4pPr marL="1828800" lvl="3" indent="-266700" rtl="0">
              <a:spcBef>
                <a:spcPts val="600"/>
              </a:spcBef>
              <a:spcAft>
                <a:spcPts val="0"/>
              </a:spcAft>
              <a:buSzPts val="600"/>
              <a:buChar char="○"/>
              <a:defRPr sz="600"/>
            </a:lvl4pPr>
            <a:lvl5pPr marL="2286000" lvl="4" indent="-266700" rtl="0">
              <a:spcBef>
                <a:spcPts val="600"/>
              </a:spcBef>
              <a:spcAft>
                <a:spcPts val="0"/>
              </a:spcAft>
              <a:buSzPts val="600"/>
              <a:buChar char="−"/>
              <a:defRPr sz="600"/>
            </a:lvl5pPr>
            <a:lvl6pPr marL="2743200" lvl="5" indent="-266700" rtl="0">
              <a:spcBef>
                <a:spcPts val="600"/>
              </a:spcBef>
              <a:spcAft>
                <a:spcPts val="0"/>
              </a:spcAft>
              <a:buSzPts val="600"/>
              <a:buChar char="−"/>
              <a:defRPr sz="600"/>
            </a:lvl6pPr>
            <a:lvl7pPr marL="3200400" lvl="6" indent="-266700" rtl="0">
              <a:spcBef>
                <a:spcPts val="600"/>
              </a:spcBef>
              <a:spcAft>
                <a:spcPts val="0"/>
              </a:spcAft>
              <a:buSzPts val="600"/>
              <a:buChar char="●"/>
              <a:defRPr sz="600"/>
            </a:lvl7pPr>
            <a:lvl8pPr marL="3657600" lvl="7" indent="-266700" rtl="0">
              <a:spcBef>
                <a:spcPts val="600"/>
              </a:spcBef>
              <a:spcAft>
                <a:spcPts val="0"/>
              </a:spcAft>
              <a:buSzPts val="600"/>
              <a:buChar char="○"/>
              <a:defRPr sz="600"/>
            </a:lvl8pPr>
            <a:lvl9pPr marL="4114800" lvl="8" indent="-266700" rtl="0">
              <a:spcBef>
                <a:spcPts val="600"/>
              </a:spcBef>
              <a:spcAft>
                <a:spcPts val="0"/>
              </a:spcAft>
              <a:buSzPts val="600"/>
              <a:buChar char="■"/>
              <a:defRPr sz="600"/>
            </a:lvl9pPr>
          </a:lstStyle>
          <a:p>
            <a:endParaRPr/>
          </a:p>
        </p:txBody>
      </p:sp>
      <p:sp>
        <p:nvSpPr>
          <p:cNvPr id="396" name="Google Shape;396;p52"/>
          <p:cNvSpPr txBox="1">
            <a:spLocks noGrp="1"/>
          </p:cNvSpPr>
          <p:nvPr>
            <p:ph type="body" idx="4"/>
          </p:nvPr>
        </p:nvSpPr>
        <p:spPr>
          <a:xfrm>
            <a:off x="4589250" y="328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292100" rtl="0">
              <a:spcBef>
                <a:spcPts val="800"/>
              </a:spcBef>
              <a:spcAft>
                <a:spcPts val="0"/>
              </a:spcAft>
              <a:buSzPts val="1000"/>
              <a:buChar char="―"/>
              <a:defRPr sz="1000"/>
            </a:lvl2pPr>
            <a:lvl3pPr marL="1371600" lvl="2" indent="-279400" rtl="0">
              <a:spcBef>
                <a:spcPts val="600"/>
              </a:spcBef>
              <a:spcAft>
                <a:spcPts val="0"/>
              </a:spcAft>
              <a:buSzPts val="800"/>
              <a:buChar char="■"/>
              <a:defRPr sz="800"/>
            </a:lvl3pPr>
            <a:lvl4pPr marL="1828800" lvl="3" indent="-266700" rtl="0">
              <a:spcBef>
                <a:spcPts val="600"/>
              </a:spcBef>
              <a:spcAft>
                <a:spcPts val="0"/>
              </a:spcAft>
              <a:buSzPts val="600"/>
              <a:buChar char="○"/>
              <a:defRPr sz="600"/>
            </a:lvl4pPr>
            <a:lvl5pPr marL="2286000" lvl="4" indent="-266700" rtl="0">
              <a:spcBef>
                <a:spcPts val="600"/>
              </a:spcBef>
              <a:spcAft>
                <a:spcPts val="0"/>
              </a:spcAft>
              <a:buSzPts val="600"/>
              <a:buChar char="−"/>
              <a:defRPr sz="600"/>
            </a:lvl5pPr>
            <a:lvl6pPr marL="2743200" lvl="5" indent="-266700" rtl="0">
              <a:spcBef>
                <a:spcPts val="600"/>
              </a:spcBef>
              <a:spcAft>
                <a:spcPts val="0"/>
              </a:spcAft>
              <a:buSzPts val="600"/>
              <a:buChar char="−"/>
              <a:defRPr sz="600"/>
            </a:lvl6pPr>
            <a:lvl7pPr marL="3200400" lvl="6" indent="-266700" rtl="0">
              <a:spcBef>
                <a:spcPts val="600"/>
              </a:spcBef>
              <a:spcAft>
                <a:spcPts val="0"/>
              </a:spcAft>
              <a:buSzPts val="600"/>
              <a:buChar char="●"/>
              <a:defRPr sz="600"/>
            </a:lvl7pPr>
            <a:lvl8pPr marL="3657600" lvl="7" indent="-266700" rtl="0">
              <a:spcBef>
                <a:spcPts val="600"/>
              </a:spcBef>
              <a:spcAft>
                <a:spcPts val="0"/>
              </a:spcAft>
              <a:buSzPts val="600"/>
              <a:buChar char="○"/>
              <a:defRPr sz="600"/>
            </a:lvl8pPr>
            <a:lvl9pPr marL="4114800" lvl="8" indent="-266700" rtl="0">
              <a:spcBef>
                <a:spcPts val="600"/>
              </a:spcBef>
              <a:spcAft>
                <a:spcPts val="0"/>
              </a:spcAft>
              <a:buSzPts val="600"/>
              <a:buChar char="■"/>
              <a:defRPr sz="600"/>
            </a:lvl9pPr>
          </a:lstStyle>
          <a:p>
            <a:endParaRPr/>
          </a:p>
        </p:txBody>
      </p:sp>
      <p:sp>
        <p:nvSpPr>
          <p:cNvPr id="397" name="Google Shape;397;p52"/>
          <p:cNvSpPr txBox="1">
            <a:spLocks noGrp="1"/>
          </p:cNvSpPr>
          <p:nvPr>
            <p:ph type="body" idx="5"/>
          </p:nvPr>
        </p:nvSpPr>
        <p:spPr>
          <a:xfrm>
            <a:off x="509250" y="903800"/>
            <a:ext cx="4045500" cy="302400"/>
          </a:xfrm>
          <a:prstGeom prst="rect">
            <a:avLst/>
          </a:prstGeom>
          <a:solidFill>
            <a:srgbClr val="FCE5C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17500" rtl="0">
              <a:spcBef>
                <a:spcPts val="800"/>
              </a:spcBef>
              <a:spcAft>
                <a:spcPts val="0"/>
              </a:spcAft>
              <a:buSzPts val="1400"/>
              <a:buChar char="―"/>
              <a:defRPr sz="1400"/>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0"/>
              </a:spcAft>
              <a:buSzPts val="1400"/>
              <a:buChar char="■"/>
              <a:defRPr/>
            </a:lvl9pPr>
          </a:lstStyle>
          <a:p>
            <a:endParaRPr/>
          </a:p>
        </p:txBody>
      </p:sp>
      <p:sp>
        <p:nvSpPr>
          <p:cNvPr id="398" name="Google Shape;398;p52"/>
          <p:cNvSpPr txBox="1">
            <a:spLocks noGrp="1"/>
          </p:cNvSpPr>
          <p:nvPr>
            <p:ph type="body" idx="6"/>
          </p:nvPr>
        </p:nvSpPr>
        <p:spPr>
          <a:xfrm>
            <a:off x="4589250" y="903800"/>
            <a:ext cx="4045500" cy="302400"/>
          </a:xfrm>
          <a:prstGeom prst="rect">
            <a:avLst/>
          </a:prstGeom>
          <a:solidFill>
            <a:srgbClr val="CFE2F3"/>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17500" rtl="0">
              <a:spcBef>
                <a:spcPts val="800"/>
              </a:spcBef>
              <a:spcAft>
                <a:spcPts val="0"/>
              </a:spcAft>
              <a:buSzPts val="1400"/>
              <a:buChar char="―"/>
              <a:defRPr sz="1400"/>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0"/>
              </a:spcAft>
              <a:buSzPts val="1400"/>
              <a:buChar char="■"/>
              <a:defRPr/>
            </a:lvl9pPr>
          </a:lstStyle>
          <a:p>
            <a:endParaRPr/>
          </a:p>
        </p:txBody>
      </p:sp>
      <p:sp>
        <p:nvSpPr>
          <p:cNvPr id="399" name="Google Shape;399;p52"/>
          <p:cNvSpPr txBox="1">
            <a:spLocks noGrp="1"/>
          </p:cNvSpPr>
          <p:nvPr>
            <p:ph type="body" idx="7"/>
          </p:nvPr>
        </p:nvSpPr>
        <p:spPr>
          <a:xfrm>
            <a:off x="509250" y="2983775"/>
            <a:ext cx="4045500" cy="302400"/>
          </a:xfrm>
          <a:prstGeom prst="rect">
            <a:avLst/>
          </a:prstGeom>
          <a:solidFill>
            <a:srgbClr val="D9EAD3"/>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17500" rtl="0">
              <a:spcBef>
                <a:spcPts val="800"/>
              </a:spcBef>
              <a:spcAft>
                <a:spcPts val="0"/>
              </a:spcAft>
              <a:buSzPts val="1400"/>
              <a:buChar char="―"/>
              <a:defRPr sz="1400"/>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0"/>
              </a:spcAft>
              <a:buSzPts val="1400"/>
              <a:buChar char="■"/>
              <a:defRPr/>
            </a:lvl9pPr>
          </a:lstStyle>
          <a:p>
            <a:endParaRPr/>
          </a:p>
        </p:txBody>
      </p:sp>
      <p:sp>
        <p:nvSpPr>
          <p:cNvPr id="400" name="Google Shape;400;p52"/>
          <p:cNvSpPr txBox="1">
            <a:spLocks noGrp="1"/>
          </p:cNvSpPr>
          <p:nvPr>
            <p:ph type="body" idx="8"/>
          </p:nvPr>
        </p:nvSpPr>
        <p:spPr>
          <a:xfrm>
            <a:off x="4589250" y="2983775"/>
            <a:ext cx="4045500" cy="302400"/>
          </a:xfrm>
          <a:prstGeom prst="rect">
            <a:avLst/>
          </a:prstGeom>
          <a:solidFill>
            <a:srgbClr val="E6B8A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17500" rtl="0">
              <a:spcBef>
                <a:spcPts val="800"/>
              </a:spcBef>
              <a:spcAft>
                <a:spcPts val="0"/>
              </a:spcAft>
              <a:buSzPts val="1400"/>
              <a:buChar char="―"/>
              <a:defRPr sz="1400"/>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0"/>
              </a:spcAft>
              <a:buSzPts val="1400"/>
              <a:buChar char="■"/>
              <a:defRPr/>
            </a:lvl9pPr>
          </a:lstStyle>
          <a:p>
            <a:endParaRPr/>
          </a:p>
        </p:txBody>
      </p:sp>
    </p:spTree>
    <p:extLst>
      <p:ext uri="{BB962C8B-B14F-4D97-AF65-F5344CB8AC3E}">
        <p14:creationId xmlns:p14="http://schemas.microsoft.com/office/powerpoint/2010/main" val="39063315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Thank You">
  <p:cSld name="Thank You">
    <p:spTree>
      <p:nvGrpSpPr>
        <p:cNvPr id="1" name="Shape 401"/>
        <p:cNvGrpSpPr/>
        <p:nvPr/>
      </p:nvGrpSpPr>
      <p:grpSpPr>
        <a:xfrm>
          <a:off x="0" y="0"/>
          <a:ext cx="0" cy="0"/>
          <a:chOff x="0" y="0"/>
          <a:chExt cx="0" cy="0"/>
        </a:xfrm>
      </p:grpSpPr>
      <p:pic>
        <p:nvPicPr>
          <p:cNvPr id="402" name="Google Shape;402;p53"/>
          <p:cNvPicPr preferRelativeResize="0"/>
          <p:nvPr/>
        </p:nvPicPr>
        <p:blipFill rotWithShape="1">
          <a:blip r:embed="rId2">
            <a:alphaModFix/>
          </a:blip>
          <a:srcRect/>
          <a:stretch/>
        </p:blipFill>
        <p:spPr>
          <a:xfrm>
            <a:off x="0" y="2283843"/>
            <a:ext cx="9144000" cy="1746900"/>
          </a:xfrm>
          <a:prstGeom prst="rect">
            <a:avLst/>
          </a:prstGeom>
          <a:noFill/>
          <a:ln>
            <a:noFill/>
          </a:ln>
        </p:spPr>
      </p:pic>
      <p:sp>
        <p:nvSpPr>
          <p:cNvPr id="403" name="Google Shape;403;p53"/>
          <p:cNvSpPr txBox="1">
            <a:spLocks noGrp="1"/>
          </p:cNvSpPr>
          <p:nvPr>
            <p:ph type="title"/>
          </p:nvPr>
        </p:nvSpPr>
        <p:spPr>
          <a:xfrm>
            <a:off x="685800" y="827532"/>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04" name="Google Shape;404;p53"/>
          <p:cNvSpPr txBox="1">
            <a:spLocks noGrp="1"/>
          </p:cNvSpPr>
          <p:nvPr>
            <p:ph type="body" idx="1"/>
          </p:nvPr>
        </p:nvSpPr>
        <p:spPr>
          <a:xfrm>
            <a:off x="685800" y="1760220"/>
            <a:ext cx="7772400" cy="411600"/>
          </a:xfrm>
          <a:prstGeom prst="rect">
            <a:avLst/>
          </a:prstGeom>
          <a:noFill/>
          <a:ln>
            <a:noFill/>
          </a:ln>
        </p:spPr>
        <p:txBody>
          <a:bodyPr spcFirstLastPara="1" wrap="square" lIns="91425" tIns="91425" rIns="91425" bIns="91425" anchor="t" anchorCtr="0">
            <a:noAutofit/>
          </a:bodyPr>
          <a:lstStyle>
            <a:lvl1pPr marL="457200" lvl="0" indent="-228600" rtl="0">
              <a:spcBef>
                <a:spcPts val="0"/>
              </a:spcBef>
              <a:spcAft>
                <a:spcPts val="0"/>
              </a:spcAft>
              <a:buClr>
                <a:srgbClr val="5F5F62"/>
              </a:buClr>
              <a:buSzPts val="2000"/>
              <a:buFont typeface="Arial"/>
              <a:buNone/>
              <a:defRPr/>
            </a:lvl1pPr>
            <a:lvl2pPr marL="914400" lvl="1" indent="-228600" rtl="0">
              <a:spcBef>
                <a:spcPts val="800"/>
              </a:spcBef>
              <a:spcAft>
                <a:spcPts val="0"/>
              </a:spcAft>
              <a:buClr>
                <a:srgbClr val="888888"/>
              </a:buClr>
              <a:buSzPts val="1600"/>
              <a:buFont typeface="Arial"/>
              <a:buNone/>
              <a:defRPr/>
            </a:lvl2pPr>
            <a:lvl3pPr marL="1371600" lvl="2" indent="-228600" rtl="0">
              <a:spcBef>
                <a:spcPts val="600"/>
              </a:spcBef>
              <a:spcAft>
                <a:spcPts val="0"/>
              </a:spcAft>
              <a:buClr>
                <a:srgbClr val="888888"/>
              </a:buClr>
              <a:buSzPts val="1400"/>
              <a:buFont typeface="Arial"/>
              <a:buNone/>
              <a:defRPr/>
            </a:lvl3pPr>
            <a:lvl4pPr marL="1828800" lvl="3" indent="-228600" rtl="0">
              <a:spcBef>
                <a:spcPts val="600"/>
              </a:spcBef>
              <a:spcAft>
                <a:spcPts val="0"/>
              </a:spcAft>
              <a:buClr>
                <a:srgbClr val="888888"/>
              </a:buClr>
              <a:buSzPts val="1400"/>
              <a:buFont typeface="Arial"/>
              <a:buNone/>
              <a:defRPr/>
            </a:lvl4pPr>
            <a:lvl5pPr marL="2286000" lvl="4" indent="-228600" rtl="0">
              <a:spcBef>
                <a:spcPts val="600"/>
              </a:spcBef>
              <a:spcAft>
                <a:spcPts val="0"/>
              </a:spcAft>
              <a:buClr>
                <a:srgbClr val="888888"/>
              </a:buClr>
              <a:buSzPts val="1400"/>
              <a:buFont typeface="Arial"/>
              <a:buNone/>
              <a:defRPr/>
            </a:lvl5pPr>
            <a:lvl6pPr marL="2743200" lvl="5" indent="-228600" rtl="0">
              <a:spcBef>
                <a:spcPts val="600"/>
              </a:spcBef>
              <a:spcAft>
                <a:spcPts val="0"/>
              </a:spcAft>
              <a:buClr>
                <a:srgbClr val="888888"/>
              </a:buClr>
              <a:buSzPts val="1400"/>
              <a:buFont typeface="Arial"/>
              <a:buNone/>
              <a:defRPr/>
            </a:lvl6pPr>
            <a:lvl7pPr marL="3200400" lvl="6" indent="-228600" rtl="0">
              <a:spcBef>
                <a:spcPts val="600"/>
              </a:spcBef>
              <a:spcAft>
                <a:spcPts val="0"/>
              </a:spcAft>
              <a:buClr>
                <a:srgbClr val="888888"/>
              </a:buClr>
              <a:buSzPts val="1400"/>
              <a:buFont typeface="Arial"/>
              <a:buNone/>
              <a:defRPr/>
            </a:lvl7pPr>
            <a:lvl8pPr marL="3657600" lvl="7" indent="-228600" rtl="0">
              <a:spcBef>
                <a:spcPts val="600"/>
              </a:spcBef>
              <a:spcAft>
                <a:spcPts val="0"/>
              </a:spcAft>
              <a:buClr>
                <a:srgbClr val="888888"/>
              </a:buClr>
              <a:buSzPts val="1400"/>
              <a:buFont typeface="Arial"/>
              <a:buNone/>
              <a:defRPr/>
            </a:lvl8pPr>
            <a:lvl9pPr marL="4114800" lvl="8" indent="-228600" rtl="0">
              <a:spcBef>
                <a:spcPts val="600"/>
              </a:spcBef>
              <a:spcAft>
                <a:spcPts val="0"/>
              </a:spcAft>
              <a:buClr>
                <a:srgbClr val="888888"/>
              </a:buClr>
              <a:buSzPts val="1400"/>
              <a:buFont typeface="Arial"/>
              <a:buNone/>
              <a:defRPr/>
            </a:lvl9pPr>
          </a:lstStyle>
          <a:p>
            <a:endParaRPr/>
          </a:p>
        </p:txBody>
      </p:sp>
      <p:sp>
        <p:nvSpPr>
          <p:cNvPr id="405" name="Google Shape;405;p53"/>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06" name="Google Shape;406;p53"/>
          <p:cNvSpPr/>
          <p:nvPr/>
        </p:nvSpPr>
        <p:spPr>
          <a:xfrm>
            <a:off x="0" y="2283843"/>
            <a:ext cx="3581400" cy="1748700"/>
          </a:xfrm>
          <a:prstGeom prst="rect">
            <a:avLst/>
          </a:prstGeom>
          <a:gradFill>
            <a:gsLst>
              <a:gs pos="0">
                <a:srgbClr val="FEFEFE"/>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07" name="Google Shape;407;p53"/>
          <p:cNvSpPr/>
          <p:nvPr/>
        </p:nvSpPr>
        <p:spPr>
          <a:xfrm>
            <a:off x="0" y="2283843"/>
            <a:ext cx="137100" cy="1748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08" name="Google Shape;408;p53"/>
          <p:cNvPicPr preferRelativeResize="0"/>
          <p:nvPr/>
        </p:nvPicPr>
        <p:blipFill rotWithShape="1">
          <a:blip r:embed="rId3">
            <a:alphaModFix/>
          </a:blip>
          <a:srcRect/>
          <a:stretch/>
        </p:blipFill>
        <p:spPr>
          <a:xfrm>
            <a:off x="5105400" y="4229100"/>
            <a:ext cx="3124200" cy="304200"/>
          </a:xfrm>
          <a:prstGeom prst="rect">
            <a:avLst/>
          </a:prstGeom>
          <a:noFill/>
          <a:ln>
            <a:noFill/>
          </a:ln>
        </p:spPr>
      </p:pic>
      <p:sp>
        <p:nvSpPr>
          <p:cNvPr id="409" name="Google Shape;409;p53"/>
          <p:cNvSpPr/>
          <p:nvPr/>
        </p:nvSpPr>
        <p:spPr>
          <a:xfrm>
            <a:off x="682487" y="4642089"/>
            <a:ext cx="3432300" cy="114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 sz="900" b="0" i="0" u="none" strike="noStrike" cap="none">
                <a:solidFill>
                  <a:schemeClr val="dk2"/>
                </a:solidFill>
                <a:latin typeface="Arial"/>
                <a:ea typeface="Arial"/>
                <a:cs typeface="Arial"/>
                <a:sym typeface="Arial"/>
              </a:rPr>
              <a:t>© 2013 GLOBALFOUNDRIES Inc. All rights reserved.</a:t>
            </a:r>
            <a:endParaRPr/>
          </a:p>
          <a:p>
            <a:pPr marL="0" marR="0" lvl="0" indent="0" algn="l" rtl="0">
              <a:lnSpc>
                <a:spcPct val="90000"/>
              </a:lnSpc>
              <a:spcBef>
                <a:spcPts val="500"/>
              </a:spcBef>
              <a:spcAft>
                <a:spcPts val="0"/>
              </a:spcAft>
              <a:buNone/>
            </a:pPr>
            <a:endParaRPr sz="9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28742665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Thank You Trademark">
  <p:cSld name="Thank You Trademark">
    <p:spTree>
      <p:nvGrpSpPr>
        <p:cNvPr id="1" name="Shape 410"/>
        <p:cNvGrpSpPr/>
        <p:nvPr/>
      </p:nvGrpSpPr>
      <p:grpSpPr>
        <a:xfrm>
          <a:off x="0" y="0"/>
          <a:ext cx="0" cy="0"/>
          <a:chOff x="0" y="0"/>
          <a:chExt cx="0" cy="0"/>
        </a:xfrm>
      </p:grpSpPr>
      <p:pic>
        <p:nvPicPr>
          <p:cNvPr id="411" name="Google Shape;411;p54"/>
          <p:cNvPicPr preferRelativeResize="0"/>
          <p:nvPr/>
        </p:nvPicPr>
        <p:blipFill rotWithShape="1">
          <a:blip r:embed="rId2">
            <a:alphaModFix/>
          </a:blip>
          <a:srcRect/>
          <a:stretch/>
        </p:blipFill>
        <p:spPr>
          <a:xfrm>
            <a:off x="0" y="1744218"/>
            <a:ext cx="9144000" cy="1746900"/>
          </a:xfrm>
          <a:prstGeom prst="rect">
            <a:avLst/>
          </a:prstGeom>
          <a:noFill/>
          <a:ln>
            <a:noFill/>
          </a:ln>
        </p:spPr>
      </p:pic>
      <p:sp>
        <p:nvSpPr>
          <p:cNvPr id="412" name="Google Shape;412;p54"/>
          <p:cNvSpPr txBox="1">
            <a:spLocks noGrp="1"/>
          </p:cNvSpPr>
          <p:nvPr>
            <p:ph type="title"/>
          </p:nvPr>
        </p:nvSpPr>
        <p:spPr>
          <a:xfrm>
            <a:off x="685800" y="342900"/>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13" name="Google Shape;413;p54"/>
          <p:cNvSpPr txBox="1">
            <a:spLocks noGrp="1"/>
          </p:cNvSpPr>
          <p:nvPr>
            <p:ph type="body" idx="1"/>
          </p:nvPr>
        </p:nvSpPr>
        <p:spPr>
          <a:xfrm>
            <a:off x="685800" y="1275588"/>
            <a:ext cx="7772400" cy="411600"/>
          </a:xfrm>
          <a:prstGeom prst="rect">
            <a:avLst/>
          </a:prstGeom>
          <a:noFill/>
          <a:ln>
            <a:noFill/>
          </a:ln>
        </p:spPr>
        <p:txBody>
          <a:bodyPr spcFirstLastPara="1" wrap="square" lIns="91425" tIns="91425" rIns="91425" bIns="91425" anchor="t" anchorCtr="0">
            <a:noAutofit/>
          </a:bodyPr>
          <a:lstStyle>
            <a:lvl1pPr marL="457200" lvl="0" indent="-228600" rtl="0">
              <a:spcBef>
                <a:spcPts val="0"/>
              </a:spcBef>
              <a:spcAft>
                <a:spcPts val="0"/>
              </a:spcAft>
              <a:buClr>
                <a:srgbClr val="5F5F62"/>
              </a:buClr>
              <a:buSzPts val="2000"/>
              <a:buFont typeface="Arial"/>
              <a:buNone/>
              <a:defRPr/>
            </a:lvl1pPr>
            <a:lvl2pPr marL="914400" lvl="1" indent="-228600" rtl="0">
              <a:spcBef>
                <a:spcPts val="800"/>
              </a:spcBef>
              <a:spcAft>
                <a:spcPts val="0"/>
              </a:spcAft>
              <a:buClr>
                <a:srgbClr val="888888"/>
              </a:buClr>
              <a:buSzPts val="1600"/>
              <a:buFont typeface="Arial"/>
              <a:buNone/>
              <a:defRPr/>
            </a:lvl2pPr>
            <a:lvl3pPr marL="1371600" lvl="2" indent="-228600" rtl="0">
              <a:spcBef>
                <a:spcPts val="600"/>
              </a:spcBef>
              <a:spcAft>
                <a:spcPts val="0"/>
              </a:spcAft>
              <a:buClr>
                <a:srgbClr val="888888"/>
              </a:buClr>
              <a:buSzPts val="1400"/>
              <a:buFont typeface="Arial"/>
              <a:buNone/>
              <a:defRPr/>
            </a:lvl3pPr>
            <a:lvl4pPr marL="1828800" lvl="3" indent="-228600" rtl="0">
              <a:spcBef>
                <a:spcPts val="600"/>
              </a:spcBef>
              <a:spcAft>
                <a:spcPts val="0"/>
              </a:spcAft>
              <a:buClr>
                <a:srgbClr val="888888"/>
              </a:buClr>
              <a:buSzPts val="1400"/>
              <a:buFont typeface="Arial"/>
              <a:buNone/>
              <a:defRPr/>
            </a:lvl4pPr>
            <a:lvl5pPr marL="2286000" lvl="4" indent="-228600" rtl="0">
              <a:spcBef>
                <a:spcPts val="600"/>
              </a:spcBef>
              <a:spcAft>
                <a:spcPts val="0"/>
              </a:spcAft>
              <a:buClr>
                <a:srgbClr val="888888"/>
              </a:buClr>
              <a:buSzPts val="1400"/>
              <a:buFont typeface="Arial"/>
              <a:buNone/>
              <a:defRPr/>
            </a:lvl5pPr>
            <a:lvl6pPr marL="2743200" lvl="5" indent="-228600" rtl="0">
              <a:spcBef>
                <a:spcPts val="600"/>
              </a:spcBef>
              <a:spcAft>
                <a:spcPts val="0"/>
              </a:spcAft>
              <a:buClr>
                <a:srgbClr val="888888"/>
              </a:buClr>
              <a:buSzPts val="1400"/>
              <a:buFont typeface="Arial"/>
              <a:buNone/>
              <a:defRPr/>
            </a:lvl6pPr>
            <a:lvl7pPr marL="3200400" lvl="6" indent="-228600" rtl="0">
              <a:spcBef>
                <a:spcPts val="600"/>
              </a:spcBef>
              <a:spcAft>
                <a:spcPts val="0"/>
              </a:spcAft>
              <a:buClr>
                <a:srgbClr val="888888"/>
              </a:buClr>
              <a:buSzPts val="1400"/>
              <a:buFont typeface="Arial"/>
              <a:buNone/>
              <a:defRPr/>
            </a:lvl7pPr>
            <a:lvl8pPr marL="3657600" lvl="7" indent="-228600" rtl="0">
              <a:spcBef>
                <a:spcPts val="600"/>
              </a:spcBef>
              <a:spcAft>
                <a:spcPts val="0"/>
              </a:spcAft>
              <a:buClr>
                <a:srgbClr val="888888"/>
              </a:buClr>
              <a:buSzPts val="1400"/>
              <a:buFont typeface="Arial"/>
              <a:buNone/>
              <a:defRPr/>
            </a:lvl8pPr>
            <a:lvl9pPr marL="4114800" lvl="8" indent="-228600" rtl="0">
              <a:spcBef>
                <a:spcPts val="600"/>
              </a:spcBef>
              <a:spcAft>
                <a:spcPts val="0"/>
              </a:spcAft>
              <a:buClr>
                <a:srgbClr val="888888"/>
              </a:buClr>
              <a:buSzPts val="1400"/>
              <a:buFont typeface="Arial"/>
              <a:buNone/>
              <a:defRPr/>
            </a:lvl9pPr>
          </a:lstStyle>
          <a:p>
            <a:endParaRPr/>
          </a:p>
        </p:txBody>
      </p:sp>
      <p:sp>
        <p:nvSpPr>
          <p:cNvPr id="414" name="Google Shape;414;p54"/>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15" name="Google Shape;415;p54"/>
          <p:cNvSpPr/>
          <p:nvPr/>
        </p:nvSpPr>
        <p:spPr>
          <a:xfrm>
            <a:off x="0" y="1744218"/>
            <a:ext cx="3581400" cy="1748700"/>
          </a:xfrm>
          <a:prstGeom prst="rect">
            <a:avLst/>
          </a:prstGeom>
          <a:gradFill>
            <a:gsLst>
              <a:gs pos="0">
                <a:srgbClr val="FEFEFE"/>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16" name="Google Shape;416;p54"/>
          <p:cNvSpPr/>
          <p:nvPr/>
        </p:nvSpPr>
        <p:spPr>
          <a:xfrm>
            <a:off x="0" y="1744218"/>
            <a:ext cx="137100" cy="1748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17" name="Google Shape;417;p54"/>
          <p:cNvPicPr preferRelativeResize="0"/>
          <p:nvPr/>
        </p:nvPicPr>
        <p:blipFill rotWithShape="1">
          <a:blip r:embed="rId3">
            <a:alphaModFix/>
          </a:blip>
          <a:srcRect/>
          <a:stretch/>
        </p:blipFill>
        <p:spPr>
          <a:xfrm>
            <a:off x="5105400" y="3696236"/>
            <a:ext cx="3124200" cy="304200"/>
          </a:xfrm>
          <a:prstGeom prst="rect">
            <a:avLst/>
          </a:prstGeom>
          <a:noFill/>
          <a:ln>
            <a:noFill/>
          </a:ln>
        </p:spPr>
      </p:pic>
      <p:sp>
        <p:nvSpPr>
          <p:cNvPr id="418" name="Google Shape;418;p54"/>
          <p:cNvSpPr/>
          <p:nvPr/>
        </p:nvSpPr>
        <p:spPr>
          <a:xfrm>
            <a:off x="682487" y="4179768"/>
            <a:ext cx="7775700" cy="563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 sz="900" b="1" i="0" u="none" strike="noStrike" cap="none">
                <a:solidFill>
                  <a:schemeClr val="dk2"/>
                </a:solidFill>
                <a:latin typeface="Arial"/>
                <a:ea typeface="Arial"/>
                <a:cs typeface="Arial"/>
                <a:sym typeface="Arial"/>
              </a:rPr>
              <a:t>Trademark Attribution</a:t>
            </a:r>
            <a:endParaRPr sz="900" b="0" i="0" u="none" strike="noStrike" cap="none">
              <a:solidFill>
                <a:schemeClr val="dk2"/>
              </a:solidFill>
              <a:latin typeface="Arial"/>
              <a:ea typeface="Arial"/>
              <a:cs typeface="Arial"/>
              <a:sym typeface="Arial"/>
            </a:endParaRPr>
          </a:p>
          <a:p>
            <a:pPr marL="0" marR="0" lvl="0" indent="0" algn="l" rtl="0">
              <a:lnSpc>
                <a:spcPct val="90000"/>
              </a:lnSpc>
              <a:spcBef>
                <a:spcPts val="500"/>
              </a:spcBef>
              <a:spcAft>
                <a:spcPts val="0"/>
              </a:spcAft>
              <a:buNone/>
            </a:pPr>
            <a:r>
              <a:rPr lang="en" sz="900" b="0" i="0" u="none" strike="noStrike" cap="none">
                <a:solidFill>
                  <a:schemeClr val="dk2"/>
                </a:solidFill>
                <a:latin typeface="Arial"/>
                <a:ea typeface="Arial"/>
                <a:cs typeface="Arial"/>
                <a:sym typeface="Arial"/>
              </a:rPr>
              <a:t>GLOBALFOUNDRIES</a:t>
            </a:r>
            <a:r>
              <a:rPr lang="en" sz="900" b="0" i="0" u="none" strike="noStrike" cap="none" baseline="30000">
                <a:solidFill>
                  <a:schemeClr val="dk2"/>
                </a:solidFill>
                <a:latin typeface="Arial"/>
                <a:ea typeface="Arial"/>
                <a:cs typeface="Arial"/>
                <a:sym typeface="Arial"/>
              </a:rPr>
              <a:t>®</a:t>
            </a:r>
            <a:r>
              <a:rPr lang="en" sz="900" b="0" i="0" u="none" strike="noStrike" cap="none">
                <a:solidFill>
                  <a:schemeClr val="dk2"/>
                </a:solidFill>
                <a:latin typeface="Arial"/>
                <a:ea typeface="Arial"/>
                <a:cs typeface="Arial"/>
                <a:sym typeface="Arial"/>
              </a:rPr>
              <a:t>, the GLOBALFOUNDRIES logo and combinations thereof, and GLOBALFOUNDRIES’ other trademarks and service marks are owned by GLOBALFOUNDRIES Inc. in the United States and/or other jurisdictions. All other brand names, product names, or trademarks belong to their respective owners and are used herein solely to identify the products and/or services offered by those trademark owners. </a:t>
            </a:r>
            <a:endParaRPr sz="900" b="0" i="0" u="none" strike="noStrike" cap="none">
              <a:solidFill>
                <a:schemeClr val="dk2"/>
              </a:solidFill>
              <a:latin typeface="Arial"/>
              <a:ea typeface="Arial"/>
              <a:cs typeface="Arial"/>
              <a:sym typeface="Arial"/>
            </a:endParaRPr>
          </a:p>
          <a:p>
            <a:pPr marL="0" marR="0" lvl="0" indent="0" algn="l" rtl="0">
              <a:lnSpc>
                <a:spcPct val="90000"/>
              </a:lnSpc>
              <a:spcBef>
                <a:spcPts val="500"/>
              </a:spcBef>
              <a:spcAft>
                <a:spcPts val="0"/>
              </a:spcAft>
              <a:buNone/>
            </a:pPr>
            <a:r>
              <a:rPr lang="en" sz="900" b="0" i="0" u="none" strike="noStrike" cap="none">
                <a:solidFill>
                  <a:schemeClr val="dk2"/>
                </a:solidFill>
                <a:latin typeface="Arial"/>
                <a:ea typeface="Arial"/>
                <a:cs typeface="Arial"/>
                <a:sym typeface="Arial"/>
              </a:rPr>
              <a:t>© 2013 GLOBALFOUNDRIES Inc. All rights reserved.</a:t>
            </a:r>
            <a:endParaRPr/>
          </a:p>
          <a:p>
            <a:pPr marL="0" marR="0" lvl="0" indent="0" algn="l" rtl="0">
              <a:lnSpc>
                <a:spcPct val="90000"/>
              </a:lnSpc>
              <a:spcBef>
                <a:spcPts val="500"/>
              </a:spcBef>
              <a:spcAft>
                <a:spcPts val="0"/>
              </a:spcAft>
              <a:buNone/>
            </a:pPr>
            <a:endParaRPr sz="9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11162375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19"/>
        <p:cNvGrpSpPr/>
        <p:nvPr/>
      </p:nvGrpSpPr>
      <p:grpSpPr>
        <a:xfrm>
          <a:off x="0" y="0"/>
          <a:ext cx="0" cy="0"/>
          <a:chOff x="0" y="0"/>
          <a:chExt cx="0" cy="0"/>
        </a:xfrm>
      </p:grpSpPr>
      <p:sp>
        <p:nvSpPr>
          <p:cNvPr id="420" name="Google Shape;420;p55"/>
          <p:cNvSpPr txBox="1">
            <a:spLocks noGrp="1"/>
          </p:cNvSpPr>
          <p:nvPr>
            <p:ph type="title"/>
          </p:nvPr>
        </p:nvSpPr>
        <p:spPr>
          <a:xfrm>
            <a:off x="685800" y="171450"/>
            <a:ext cx="7772400" cy="628500"/>
          </a:xfrm>
          <a:prstGeom prst="rect">
            <a:avLst/>
          </a:prstGeom>
          <a:noFill/>
          <a:ln>
            <a:noFill/>
          </a:ln>
        </p:spPr>
        <p:txBody>
          <a:bodyPr spcFirstLastPara="1" wrap="square" lIns="91425" tIns="91425" rIns="91425" bIns="91425" anchor="b" anchorCtr="0">
            <a:noAutofit/>
          </a:bodyPr>
          <a:lstStyle>
            <a:lvl1pPr lvl="0" algn="l" rtl="0">
              <a:lnSpc>
                <a:spcPct val="90000"/>
              </a:lnSpc>
              <a:spcBef>
                <a:spcPts val="0"/>
              </a:spcBef>
              <a:spcAft>
                <a:spcPts val="0"/>
              </a:spcAft>
              <a:buClr>
                <a:schemeClr val="accent1"/>
              </a:buClr>
              <a:buSzPts val="2400"/>
              <a:buFont typeface="Arial"/>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21" name="Google Shape;421;p55"/>
          <p:cNvSpPr txBox="1">
            <a:spLocks noGrp="1"/>
          </p:cNvSpPr>
          <p:nvPr>
            <p:ph type="body" idx="1"/>
          </p:nvPr>
        </p:nvSpPr>
        <p:spPr>
          <a:xfrm rot="5400000">
            <a:off x="2800350" y="-1028700"/>
            <a:ext cx="3543300" cy="7772400"/>
          </a:xfrm>
          <a:prstGeom prst="rect">
            <a:avLst/>
          </a:prstGeom>
          <a:noFill/>
          <a:ln>
            <a:noFill/>
          </a:ln>
        </p:spPr>
        <p:txBody>
          <a:bodyPr spcFirstLastPara="1" wrap="square" lIns="91425" tIns="91425" rIns="91425" bIns="91425" anchor="t" anchorCtr="0">
            <a:noAutofit/>
          </a:bodyPr>
          <a:lstStyle>
            <a:lvl1pPr marL="457200" lvl="0" indent="-355600" algn="l" rtl="0">
              <a:lnSpc>
                <a:spcPct val="90000"/>
              </a:lnSpc>
              <a:spcBef>
                <a:spcPts val="1200"/>
              </a:spcBef>
              <a:spcAft>
                <a:spcPts val="0"/>
              </a:spcAft>
              <a:buClr>
                <a:srgbClr val="3F3F41"/>
              </a:buClr>
              <a:buSzPts val="2000"/>
              <a:buFont typeface="Arial"/>
              <a:buChar char="•"/>
              <a:defRPr/>
            </a:lvl1pPr>
            <a:lvl2pPr marL="914400" lvl="1" indent="-330200" algn="l" rtl="0">
              <a:lnSpc>
                <a:spcPct val="90000"/>
              </a:lnSpc>
              <a:spcBef>
                <a:spcPts val="800"/>
              </a:spcBef>
              <a:spcAft>
                <a:spcPts val="0"/>
              </a:spcAft>
              <a:buClr>
                <a:srgbClr val="3F3F41"/>
              </a:buClr>
              <a:buSzPts val="1600"/>
              <a:buFont typeface="Arial"/>
              <a:buChar char="–"/>
              <a:defRPr/>
            </a:lvl2pPr>
            <a:lvl3pPr marL="1371600" lvl="2" indent="-317500" algn="l" rtl="0">
              <a:lnSpc>
                <a:spcPct val="90000"/>
              </a:lnSpc>
              <a:spcBef>
                <a:spcPts val="600"/>
              </a:spcBef>
              <a:spcAft>
                <a:spcPts val="0"/>
              </a:spcAft>
              <a:buClr>
                <a:srgbClr val="3F3F41"/>
              </a:buClr>
              <a:buSzPts val="1400"/>
              <a:buFont typeface="Arial"/>
              <a:buChar char="•"/>
              <a:defRPr/>
            </a:lvl3pPr>
            <a:lvl4pPr marL="1828800" lvl="3" indent="-317500" algn="l" rtl="0">
              <a:lnSpc>
                <a:spcPct val="90000"/>
              </a:lnSpc>
              <a:spcBef>
                <a:spcPts val="600"/>
              </a:spcBef>
              <a:spcAft>
                <a:spcPts val="0"/>
              </a:spcAft>
              <a:buClr>
                <a:srgbClr val="3F3F41"/>
              </a:buClr>
              <a:buSzPts val="1400"/>
              <a:buFont typeface="Arial"/>
              <a:buChar char="–"/>
              <a:defRPr/>
            </a:lvl4pPr>
            <a:lvl5pPr marL="2286000" lvl="4" indent="-317500" algn="l" rtl="0">
              <a:lnSpc>
                <a:spcPct val="90000"/>
              </a:lnSpc>
              <a:spcBef>
                <a:spcPts val="600"/>
              </a:spcBef>
              <a:spcAft>
                <a:spcPts val="0"/>
              </a:spcAft>
              <a:buClr>
                <a:srgbClr val="3F3F41"/>
              </a:buClr>
              <a:buSzPts val="1400"/>
              <a:buFont typeface="Arial"/>
              <a:buChar char="•"/>
              <a:defRPr/>
            </a:lvl5pPr>
            <a:lvl6pPr marL="2743200" lvl="5" indent="-317500" algn="l" rtl="0">
              <a:lnSpc>
                <a:spcPct val="90000"/>
              </a:lnSpc>
              <a:spcBef>
                <a:spcPts val="600"/>
              </a:spcBef>
              <a:spcAft>
                <a:spcPts val="0"/>
              </a:spcAft>
              <a:buClr>
                <a:srgbClr val="3F3F41"/>
              </a:buClr>
              <a:buSzPts val="1400"/>
              <a:buFont typeface="Arial"/>
              <a:buChar char="–"/>
              <a:defRPr/>
            </a:lvl6pPr>
            <a:lvl7pPr marL="3200400" lvl="6" indent="-317500" algn="l" rtl="0">
              <a:lnSpc>
                <a:spcPct val="90000"/>
              </a:lnSpc>
              <a:spcBef>
                <a:spcPts val="600"/>
              </a:spcBef>
              <a:spcAft>
                <a:spcPts val="0"/>
              </a:spcAft>
              <a:buClr>
                <a:srgbClr val="3F3F41"/>
              </a:buClr>
              <a:buSzPts val="1400"/>
              <a:buFont typeface="Arial"/>
              <a:buChar char="•"/>
              <a:defRPr/>
            </a:lvl7pPr>
            <a:lvl8pPr marL="3657600" lvl="7" indent="-317500" algn="l" rtl="0">
              <a:lnSpc>
                <a:spcPct val="90000"/>
              </a:lnSpc>
              <a:spcBef>
                <a:spcPts val="600"/>
              </a:spcBef>
              <a:spcAft>
                <a:spcPts val="0"/>
              </a:spcAft>
              <a:buClr>
                <a:srgbClr val="3F3F41"/>
              </a:buClr>
              <a:buSzPts val="1400"/>
              <a:buFont typeface="Arial"/>
              <a:buChar char="–"/>
              <a:defRPr/>
            </a:lvl8pPr>
            <a:lvl9pPr marL="4114800" lvl="8" indent="-317500" algn="l" rtl="0">
              <a:lnSpc>
                <a:spcPct val="90000"/>
              </a:lnSpc>
              <a:spcBef>
                <a:spcPts val="600"/>
              </a:spcBef>
              <a:spcAft>
                <a:spcPts val="0"/>
              </a:spcAft>
              <a:buClr>
                <a:srgbClr val="3F3F41"/>
              </a:buClr>
              <a:buSzPts val="1400"/>
              <a:buFont typeface="Arial"/>
              <a:buChar char="•"/>
              <a:defRPr/>
            </a:lvl9pPr>
          </a:lstStyle>
          <a:p>
            <a:endParaRPr/>
          </a:p>
        </p:txBody>
      </p:sp>
      <p:sp>
        <p:nvSpPr>
          <p:cNvPr id="422" name="Google Shape;422;p55"/>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23" name="Google Shape;423;p55"/>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24" name="Google Shape;424;p55"/>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extLst>
      <p:ext uri="{BB962C8B-B14F-4D97-AF65-F5344CB8AC3E}">
        <p14:creationId xmlns:p14="http://schemas.microsoft.com/office/powerpoint/2010/main" val="19629284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25"/>
        <p:cNvGrpSpPr/>
        <p:nvPr/>
      </p:nvGrpSpPr>
      <p:grpSpPr>
        <a:xfrm>
          <a:off x="0" y="0"/>
          <a:ext cx="0" cy="0"/>
          <a:chOff x="0" y="0"/>
          <a:chExt cx="0" cy="0"/>
        </a:xfrm>
      </p:grpSpPr>
      <p:sp>
        <p:nvSpPr>
          <p:cNvPr id="426" name="Google Shape;426;p56"/>
          <p:cNvSpPr txBox="1">
            <a:spLocks noGrp="1"/>
          </p:cNvSpPr>
          <p:nvPr>
            <p:ph type="title"/>
          </p:nvPr>
        </p:nvSpPr>
        <p:spPr>
          <a:xfrm rot="5400000">
            <a:off x="5808750" y="1979700"/>
            <a:ext cx="4457700" cy="841200"/>
          </a:xfrm>
          <a:prstGeom prst="rect">
            <a:avLst/>
          </a:prstGeom>
          <a:noFill/>
          <a:ln>
            <a:noFill/>
          </a:ln>
        </p:spPr>
        <p:txBody>
          <a:bodyPr spcFirstLastPara="1" wrap="square" lIns="91425" tIns="91425" rIns="91425" bIns="91425" anchor="b" anchorCtr="0">
            <a:noAutofit/>
          </a:bodyPr>
          <a:lstStyle>
            <a:lvl1pPr lvl="0" algn="l" rtl="0">
              <a:lnSpc>
                <a:spcPct val="90000"/>
              </a:lnSpc>
              <a:spcBef>
                <a:spcPts val="0"/>
              </a:spcBef>
              <a:spcAft>
                <a:spcPts val="0"/>
              </a:spcAft>
              <a:buClr>
                <a:schemeClr val="accent1"/>
              </a:buClr>
              <a:buSzPts val="2400"/>
              <a:buFont typeface="Arial"/>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27" name="Google Shape;427;p56"/>
          <p:cNvSpPr txBox="1">
            <a:spLocks noGrp="1"/>
          </p:cNvSpPr>
          <p:nvPr>
            <p:ph type="body" idx="1"/>
          </p:nvPr>
        </p:nvSpPr>
        <p:spPr>
          <a:xfrm rot="5400000">
            <a:off x="1733550" y="-876300"/>
            <a:ext cx="4457700" cy="6553200"/>
          </a:xfrm>
          <a:prstGeom prst="rect">
            <a:avLst/>
          </a:prstGeom>
          <a:noFill/>
          <a:ln>
            <a:noFill/>
          </a:ln>
        </p:spPr>
        <p:txBody>
          <a:bodyPr spcFirstLastPara="1" wrap="square" lIns="91425" tIns="91425" rIns="91425" bIns="91425" anchor="t" anchorCtr="0">
            <a:noAutofit/>
          </a:bodyPr>
          <a:lstStyle>
            <a:lvl1pPr marL="457200" lvl="0" indent="-355600" algn="l" rtl="0">
              <a:lnSpc>
                <a:spcPct val="90000"/>
              </a:lnSpc>
              <a:spcBef>
                <a:spcPts val="1200"/>
              </a:spcBef>
              <a:spcAft>
                <a:spcPts val="0"/>
              </a:spcAft>
              <a:buClr>
                <a:srgbClr val="3F3F41"/>
              </a:buClr>
              <a:buSzPts val="2000"/>
              <a:buFont typeface="Arial"/>
              <a:buChar char="•"/>
              <a:defRPr/>
            </a:lvl1pPr>
            <a:lvl2pPr marL="914400" lvl="1" indent="-330200" algn="l" rtl="0">
              <a:lnSpc>
                <a:spcPct val="90000"/>
              </a:lnSpc>
              <a:spcBef>
                <a:spcPts val="800"/>
              </a:spcBef>
              <a:spcAft>
                <a:spcPts val="0"/>
              </a:spcAft>
              <a:buClr>
                <a:srgbClr val="3F3F41"/>
              </a:buClr>
              <a:buSzPts val="1600"/>
              <a:buFont typeface="Arial"/>
              <a:buChar char="–"/>
              <a:defRPr/>
            </a:lvl2pPr>
            <a:lvl3pPr marL="1371600" lvl="2" indent="-317500" algn="l" rtl="0">
              <a:lnSpc>
                <a:spcPct val="90000"/>
              </a:lnSpc>
              <a:spcBef>
                <a:spcPts val="600"/>
              </a:spcBef>
              <a:spcAft>
                <a:spcPts val="0"/>
              </a:spcAft>
              <a:buClr>
                <a:srgbClr val="3F3F41"/>
              </a:buClr>
              <a:buSzPts val="1400"/>
              <a:buFont typeface="Arial"/>
              <a:buChar char="•"/>
              <a:defRPr/>
            </a:lvl3pPr>
            <a:lvl4pPr marL="1828800" lvl="3" indent="-317500" algn="l" rtl="0">
              <a:lnSpc>
                <a:spcPct val="90000"/>
              </a:lnSpc>
              <a:spcBef>
                <a:spcPts val="600"/>
              </a:spcBef>
              <a:spcAft>
                <a:spcPts val="0"/>
              </a:spcAft>
              <a:buClr>
                <a:srgbClr val="3F3F41"/>
              </a:buClr>
              <a:buSzPts val="1400"/>
              <a:buFont typeface="Arial"/>
              <a:buChar char="–"/>
              <a:defRPr/>
            </a:lvl4pPr>
            <a:lvl5pPr marL="2286000" lvl="4" indent="-317500" algn="l" rtl="0">
              <a:lnSpc>
                <a:spcPct val="90000"/>
              </a:lnSpc>
              <a:spcBef>
                <a:spcPts val="600"/>
              </a:spcBef>
              <a:spcAft>
                <a:spcPts val="0"/>
              </a:spcAft>
              <a:buClr>
                <a:srgbClr val="3F3F41"/>
              </a:buClr>
              <a:buSzPts val="1400"/>
              <a:buFont typeface="Arial"/>
              <a:buChar char="•"/>
              <a:defRPr/>
            </a:lvl5pPr>
            <a:lvl6pPr marL="2743200" lvl="5" indent="-317500" algn="l" rtl="0">
              <a:lnSpc>
                <a:spcPct val="90000"/>
              </a:lnSpc>
              <a:spcBef>
                <a:spcPts val="600"/>
              </a:spcBef>
              <a:spcAft>
                <a:spcPts val="0"/>
              </a:spcAft>
              <a:buClr>
                <a:srgbClr val="3F3F41"/>
              </a:buClr>
              <a:buSzPts val="1400"/>
              <a:buFont typeface="Arial"/>
              <a:buChar char="–"/>
              <a:defRPr/>
            </a:lvl6pPr>
            <a:lvl7pPr marL="3200400" lvl="6" indent="-317500" algn="l" rtl="0">
              <a:lnSpc>
                <a:spcPct val="90000"/>
              </a:lnSpc>
              <a:spcBef>
                <a:spcPts val="600"/>
              </a:spcBef>
              <a:spcAft>
                <a:spcPts val="0"/>
              </a:spcAft>
              <a:buClr>
                <a:srgbClr val="3F3F41"/>
              </a:buClr>
              <a:buSzPts val="1400"/>
              <a:buFont typeface="Arial"/>
              <a:buChar char="•"/>
              <a:defRPr/>
            </a:lvl7pPr>
            <a:lvl8pPr marL="3657600" lvl="7" indent="-317500" algn="l" rtl="0">
              <a:lnSpc>
                <a:spcPct val="90000"/>
              </a:lnSpc>
              <a:spcBef>
                <a:spcPts val="600"/>
              </a:spcBef>
              <a:spcAft>
                <a:spcPts val="0"/>
              </a:spcAft>
              <a:buClr>
                <a:srgbClr val="3F3F41"/>
              </a:buClr>
              <a:buSzPts val="1400"/>
              <a:buFont typeface="Arial"/>
              <a:buChar char="–"/>
              <a:defRPr/>
            </a:lvl8pPr>
            <a:lvl9pPr marL="4114800" lvl="8" indent="-317500" algn="l" rtl="0">
              <a:lnSpc>
                <a:spcPct val="90000"/>
              </a:lnSpc>
              <a:spcBef>
                <a:spcPts val="600"/>
              </a:spcBef>
              <a:spcAft>
                <a:spcPts val="0"/>
              </a:spcAft>
              <a:buClr>
                <a:srgbClr val="3F3F41"/>
              </a:buClr>
              <a:buSzPts val="1400"/>
              <a:buFont typeface="Arial"/>
              <a:buChar char="•"/>
              <a:defRPr/>
            </a:lvl9pPr>
          </a:lstStyle>
          <a:p>
            <a:endParaRPr/>
          </a:p>
        </p:txBody>
      </p:sp>
      <p:sp>
        <p:nvSpPr>
          <p:cNvPr id="428" name="Google Shape;428;p56"/>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29" name="Google Shape;429;p56"/>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30" name="Google Shape;430;p56"/>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extLst>
      <p:ext uri="{BB962C8B-B14F-4D97-AF65-F5344CB8AC3E}">
        <p14:creationId xmlns:p14="http://schemas.microsoft.com/office/powerpoint/2010/main" val="18752082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Section Header Orange" type="secHead">
  <p:cSld name="Section Header Orange">
    <p:bg>
      <p:bgPr>
        <a:solidFill>
          <a:schemeClr val="accent1"/>
        </a:solidFill>
        <a:effectLst/>
      </p:bgPr>
    </p:bg>
    <p:spTree>
      <p:nvGrpSpPr>
        <p:cNvPr id="1" name="Shape 431"/>
        <p:cNvGrpSpPr/>
        <p:nvPr/>
      </p:nvGrpSpPr>
      <p:grpSpPr>
        <a:xfrm>
          <a:off x="0" y="0"/>
          <a:ext cx="0" cy="0"/>
          <a:chOff x="0" y="0"/>
          <a:chExt cx="0" cy="0"/>
        </a:xfrm>
      </p:grpSpPr>
      <p:pic>
        <p:nvPicPr>
          <p:cNvPr id="432" name="Google Shape;432;p57"/>
          <p:cNvPicPr preferRelativeResize="0"/>
          <p:nvPr/>
        </p:nvPicPr>
        <p:blipFill rotWithShape="1">
          <a:blip r:embed="rId2">
            <a:alphaModFix/>
          </a:blip>
          <a:srcRect/>
          <a:stretch/>
        </p:blipFill>
        <p:spPr>
          <a:xfrm>
            <a:off x="-1" y="2714552"/>
            <a:ext cx="6172200" cy="2428800"/>
          </a:xfrm>
          <a:prstGeom prst="rect">
            <a:avLst/>
          </a:prstGeom>
          <a:noFill/>
          <a:ln>
            <a:noFill/>
          </a:ln>
        </p:spPr>
      </p:pic>
      <p:sp>
        <p:nvSpPr>
          <p:cNvPr id="433" name="Google Shape;433;p57"/>
          <p:cNvSpPr txBox="1">
            <a:spLocks noGrp="1"/>
          </p:cNvSpPr>
          <p:nvPr>
            <p:ph type="title"/>
          </p:nvPr>
        </p:nvSpPr>
        <p:spPr>
          <a:xfrm>
            <a:off x="685800" y="827532"/>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34" name="Google Shape;434;p57"/>
          <p:cNvSpPr txBox="1">
            <a:spLocks noGrp="1"/>
          </p:cNvSpPr>
          <p:nvPr>
            <p:ph type="body" idx="1"/>
          </p:nvPr>
        </p:nvSpPr>
        <p:spPr>
          <a:xfrm>
            <a:off x="685800" y="1760220"/>
            <a:ext cx="7772400" cy="411600"/>
          </a:xfrm>
          <a:prstGeom prst="rect">
            <a:avLst/>
          </a:prstGeom>
          <a:noFill/>
          <a:ln>
            <a:noFill/>
          </a:ln>
        </p:spPr>
        <p:txBody>
          <a:bodyPr spcFirstLastPara="1" wrap="square" lIns="91425" tIns="91425" rIns="91425" bIns="91425" anchor="t" anchorCtr="0">
            <a:noAutofit/>
          </a:bodyPr>
          <a:lstStyle>
            <a:lvl1pPr marL="457200" lvl="0" indent="-228600" rtl="0">
              <a:spcBef>
                <a:spcPts val="0"/>
              </a:spcBef>
              <a:spcAft>
                <a:spcPts val="0"/>
              </a:spcAft>
              <a:buClr>
                <a:schemeClr val="lt1"/>
              </a:buClr>
              <a:buSzPts val="2000"/>
              <a:buFont typeface="Arial"/>
              <a:buNone/>
              <a:defRPr/>
            </a:lvl1pPr>
            <a:lvl2pPr marL="914400" lvl="1" indent="-228600" rtl="0">
              <a:spcBef>
                <a:spcPts val="800"/>
              </a:spcBef>
              <a:spcAft>
                <a:spcPts val="0"/>
              </a:spcAft>
              <a:buClr>
                <a:schemeClr val="lt1"/>
              </a:buClr>
              <a:buSzPts val="1600"/>
              <a:buFont typeface="Arial"/>
              <a:buNone/>
              <a:defRPr/>
            </a:lvl2pPr>
            <a:lvl3pPr marL="1371600" lvl="2" indent="-228600" rtl="0">
              <a:spcBef>
                <a:spcPts val="600"/>
              </a:spcBef>
              <a:spcAft>
                <a:spcPts val="0"/>
              </a:spcAft>
              <a:buClr>
                <a:schemeClr val="lt1"/>
              </a:buClr>
              <a:buSzPts val="1400"/>
              <a:buFont typeface="Arial"/>
              <a:buNone/>
              <a:defRPr/>
            </a:lvl3pPr>
            <a:lvl4pPr marL="1828800" lvl="3" indent="-228600" rtl="0">
              <a:spcBef>
                <a:spcPts val="600"/>
              </a:spcBef>
              <a:spcAft>
                <a:spcPts val="0"/>
              </a:spcAft>
              <a:buClr>
                <a:schemeClr val="lt1"/>
              </a:buClr>
              <a:buSzPts val="1400"/>
              <a:buFont typeface="Arial"/>
              <a:buNone/>
              <a:defRPr/>
            </a:lvl4pPr>
            <a:lvl5pPr marL="2286000" lvl="4" indent="-228600" rtl="0">
              <a:spcBef>
                <a:spcPts val="600"/>
              </a:spcBef>
              <a:spcAft>
                <a:spcPts val="0"/>
              </a:spcAft>
              <a:buClr>
                <a:schemeClr val="lt1"/>
              </a:buClr>
              <a:buSzPts val="1400"/>
              <a:buFont typeface="Arial"/>
              <a:buNone/>
              <a:defRPr/>
            </a:lvl5pPr>
            <a:lvl6pPr marL="2743200" lvl="5" indent="-228600" rtl="0">
              <a:spcBef>
                <a:spcPts val="600"/>
              </a:spcBef>
              <a:spcAft>
                <a:spcPts val="0"/>
              </a:spcAft>
              <a:buClr>
                <a:schemeClr val="lt1"/>
              </a:buClr>
              <a:buSzPts val="1400"/>
              <a:buFont typeface="Arial"/>
              <a:buNone/>
              <a:defRPr/>
            </a:lvl6pPr>
            <a:lvl7pPr marL="3200400" lvl="6" indent="-228600" rtl="0">
              <a:spcBef>
                <a:spcPts val="600"/>
              </a:spcBef>
              <a:spcAft>
                <a:spcPts val="0"/>
              </a:spcAft>
              <a:buClr>
                <a:schemeClr val="lt1"/>
              </a:buClr>
              <a:buSzPts val="1400"/>
              <a:buFont typeface="Arial"/>
              <a:buNone/>
              <a:defRPr/>
            </a:lvl7pPr>
            <a:lvl8pPr marL="3657600" lvl="7" indent="-228600" rtl="0">
              <a:spcBef>
                <a:spcPts val="600"/>
              </a:spcBef>
              <a:spcAft>
                <a:spcPts val="0"/>
              </a:spcAft>
              <a:buClr>
                <a:schemeClr val="lt1"/>
              </a:buClr>
              <a:buSzPts val="1400"/>
              <a:buFont typeface="Arial"/>
              <a:buNone/>
              <a:defRPr/>
            </a:lvl8pPr>
            <a:lvl9pPr marL="4114800" lvl="8" indent="-228600" rtl="0">
              <a:spcBef>
                <a:spcPts val="600"/>
              </a:spcBef>
              <a:spcAft>
                <a:spcPts val="0"/>
              </a:spcAft>
              <a:buClr>
                <a:schemeClr val="lt1"/>
              </a:buClr>
              <a:buSzPts val="1400"/>
              <a:buFont typeface="Arial"/>
              <a:buNone/>
              <a:defRPr/>
            </a:lvl9pPr>
          </a:lstStyle>
          <a:p>
            <a:endParaRPr/>
          </a:p>
        </p:txBody>
      </p:sp>
      <p:sp>
        <p:nvSpPr>
          <p:cNvPr id="435" name="Google Shape;435;p57"/>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36" name="Google Shape;436;p57"/>
          <p:cNvSpPr/>
          <p:nvPr/>
        </p:nvSpPr>
        <p:spPr>
          <a:xfrm>
            <a:off x="9006840" y="0"/>
            <a:ext cx="137100" cy="5143500"/>
          </a:xfrm>
          <a:prstGeom prst="rect">
            <a:avLst/>
          </a:prstGeom>
          <a:solidFill>
            <a:srgbClr val="D351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967800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bg>
      <p:bgPr>
        <a:solidFill>
          <a:schemeClr val="dk2"/>
        </a:solidFill>
        <a:effectLst/>
      </p:bgPr>
    </p:bg>
    <p:spTree>
      <p:nvGrpSpPr>
        <p:cNvPr id="1" name="Shape 437"/>
        <p:cNvGrpSpPr/>
        <p:nvPr/>
      </p:nvGrpSpPr>
      <p:grpSpPr>
        <a:xfrm>
          <a:off x="0" y="0"/>
          <a:ext cx="0" cy="0"/>
          <a:chOff x="0" y="0"/>
          <a:chExt cx="0" cy="0"/>
        </a:xfrm>
      </p:grpSpPr>
      <p:pic>
        <p:nvPicPr>
          <p:cNvPr id="438" name="Google Shape;438;p58"/>
          <p:cNvPicPr preferRelativeResize="0"/>
          <p:nvPr/>
        </p:nvPicPr>
        <p:blipFill rotWithShape="1">
          <a:blip r:embed="rId2">
            <a:alphaModFix/>
          </a:blip>
          <a:srcRect/>
          <a:stretch/>
        </p:blipFill>
        <p:spPr>
          <a:xfrm>
            <a:off x="-1" y="2714552"/>
            <a:ext cx="6172200" cy="2428800"/>
          </a:xfrm>
          <a:prstGeom prst="rect">
            <a:avLst/>
          </a:prstGeom>
          <a:noFill/>
          <a:ln>
            <a:noFill/>
          </a:ln>
        </p:spPr>
      </p:pic>
      <p:sp>
        <p:nvSpPr>
          <p:cNvPr id="439" name="Google Shape;439;p58"/>
          <p:cNvSpPr txBox="1">
            <a:spLocks noGrp="1"/>
          </p:cNvSpPr>
          <p:nvPr>
            <p:ph type="title"/>
          </p:nvPr>
        </p:nvSpPr>
        <p:spPr>
          <a:xfrm>
            <a:off x="685800" y="827532"/>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40" name="Google Shape;440;p58"/>
          <p:cNvSpPr txBox="1">
            <a:spLocks noGrp="1"/>
          </p:cNvSpPr>
          <p:nvPr>
            <p:ph type="body" idx="1"/>
          </p:nvPr>
        </p:nvSpPr>
        <p:spPr>
          <a:xfrm>
            <a:off x="685800" y="1760220"/>
            <a:ext cx="7772400" cy="411600"/>
          </a:xfrm>
          <a:prstGeom prst="rect">
            <a:avLst/>
          </a:prstGeom>
          <a:noFill/>
          <a:ln>
            <a:noFill/>
          </a:ln>
        </p:spPr>
        <p:txBody>
          <a:bodyPr spcFirstLastPara="1" wrap="square" lIns="91425" tIns="91425" rIns="91425" bIns="91425" anchor="t" anchorCtr="0">
            <a:noAutofit/>
          </a:bodyPr>
          <a:lstStyle>
            <a:lvl1pPr marL="457200" lvl="0" indent="-228600" rtl="0">
              <a:spcBef>
                <a:spcPts val="0"/>
              </a:spcBef>
              <a:spcAft>
                <a:spcPts val="0"/>
              </a:spcAft>
              <a:buClr>
                <a:schemeClr val="lt1"/>
              </a:buClr>
              <a:buSzPts val="2000"/>
              <a:buFont typeface="Arial"/>
              <a:buNone/>
              <a:defRPr/>
            </a:lvl1pPr>
            <a:lvl2pPr marL="914400" lvl="1" indent="-228600" rtl="0">
              <a:spcBef>
                <a:spcPts val="800"/>
              </a:spcBef>
              <a:spcAft>
                <a:spcPts val="0"/>
              </a:spcAft>
              <a:buClr>
                <a:schemeClr val="lt1"/>
              </a:buClr>
              <a:buSzPts val="1600"/>
              <a:buFont typeface="Arial"/>
              <a:buNone/>
              <a:defRPr/>
            </a:lvl2pPr>
            <a:lvl3pPr marL="1371600" lvl="2" indent="-228600" rtl="0">
              <a:spcBef>
                <a:spcPts val="600"/>
              </a:spcBef>
              <a:spcAft>
                <a:spcPts val="0"/>
              </a:spcAft>
              <a:buClr>
                <a:schemeClr val="lt1"/>
              </a:buClr>
              <a:buSzPts val="1400"/>
              <a:buFont typeface="Arial"/>
              <a:buNone/>
              <a:defRPr/>
            </a:lvl3pPr>
            <a:lvl4pPr marL="1828800" lvl="3" indent="-228600" rtl="0">
              <a:spcBef>
                <a:spcPts val="600"/>
              </a:spcBef>
              <a:spcAft>
                <a:spcPts val="0"/>
              </a:spcAft>
              <a:buClr>
                <a:schemeClr val="lt1"/>
              </a:buClr>
              <a:buSzPts val="1400"/>
              <a:buFont typeface="Arial"/>
              <a:buNone/>
              <a:defRPr/>
            </a:lvl4pPr>
            <a:lvl5pPr marL="2286000" lvl="4" indent="-228600" rtl="0">
              <a:spcBef>
                <a:spcPts val="600"/>
              </a:spcBef>
              <a:spcAft>
                <a:spcPts val="0"/>
              </a:spcAft>
              <a:buClr>
                <a:schemeClr val="lt1"/>
              </a:buClr>
              <a:buSzPts val="1400"/>
              <a:buFont typeface="Arial"/>
              <a:buNone/>
              <a:defRPr/>
            </a:lvl5pPr>
            <a:lvl6pPr marL="2743200" lvl="5" indent="-228600" rtl="0">
              <a:spcBef>
                <a:spcPts val="600"/>
              </a:spcBef>
              <a:spcAft>
                <a:spcPts val="0"/>
              </a:spcAft>
              <a:buClr>
                <a:schemeClr val="lt1"/>
              </a:buClr>
              <a:buSzPts val="1400"/>
              <a:buFont typeface="Arial"/>
              <a:buNone/>
              <a:defRPr/>
            </a:lvl6pPr>
            <a:lvl7pPr marL="3200400" lvl="6" indent="-228600" rtl="0">
              <a:spcBef>
                <a:spcPts val="600"/>
              </a:spcBef>
              <a:spcAft>
                <a:spcPts val="0"/>
              </a:spcAft>
              <a:buClr>
                <a:schemeClr val="lt1"/>
              </a:buClr>
              <a:buSzPts val="1400"/>
              <a:buFont typeface="Arial"/>
              <a:buNone/>
              <a:defRPr/>
            </a:lvl7pPr>
            <a:lvl8pPr marL="3657600" lvl="7" indent="-228600" rtl="0">
              <a:spcBef>
                <a:spcPts val="600"/>
              </a:spcBef>
              <a:spcAft>
                <a:spcPts val="0"/>
              </a:spcAft>
              <a:buClr>
                <a:schemeClr val="lt1"/>
              </a:buClr>
              <a:buSzPts val="1400"/>
              <a:buFont typeface="Arial"/>
              <a:buNone/>
              <a:defRPr/>
            </a:lvl8pPr>
            <a:lvl9pPr marL="4114800" lvl="8" indent="-228600" rtl="0">
              <a:spcBef>
                <a:spcPts val="600"/>
              </a:spcBef>
              <a:spcAft>
                <a:spcPts val="0"/>
              </a:spcAft>
              <a:buClr>
                <a:schemeClr val="lt1"/>
              </a:buClr>
              <a:buSzPts val="1400"/>
              <a:buFont typeface="Arial"/>
              <a:buNone/>
              <a:defRPr/>
            </a:lvl9pPr>
          </a:lstStyle>
          <a:p>
            <a:endParaRPr/>
          </a:p>
        </p:txBody>
      </p:sp>
      <p:sp>
        <p:nvSpPr>
          <p:cNvPr id="441" name="Google Shape;441;p58"/>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42" name="Google Shape;442;p58"/>
          <p:cNvSpPr/>
          <p:nvPr/>
        </p:nvSpPr>
        <p:spPr>
          <a:xfrm>
            <a:off x="9006840" y="0"/>
            <a:ext cx="137100" cy="5143500"/>
          </a:xfrm>
          <a:prstGeom prst="rect">
            <a:avLst/>
          </a:prstGeom>
          <a:solidFill>
            <a:srgbClr val="5F5F6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4523699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311708" y="744575"/>
            <a:ext cx="8520600" cy="2052675"/>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3600"/>
            </a:lvl1pPr>
            <a:lvl2pPr lvl="1" algn="ctr">
              <a:spcBef>
                <a:spcPts val="0"/>
              </a:spcBef>
              <a:spcAft>
                <a:spcPts val="0"/>
              </a:spcAft>
              <a:buSzPts val="5200"/>
              <a:buNone/>
              <a:defRPr sz="3600"/>
            </a:lvl2pPr>
            <a:lvl3pPr lvl="2" algn="ctr">
              <a:spcBef>
                <a:spcPts val="0"/>
              </a:spcBef>
              <a:spcAft>
                <a:spcPts val="0"/>
              </a:spcAft>
              <a:buSzPts val="5200"/>
              <a:buNone/>
              <a:defRPr sz="3600"/>
            </a:lvl3pPr>
            <a:lvl4pPr lvl="3" algn="ctr">
              <a:spcBef>
                <a:spcPts val="0"/>
              </a:spcBef>
              <a:spcAft>
                <a:spcPts val="0"/>
              </a:spcAft>
              <a:buSzPts val="5200"/>
              <a:buNone/>
              <a:defRPr sz="3600"/>
            </a:lvl4pPr>
            <a:lvl5pPr lvl="4" algn="ctr">
              <a:spcBef>
                <a:spcPts val="0"/>
              </a:spcBef>
              <a:spcAft>
                <a:spcPts val="0"/>
              </a:spcAft>
              <a:buSzPts val="5200"/>
              <a:buNone/>
              <a:defRPr sz="3600"/>
            </a:lvl5pPr>
            <a:lvl6pPr lvl="5" algn="ctr">
              <a:spcBef>
                <a:spcPts val="0"/>
              </a:spcBef>
              <a:spcAft>
                <a:spcPts val="0"/>
              </a:spcAft>
              <a:buSzPts val="5200"/>
              <a:buNone/>
              <a:defRPr sz="3600"/>
            </a:lvl6pPr>
            <a:lvl7pPr lvl="6" algn="ctr">
              <a:spcBef>
                <a:spcPts val="0"/>
              </a:spcBef>
              <a:spcAft>
                <a:spcPts val="0"/>
              </a:spcAft>
              <a:buSzPts val="5200"/>
              <a:buNone/>
              <a:defRPr sz="3600"/>
            </a:lvl7pPr>
            <a:lvl8pPr lvl="7" algn="ctr">
              <a:spcBef>
                <a:spcPts val="0"/>
              </a:spcBef>
              <a:spcAft>
                <a:spcPts val="0"/>
              </a:spcAft>
              <a:buSzPts val="5200"/>
              <a:buNone/>
              <a:defRPr sz="3600"/>
            </a:lvl8pPr>
            <a:lvl9pPr lvl="8" algn="ctr">
              <a:spcBef>
                <a:spcPts val="0"/>
              </a:spcBef>
              <a:spcAft>
                <a:spcPts val="0"/>
              </a:spcAft>
              <a:buSzPts val="5200"/>
              <a:buNone/>
              <a:defRPr sz="3600"/>
            </a:lvl9pPr>
          </a:lstStyle>
          <a:p>
            <a:endParaRPr/>
          </a:p>
        </p:txBody>
      </p:sp>
      <p:sp>
        <p:nvSpPr>
          <p:cNvPr id="15" name="Google Shape;15;p2"/>
          <p:cNvSpPr txBox="1">
            <a:spLocks noGrp="1"/>
          </p:cNvSpPr>
          <p:nvPr>
            <p:ph type="subTitle" idx="1"/>
          </p:nvPr>
        </p:nvSpPr>
        <p:spPr>
          <a:xfrm>
            <a:off x="311700" y="2834125"/>
            <a:ext cx="8520600" cy="792675"/>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939"/>
            </a:lvl1pPr>
            <a:lvl2pPr lvl="1" algn="ctr">
              <a:lnSpc>
                <a:spcPct val="100000"/>
              </a:lnSpc>
              <a:spcBef>
                <a:spcPts val="0"/>
              </a:spcBef>
              <a:spcAft>
                <a:spcPts val="0"/>
              </a:spcAft>
              <a:buSzPts val="2800"/>
              <a:buNone/>
              <a:defRPr sz="1939"/>
            </a:lvl2pPr>
            <a:lvl3pPr lvl="2" algn="ctr">
              <a:lnSpc>
                <a:spcPct val="100000"/>
              </a:lnSpc>
              <a:spcBef>
                <a:spcPts val="0"/>
              </a:spcBef>
              <a:spcAft>
                <a:spcPts val="0"/>
              </a:spcAft>
              <a:buSzPts val="2800"/>
              <a:buNone/>
              <a:defRPr sz="1939"/>
            </a:lvl3pPr>
            <a:lvl4pPr lvl="3" algn="ctr">
              <a:lnSpc>
                <a:spcPct val="100000"/>
              </a:lnSpc>
              <a:spcBef>
                <a:spcPts val="0"/>
              </a:spcBef>
              <a:spcAft>
                <a:spcPts val="0"/>
              </a:spcAft>
              <a:buSzPts val="2800"/>
              <a:buNone/>
              <a:defRPr sz="1939"/>
            </a:lvl4pPr>
            <a:lvl5pPr lvl="4" algn="ctr">
              <a:lnSpc>
                <a:spcPct val="100000"/>
              </a:lnSpc>
              <a:spcBef>
                <a:spcPts val="0"/>
              </a:spcBef>
              <a:spcAft>
                <a:spcPts val="0"/>
              </a:spcAft>
              <a:buSzPts val="2800"/>
              <a:buNone/>
              <a:defRPr sz="1939"/>
            </a:lvl5pPr>
            <a:lvl6pPr lvl="5" algn="ctr">
              <a:lnSpc>
                <a:spcPct val="100000"/>
              </a:lnSpc>
              <a:spcBef>
                <a:spcPts val="0"/>
              </a:spcBef>
              <a:spcAft>
                <a:spcPts val="0"/>
              </a:spcAft>
              <a:buSzPts val="2800"/>
              <a:buNone/>
              <a:defRPr sz="1939"/>
            </a:lvl6pPr>
            <a:lvl7pPr lvl="6" algn="ctr">
              <a:lnSpc>
                <a:spcPct val="100000"/>
              </a:lnSpc>
              <a:spcBef>
                <a:spcPts val="0"/>
              </a:spcBef>
              <a:spcAft>
                <a:spcPts val="0"/>
              </a:spcAft>
              <a:buSzPts val="2800"/>
              <a:buNone/>
              <a:defRPr sz="1939"/>
            </a:lvl7pPr>
            <a:lvl8pPr lvl="7" algn="ctr">
              <a:lnSpc>
                <a:spcPct val="100000"/>
              </a:lnSpc>
              <a:spcBef>
                <a:spcPts val="0"/>
              </a:spcBef>
              <a:spcAft>
                <a:spcPts val="0"/>
              </a:spcAft>
              <a:buSzPts val="2800"/>
              <a:buNone/>
              <a:defRPr sz="1939"/>
            </a:lvl8pPr>
            <a:lvl9pPr lvl="8" algn="ctr">
              <a:lnSpc>
                <a:spcPct val="100000"/>
              </a:lnSpc>
              <a:spcBef>
                <a:spcPts val="0"/>
              </a:spcBef>
              <a:spcAft>
                <a:spcPts val="0"/>
              </a:spcAft>
              <a:buSzPts val="2800"/>
              <a:buNone/>
              <a:defRPr sz="1939"/>
            </a:lvl9pPr>
          </a:lstStyle>
          <a:p>
            <a:endParaRPr/>
          </a:p>
        </p:txBody>
      </p:sp>
      <p:sp>
        <p:nvSpPr>
          <p:cNvPr id="16" name="Google Shape;16;p2"/>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311700" y="2150850"/>
            <a:ext cx="8520600" cy="841725"/>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2492"/>
            </a:lvl1pPr>
            <a:lvl2pPr lvl="1" algn="ctr">
              <a:spcBef>
                <a:spcPts val="0"/>
              </a:spcBef>
              <a:spcAft>
                <a:spcPts val="0"/>
              </a:spcAft>
              <a:buSzPts val="3600"/>
              <a:buNone/>
              <a:defRPr sz="2492"/>
            </a:lvl2pPr>
            <a:lvl3pPr lvl="2" algn="ctr">
              <a:spcBef>
                <a:spcPts val="0"/>
              </a:spcBef>
              <a:spcAft>
                <a:spcPts val="0"/>
              </a:spcAft>
              <a:buSzPts val="3600"/>
              <a:buNone/>
              <a:defRPr sz="2492"/>
            </a:lvl3pPr>
            <a:lvl4pPr lvl="3" algn="ctr">
              <a:spcBef>
                <a:spcPts val="0"/>
              </a:spcBef>
              <a:spcAft>
                <a:spcPts val="0"/>
              </a:spcAft>
              <a:buSzPts val="3600"/>
              <a:buNone/>
              <a:defRPr sz="2492"/>
            </a:lvl4pPr>
            <a:lvl5pPr lvl="4" algn="ctr">
              <a:spcBef>
                <a:spcPts val="0"/>
              </a:spcBef>
              <a:spcAft>
                <a:spcPts val="0"/>
              </a:spcAft>
              <a:buSzPts val="3600"/>
              <a:buNone/>
              <a:defRPr sz="2492"/>
            </a:lvl5pPr>
            <a:lvl6pPr lvl="5" algn="ctr">
              <a:spcBef>
                <a:spcPts val="0"/>
              </a:spcBef>
              <a:spcAft>
                <a:spcPts val="0"/>
              </a:spcAft>
              <a:buSzPts val="3600"/>
              <a:buNone/>
              <a:defRPr sz="2492"/>
            </a:lvl6pPr>
            <a:lvl7pPr lvl="6" algn="ctr">
              <a:spcBef>
                <a:spcPts val="0"/>
              </a:spcBef>
              <a:spcAft>
                <a:spcPts val="0"/>
              </a:spcAft>
              <a:buSzPts val="3600"/>
              <a:buNone/>
              <a:defRPr sz="2492"/>
            </a:lvl7pPr>
            <a:lvl8pPr lvl="7" algn="ctr">
              <a:spcBef>
                <a:spcPts val="0"/>
              </a:spcBef>
              <a:spcAft>
                <a:spcPts val="0"/>
              </a:spcAft>
              <a:buSzPts val="3600"/>
              <a:buNone/>
              <a:defRPr sz="2492"/>
            </a:lvl8pPr>
            <a:lvl9pPr lvl="8" algn="ctr">
              <a:spcBef>
                <a:spcPts val="0"/>
              </a:spcBef>
              <a:spcAft>
                <a:spcPts val="0"/>
              </a:spcAft>
              <a:buSzPts val="3600"/>
              <a:buNone/>
              <a:defRPr sz="2492"/>
            </a:lvl9pPr>
          </a:lstStyle>
          <a:p>
            <a:endParaRPr/>
          </a:p>
        </p:txBody>
      </p:sp>
      <p:sp>
        <p:nvSpPr>
          <p:cNvPr id="19" name="Google Shape;19;p3"/>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625"/>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316531" lvl="0" indent="-219813">
              <a:spcBef>
                <a:spcPts val="0"/>
              </a:spcBef>
              <a:spcAft>
                <a:spcPts val="0"/>
              </a:spcAft>
              <a:buSzPts val="1400"/>
              <a:buChar char="●"/>
              <a:defRPr sz="969"/>
            </a:lvl1pPr>
            <a:lvl2pPr marL="633062" lvl="1" indent="-211021">
              <a:spcBef>
                <a:spcPts val="1108"/>
              </a:spcBef>
              <a:spcAft>
                <a:spcPts val="0"/>
              </a:spcAft>
              <a:buSzPts val="1200"/>
              <a:buChar char="○"/>
              <a:defRPr sz="831"/>
            </a:lvl2pPr>
            <a:lvl3pPr marL="949593" lvl="2" indent="-211021">
              <a:spcBef>
                <a:spcPts val="1108"/>
              </a:spcBef>
              <a:spcAft>
                <a:spcPts val="0"/>
              </a:spcAft>
              <a:buSzPts val="1200"/>
              <a:buChar char="■"/>
              <a:defRPr sz="831"/>
            </a:lvl3pPr>
            <a:lvl4pPr marL="1266124" lvl="3" indent="-211021">
              <a:spcBef>
                <a:spcPts val="1108"/>
              </a:spcBef>
              <a:spcAft>
                <a:spcPts val="0"/>
              </a:spcAft>
              <a:buSzPts val="1200"/>
              <a:buChar char="●"/>
              <a:defRPr sz="831"/>
            </a:lvl4pPr>
            <a:lvl5pPr marL="1582655" lvl="4" indent="-211021">
              <a:spcBef>
                <a:spcPts val="1108"/>
              </a:spcBef>
              <a:spcAft>
                <a:spcPts val="0"/>
              </a:spcAft>
              <a:buSzPts val="1200"/>
              <a:buChar char="○"/>
              <a:defRPr sz="831"/>
            </a:lvl5pPr>
            <a:lvl6pPr marL="1899186" lvl="5" indent="-211021">
              <a:spcBef>
                <a:spcPts val="1108"/>
              </a:spcBef>
              <a:spcAft>
                <a:spcPts val="0"/>
              </a:spcAft>
              <a:buSzPts val="1200"/>
              <a:buChar char="■"/>
              <a:defRPr sz="831"/>
            </a:lvl6pPr>
            <a:lvl7pPr marL="2215717" lvl="6" indent="-211021">
              <a:spcBef>
                <a:spcPts val="1108"/>
              </a:spcBef>
              <a:spcAft>
                <a:spcPts val="0"/>
              </a:spcAft>
              <a:buSzPts val="1200"/>
              <a:buChar char="●"/>
              <a:defRPr sz="831"/>
            </a:lvl7pPr>
            <a:lvl8pPr marL="2532248" lvl="7" indent="-211021">
              <a:spcBef>
                <a:spcPts val="1108"/>
              </a:spcBef>
              <a:spcAft>
                <a:spcPts val="0"/>
              </a:spcAft>
              <a:buSzPts val="1200"/>
              <a:buChar char="○"/>
              <a:defRPr sz="831"/>
            </a:lvl8pPr>
            <a:lvl9pPr marL="2848779" lvl="8" indent="-211021">
              <a:spcBef>
                <a:spcPts val="1108"/>
              </a:spcBef>
              <a:spcAft>
                <a:spcPts val="1108"/>
              </a:spcAft>
              <a:buSzPts val="1200"/>
              <a:buChar char="■"/>
              <a:defRPr sz="831"/>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316531" lvl="0" indent="-219813">
              <a:spcBef>
                <a:spcPts val="0"/>
              </a:spcBef>
              <a:spcAft>
                <a:spcPts val="0"/>
              </a:spcAft>
              <a:buSzPts val="1400"/>
              <a:buChar char="●"/>
              <a:defRPr sz="969"/>
            </a:lvl1pPr>
            <a:lvl2pPr marL="633062" lvl="1" indent="-211021">
              <a:spcBef>
                <a:spcPts val="1108"/>
              </a:spcBef>
              <a:spcAft>
                <a:spcPts val="0"/>
              </a:spcAft>
              <a:buSzPts val="1200"/>
              <a:buChar char="○"/>
              <a:defRPr sz="831"/>
            </a:lvl2pPr>
            <a:lvl3pPr marL="949593" lvl="2" indent="-211021">
              <a:spcBef>
                <a:spcPts val="1108"/>
              </a:spcBef>
              <a:spcAft>
                <a:spcPts val="0"/>
              </a:spcAft>
              <a:buSzPts val="1200"/>
              <a:buChar char="■"/>
              <a:defRPr sz="831"/>
            </a:lvl3pPr>
            <a:lvl4pPr marL="1266124" lvl="3" indent="-211021">
              <a:spcBef>
                <a:spcPts val="1108"/>
              </a:spcBef>
              <a:spcAft>
                <a:spcPts val="0"/>
              </a:spcAft>
              <a:buSzPts val="1200"/>
              <a:buChar char="●"/>
              <a:defRPr sz="831"/>
            </a:lvl4pPr>
            <a:lvl5pPr marL="1582655" lvl="4" indent="-211021">
              <a:spcBef>
                <a:spcPts val="1108"/>
              </a:spcBef>
              <a:spcAft>
                <a:spcPts val="0"/>
              </a:spcAft>
              <a:buSzPts val="1200"/>
              <a:buChar char="○"/>
              <a:defRPr sz="831"/>
            </a:lvl5pPr>
            <a:lvl6pPr marL="1899186" lvl="5" indent="-211021">
              <a:spcBef>
                <a:spcPts val="1108"/>
              </a:spcBef>
              <a:spcAft>
                <a:spcPts val="0"/>
              </a:spcAft>
              <a:buSzPts val="1200"/>
              <a:buChar char="■"/>
              <a:defRPr sz="831"/>
            </a:lvl6pPr>
            <a:lvl7pPr marL="2215717" lvl="6" indent="-211021">
              <a:spcBef>
                <a:spcPts val="1108"/>
              </a:spcBef>
              <a:spcAft>
                <a:spcPts val="0"/>
              </a:spcAft>
              <a:buSzPts val="1200"/>
              <a:buChar char="●"/>
              <a:defRPr sz="831"/>
            </a:lvl7pPr>
            <a:lvl8pPr marL="2532248" lvl="7" indent="-211021">
              <a:spcBef>
                <a:spcPts val="1108"/>
              </a:spcBef>
              <a:spcAft>
                <a:spcPts val="0"/>
              </a:spcAft>
              <a:buSzPts val="1200"/>
              <a:buChar char="○"/>
              <a:defRPr sz="831"/>
            </a:lvl8pPr>
            <a:lvl9pPr marL="2848779" lvl="8" indent="-211021">
              <a:spcBef>
                <a:spcPts val="1108"/>
              </a:spcBef>
              <a:spcAft>
                <a:spcPts val="1108"/>
              </a:spcAft>
              <a:buSzPts val="1200"/>
              <a:buChar char="■"/>
              <a:defRPr sz="831"/>
            </a:lvl9pPr>
          </a:lstStyle>
          <a:p>
            <a:endParaRPr/>
          </a:p>
        </p:txBody>
      </p:sp>
      <p:sp>
        <p:nvSpPr>
          <p:cNvPr id="28" name="Google Shape;28;p5"/>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625"/>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6"/>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75"/>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1661"/>
            </a:lvl1pPr>
            <a:lvl2pPr lvl="1">
              <a:spcBef>
                <a:spcPts val="0"/>
              </a:spcBef>
              <a:spcAft>
                <a:spcPts val="0"/>
              </a:spcAft>
              <a:buSzPts val="2400"/>
              <a:buNone/>
              <a:defRPr sz="1661"/>
            </a:lvl2pPr>
            <a:lvl3pPr lvl="2">
              <a:spcBef>
                <a:spcPts val="0"/>
              </a:spcBef>
              <a:spcAft>
                <a:spcPts val="0"/>
              </a:spcAft>
              <a:buSzPts val="2400"/>
              <a:buNone/>
              <a:defRPr sz="1661"/>
            </a:lvl3pPr>
            <a:lvl4pPr lvl="3">
              <a:spcBef>
                <a:spcPts val="0"/>
              </a:spcBef>
              <a:spcAft>
                <a:spcPts val="0"/>
              </a:spcAft>
              <a:buSzPts val="2400"/>
              <a:buNone/>
              <a:defRPr sz="1661"/>
            </a:lvl4pPr>
            <a:lvl5pPr lvl="4">
              <a:spcBef>
                <a:spcPts val="0"/>
              </a:spcBef>
              <a:spcAft>
                <a:spcPts val="0"/>
              </a:spcAft>
              <a:buSzPts val="2400"/>
              <a:buNone/>
              <a:defRPr sz="1661"/>
            </a:lvl5pPr>
            <a:lvl6pPr lvl="5">
              <a:spcBef>
                <a:spcPts val="0"/>
              </a:spcBef>
              <a:spcAft>
                <a:spcPts val="0"/>
              </a:spcAft>
              <a:buSzPts val="2400"/>
              <a:buNone/>
              <a:defRPr sz="1661"/>
            </a:lvl6pPr>
            <a:lvl7pPr lvl="6">
              <a:spcBef>
                <a:spcPts val="0"/>
              </a:spcBef>
              <a:spcAft>
                <a:spcPts val="0"/>
              </a:spcAft>
              <a:buSzPts val="2400"/>
              <a:buNone/>
              <a:defRPr sz="1661"/>
            </a:lvl7pPr>
            <a:lvl8pPr lvl="7">
              <a:spcBef>
                <a:spcPts val="0"/>
              </a:spcBef>
              <a:spcAft>
                <a:spcPts val="0"/>
              </a:spcAft>
              <a:buSzPts val="2400"/>
              <a:buNone/>
              <a:defRPr sz="1661"/>
            </a:lvl8pPr>
            <a:lvl9pPr lvl="8">
              <a:spcBef>
                <a:spcPts val="0"/>
              </a:spcBef>
              <a:spcAft>
                <a:spcPts val="0"/>
              </a:spcAft>
              <a:buSzPts val="2400"/>
              <a:buNone/>
              <a:defRPr sz="1661"/>
            </a:lvl9pPr>
          </a:lstStyle>
          <a:p>
            <a:endParaRPr/>
          </a:p>
        </p:txBody>
      </p:sp>
      <p:sp>
        <p:nvSpPr>
          <p:cNvPr id="34" name="Google Shape;34;p7"/>
          <p:cNvSpPr txBox="1">
            <a:spLocks noGrp="1"/>
          </p:cNvSpPr>
          <p:nvPr>
            <p:ph type="body" idx="1"/>
          </p:nvPr>
        </p:nvSpPr>
        <p:spPr>
          <a:xfrm>
            <a:off x="311700" y="1389600"/>
            <a:ext cx="2808000" cy="3179475"/>
          </a:xfrm>
          <a:prstGeom prst="rect">
            <a:avLst/>
          </a:prstGeom>
        </p:spPr>
        <p:txBody>
          <a:bodyPr spcFirstLastPara="1" wrap="square" lIns="91425" tIns="91425" rIns="91425" bIns="91425" anchor="t" anchorCtr="0">
            <a:noAutofit/>
          </a:bodyPr>
          <a:lstStyle>
            <a:lvl1pPr marL="316531" lvl="0" indent="-211021">
              <a:spcBef>
                <a:spcPts val="0"/>
              </a:spcBef>
              <a:spcAft>
                <a:spcPts val="0"/>
              </a:spcAft>
              <a:buSzPts val="1200"/>
              <a:buChar char="●"/>
              <a:defRPr sz="831"/>
            </a:lvl1pPr>
            <a:lvl2pPr marL="633062" lvl="1" indent="-211021">
              <a:spcBef>
                <a:spcPts val="1108"/>
              </a:spcBef>
              <a:spcAft>
                <a:spcPts val="0"/>
              </a:spcAft>
              <a:buSzPts val="1200"/>
              <a:buChar char="○"/>
              <a:defRPr sz="831"/>
            </a:lvl2pPr>
            <a:lvl3pPr marL="949593" lvl="2" indent="-211021">
              <a:spcBef>
                <a:spcPts val="1108"/>
              </a:spcBef>
              <a:spcAft>
                <a:spcPts val="0"/>
              </a:spcAft>
              <a:buSzPts val="1200"/>
              <a:buChar char="■"/>
              <a:defRPr sz="831"/>
            </a:lvl3pPr>
            <a:lvl4pPr marL="1266124" lvl="3" indent="-211021">
              <a:spcBef>
                <a:spcPts val="1108"/>
              </a:spcBef>
              <a:spcAft>
                <a:spcPts val="0"/>
              </a:spcAft>
              <a:buSzPts val="1200"/>
              <a:buChar char="●"/>
              <a:defRPr sz="831"/>
            </a:lvl4pPr>
            <a:lvl5pPr marL="1582655" lvl="4" indent="-211021">
              <a:spcBef>
                <a:spcPts val="1108"/>
              </a:spcBef>
              <a:spcAft>
                <a:spcPts val="0"/>
              </a:spcAft>
              <a:buSzPts val="1200"/>
              <a:buChar char="○"/>
              <a:defRPr sz="831"/>
            </a:lvl5pPr>
            <a:lvl6pPr marL="1899186" lvl="5" indent="-211021">
              <a:spcBef>
                <a:spcPts val="1108"/>
              </a:spcBef>
              <a:spcAft>
                <a:spcPts val="0"/>
              </a:spcAft>
              <a:buSzPts val="1200"/>
              <a:buChar char="■"/>
              <a:defRPr sz="831"/>
            </a:lvl6pPr>
            <a:lvl7pPr marL="2215717" lvl="6" indent="-211021">
              <a:spcBef>
                <a:spcPts val="1108"/>
              </a:spcBef>
              <a:spcAft>
                <a:spcPts val="0"/>
              </a:spcAft>
              <a:buSzPts val="1200"/>
              <a:buChar char="●"/>
              <a:defRPr sz="831"/>
            </a:lvl7pPr>
            <a:lvl8pPr marL="2532248" lvl="7" indent="-211021">
              <a:spcBef>
                <a:spcPts val="1108"/>
              </a:spcBef>
              <a:spcAft>
                <a:spcPts val="0"/>
              </a:spcAft>
              <a:buSzPts val="1200"/>
              <a:buChar char="○"/>
              <a:defRPr sz="831"/>
            </a:lvl8pPr>
            <a:lvl9pPr marL="2848779" lvl="8" indent="-211021">
              <a:spcBef>
                <a:spcPts val="1108"/>
              </a:spcBef>
              <a:spcAft>
                <a:spcPts val="1108"/>
              </a:spcAft>
              <a:buSzPts val="1200"/>
              <a:buChar char="■"/>
              <a:defRPr sz="831"/>
            </a:lvl9pPr>
          </a:lstStyle>
          <a:p>
            <a:endParaRPr/>
          </a:p>
        </p:txBody>
      </p:sp>
      <p:sp>
        <p:nvSpPr>
          <p:cNvPr id="35" name="Google Shape;35;p7"/>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725"/>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3323"/>
            </a:lvl1pPr>
            <a:lvl2pPr lvl="1">
              <a:spcBef>
                <a:spcPts val="0"/>
              </a:spcBef>
              <a:spcAft>
                <a:spcPts val="0"/>
              </a:spcAft>
              <a:buSzPts val="4800"/>
              <a:buNone/>
              <a:defRPr sz="3323"/>
            </a:lvl2pPr>
            <a:lvl3pPr lvl="2">
              <a:spcBef>
                <a:spcPts val="0"/>
              </a:spcBef>
              <a:spcAft>
                <a:spcPts val="0"/>
              </a:spcAft>
              <a:buSzPts val="4800"/>
              <a:buNone/>
              <a:defRPr sz="3323"/>
            </a:lvl3pPr>
            <a:lvl4pPr lvl="3">
              <a:spcBef>
                <a:spcPts val="0"/>
              </a:spcBef>
              <a:spcAft>
                <a:spcPts val="0"/>
              </a:spcAft>
              <a:buSzPts val="4800"/>
              <a:buNone/>
              <a:defRPr sz="3323"/>
            </a:lvl4pPr>
            <a:lvl5pPr lvl="4">
              <a:spcBef>
                <a:spcPts val="0"/>
              </a:spcBef>
              <a:spcAft>
                <a:spcPts val="0"/>
              </a:spcAft>
              <a:buSzPts val="4800"/>
              <a:buNone/>
              <a:defRPr sz="3323"/>
            </a:lvl5pPr>
            <a:lvl6pPr lvl="5">
              <a:spcBef>
                <a:spcPts val="0"/>
              </a:spcBef>
              <a:spcAft>
                <a:spcPts val="0"/>
              </a:spcAft>
              <a:buSzPts val="4800"/>
              <a:buNone/>
              <a:defRPr sz="3323"/>
            </a:lvl6pPr>
            <a:lvl7pPr lvl="6">
              <a:spcBef>
                <a:spcPts val="0"/>
              </a:spcBef>
              <a:spcAft>
                <a:spcPts val="0"/>
              </a:spcAft>
              <a:buSzPts val="4800"/>
              <a:buNone/>
              <a:defRPr sz="3323"/>
            </a:lvl7pPr>
            <a:lvl8pPr lvl="7">
              <a:spcBef>
                <a:spcPts val="0"/>
              </a:spcBef>
              <a:spcAft>
                <a:spcPts val="0"/>
              </a:spcAft>
              <a:buSzPts val="4800"/>
              <a:buNone/>
              <a:defRPr sz="3323"/>
            </a:lvl8pPr>
            <a:lvl9pPr lvl="8">
              <a:spcBef>
                <a:spcPts val="0"/>
              </a:spcBef>
              <a:spcAft>
                <a:spcPts val="0"/>
              </a:spcAft>
              <a:buSzPts val="4800"/>
              <a:buNone/>
              <a:defRPr sz="3323"/>
            </a:lvl9pPr>
          </a:lstStyle>
          <a:p>
            <a:endParaRPr/>
          </a:p>
        </p:txBody>
      </p:sp>
      <p:sp>
        <p:nvSpPr>
          <p:cNvPr id="38" name="Google Shape;38;p8"/>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63294" tIns="63294" rIns="63294" bIns="63294" anchor="ctr" anchorCtr="0">
            <a:noAutofit/>
          </a:bodyPr>
          <a:lstStyle/>
          <a:p>
            <a:pPr marL="0" lvl="0" indent="0" algn="l" rtl="0">
              <a:spcBef>
                <a:spcPts val="0"/>
              </a:spcBef>
              <a:spcAft>
                <a:spcPts val="0"/>
              </a:spcAft>
              <a:buNone/>
            </a:pPr>
            <a:endParaRPr sz="969"/>
          </a:p>
        </p:txBody>
      </p:sp>
      <p:sp>
        <p:nvSpPr>
          <p:cNvPr id="41" name="Google Shape;41;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2908"/>
            </a:lvl1pPr>
            <a:lvl2pPr lvl="1" algn="ctr">
              <a:spcBef>
                <a:spcPts val="0"/>
              </a:spcBef>
              <a:spcAft>
                <a:spcPts val="0"/>
              </a:spcAft>
              <a:buSzPts val="4200"/>
              <a:buNone/>
              <a:defRPr sz="2908"/>
            </a:lvl2pPr>
            <a:lvl3pPr lvl="2" algn="ctr">
              <a:spcBef>
                <a:spcPts val="0"/>
              </a:spcBef>
              <a:spcAft>
                <a:spcPts val="0"/>
              </a:spcAft>
              <a:buSzPts val="4200"/>
              <a:buNone/>
              <a:defRPr sz="2908"/>
            </a:lvl3pPr>
            <a:lvl4pPr lvl="3" algn="ctr">
              <a:spcBef>
                <a:spcPts val="0"/>
              </a:spcBef>
              <a:spcAft>
                <a:spcPts val="0"/>
              </a:spcAft>
              <a:buSzPts val="4200"/>
              <a:buNone/>
              <a:defRPr sz="2908"/>
            </a:lvl4pPr>
            <a:lvl5pPr lvl="4" algn="ctr">
              <a:spcBef>
                <a:spcPts val="0"/>
              </a:spcBef>
              <a:spcAft>
                <a:spcPts val="0"/>
              </a:spcAft>
              <a:buSzPts val="4200"/>
              <a:buNone/>
              <a:defRPr sz="2908"/>
            </a:lvl5pPr>
            <a:lvl6pPr lvl="5" algn="ctr">
              <a:spcBef>
                <a:spcPts val="0"/>
              </a:spcBef>
              <a:spcAft>
                <a:spcPts val="0"/>
              </a:spcAft>
              <a:buSzPts val="4200"/>
              <a:buNone/>
              <a:defRPr sz="2908"/>
            </a:lvl6pPr>
            <a:lvl7pPr lvl="6" algn="ctr">
              <a:spcBef>
                <a:spcPts val="0"/>
              </a:spcBef>
              <a:spcAft>
                <a:spcPts val="0"/>
              </a:spcAft>
              <a:buSzPts val="4200"/>
              <a:buNone/>
              <a:defRPr sz="2908"/>
            </a:lvl7pPr>
            <a:lvl8pPr lvl="7" algn="ctr">
              <a:spcBef>
                <a:spcPts val="0"/>
              </a:spcBef>
              <a:spcAft>
                <a:spcPts val="0"/>
              </a:spcAft>
              <a:buSzPts val="4200"/>
              <a:buNone/>
              <a:defRPr sz="2908"/>
            </a:lvl8pPr>
            <a:lvl9pPr lvl="8" algn="ctr">
              <a:spcBef>
                <a:spcPts val="0"/>
              </a:spcBef>
              <a:spcAft>
                <a:spcPts val="0"/>
              </a:spcAft>
              <a:buSzPts val="4200"/>
              <a:buNone/>
              <a:defRPr sz="2908"/>
            </a:lvl9pPr>
          </a:lstStyle>
          <a:p>
            <a:endParaRPr/>
          </a:p>
        </p:txBody>
      </p:sp>
      <p:sp>
        <p:nvSpPr>
          <p:cNvPr id="42" name="Google Shape;42;p9"/>
          <p:cNvSpPr txBox="1">
            <a:spLocks noGrp="1"/>
          </p:cNvSpPr>
          <p:nvPr>
            <p:ph type="subTitle" idx="1"/>
          </p:nvPr>
        </p:nvSpPr>
        <p:spPr>
          <a:xfrm>
            <a:off x="265500" y="2803075"/>
            <a:ext cx="4045200" cy="1235025"/>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454"/>
            </a:lvl1pPr>
            <a:lvl2pPr lvl="1" algn="ctr">
              <a:lnSpc>
                <a:spcPct val="100000"/>
              </a:lnSpc>
              <a:spcBef>
                <a:spcPts val="0"/>
              </a:spcBef>
              <a:spcAft>
                <a:spcPts val="0"/>
              </a:spcAft>
              <a:buSzPts val="2100"/>
              <a:buNone/>
              <a:defRPr sz="1454"/>
            </a:lvl2pPr>
            <a:lvl3pPr lvl="2" algn="ctr">
              <a:lnSpc>
                <a:spcPct val="100000"/>
              </a:lnSpc>
              <a:spcBef>
                <a:spcPts val="0"/>
              </a:spcBef>
              <a:spcAft>
                <a:spcPts val="0"/>
              </a:spcAft>
              <a:buSzPts val="2100"/>
              <a:buNone/>
              <a:defRPr sz="1454"/>
            </a:lvl3pPr>
            <a:lvl4pPr lvl="3" algn="ctr">
              <a:lnSpc>
                <a:spcPct val="100000"/>
              </a:lnSpc>
              <a:spcBef>
                <a:spcPts val="0"/>
              </a:spcBef>
              <a:spcAft>
                <a:spcPts val="0"/>
              </a:spcAft>
              <a:buSzPts val="2100"/>
              <a:buNone/>
              <a:defRPr sz="1454"/>
            </a:lvl4pPr>
            <a:lvl5pPr lvl="4" algn="ctr">
              <a:lnSpc>
                <a:spcPct val="100000"/>
              </a:lnSpc>
              <a:spcBef>
                <a:spcPts val="0"/>
              </a:spcBef>
              <a:spcAft>
                <a:spcPts val="0"/>
              </a:spcAft>
              <a:buSzPts val="2100"/>
              <a:buNone/>
              <a:defRPr sz="1454"/>
            </a:lvl5pPr>
            <a:lvl6pPr lvl="5" algn="ctr">
              <a:lnSpc>
                <a:spcPct val="100000"/>
              </a:lnSpc>
              <a:spcBef>
                <a:spcPts val="0"/>
              </a:spcBef>
              <a:spcAft>
                <a:spcPts val="0"/>
              </a:spcAft>
              <a:buSzPts val="2100"/>
              <a:buNone/>
              <a:defRPr sz="1454"/>
            </a:lvl6pPr>
            <a:lvl7pPr lvl="6" algn="ctr">
              <a:lnSpc>
                <a:spcPct val="100000"/>
              </a:lnSpc>
              <a:spcBef>
                <a:spcPts val="0"/>
              </a:spcBef>
              <a:spcAft>
                <a:spcPts val="0"/>
              </a:spcAft>
              <a:buSzPts val="2100"/>
              <a:buNone/>
              <a:defRPr sz="1454"/>
            </a:lvl7pPr>
            <a:lvl8pPr lvl="7" algn="ctr">
              <a:lnSpc>
                <a:spcPct val="100000"/>
              </a:lnSpc>
              <a:spcBef>
                <a:spcPts val="0"/>
              </a:spcBef>
              <a:spcAft>
                <a:spcPts val="0"/>
              </a:spcAft>
              <a:buSzPts val="2100"/>
              <a:buNone/>
              <a:defRPr sz="1454"/>
            </a:lvl8pPr>
            <a:lvl9pPr lvl="8" algn="ctr">
              <a:lnSpc>
                <a:spcPct val="100000"/>
              </a:lnSpc>
              <a:spcBef>
                <a:spcPts val="0"/>
              </a:spcBef>
              <a:spcAft>
                <a:spcPts val="0"/>
              </a:spcAft>
              <a:buSzPts val="2100"/>
              <a:buNone/>
              <a:defRPr sz="1454"/>
            </a:lvl9pPr>
          </a:lstStyle>
          <a:p>
            <a:endParaRPr/>
          </a:p>
        </p:txBody>
      </p:sp>
      <p:sp>
        <p:nvSpPr>
          <p:cNvPr id="43" name="Google Shape;43;p9"/>
          <p:cNvSpPr txBox="1">
            <a:spLocks noGrp="1"/>
          </p:cNvSpPr>
          <p:nvPr>
            <p:ph type="body" idx="2"/>
          </p:nvPr>
        </p:nvSpPr>
        <p:spPr>
          <a:xfrm>
            <a:off x="4939500" y="724075"/>
            <a:ext cx="3837000" cy="3695175"/>
          </a:xfrm>
          <a:prstGeom prst="rect">
            <a:avLst/>
          </a:prstGeom>
        </p:spPr>
        <p:txBody>
          <a:bodyPr spcFirstLastPara="1" wrap="square" lIns="91425" tIns="91425" rIns="91425" bIns="91425" anchor="ctr" anchorCtr="0">
            <a:noAutofit/>
          </a:bodyPr>
          <a:lstStyle>
            <a:lvl1pPr marL="316531" lvl="0" indent="-237398">
              <a:spcBef>
                <a:spcPts val="0"/>
              </a:spcBef>
              <a:spcAft>
                <a:spcPts val="0"/>
              </a:spcAft>
              <a:buSzPts val="1800"/>
              <a:buChar char="●"/>
              <a:defRPr/>
            </a:lvl1pPr>
            <a:lvl2pPr marL="633062" lvl="1" indent="-219813">
              <a:spcBef>
                <a:spcPts val="1108"/>
              </a:spcBef>
              <a:spcAft>
                <a:spcPts val="0"/>
              </a:spcAft>
              <a:buSzPts val="1400"/>
              <a:buChar char="○"/>
              <a:defRPr/>
            </a:lvl2pPr>
            <a:lvl3pPr marL="949593" lvl="2" indent="-219813">
              <a:spcBef>
                <a:spcPts val="1108"/>
              </a:spcBef>
              <a:spcAft>
                <a:spcPts val="0"/>
              </a:spcAft>
              <a:buSzPts val="1400"/>
              <a:buChar char="■"/>
              <a:defRPr/>
            </a:lvl3pPr>
            <a:lvl4pPr marL="1266124" lvl="3" indent="-219813">
              <a:spcBef>
                <a:spcPts val="1108"/>
              </a:spcBef>
              <a:spcAft>
                <a:spcPts val="0"/>
              </a:spcAft>
              <a:buSzPts val="1400"/>
              <a:buChar char="●"/>
              <a:defRPr/>
            </a:lvl4pPr>
            <a:lvl5pPr marL="1582655" lvl="4" indent="-219813">
              <a:spcBef>
                <a:spcPts val="1108"/>
              </a:spcBef>
              <a:spcAft>
                <a:spcPts val="0"/>
              </a:spcAft>
              <a:buSzPts val="1400"/>
              <a:buChar char="○"/>
              <a:defRPr/>
            </a:lvl5pPr>
            <a:lvl6pPr marL="1899186" lvl="5" indent="-219813">
              <a:spcBef>
                <a:spcPts val="1108"/>
              </a:spcBef>
              <a:spcAft>
                <a:spcPts val="0"/>
              </a:spcAft>
              <a:buSzPts val="1400"/>
              <a:buChar char="■"/>
              <a:defRPr/>
            </a:lvl6pPr>
            <a:lvl7pPr marL="2215717" lvl="6" indent="-219813">
              <a:spcBef>
                <a:spcPts val="1108"/>
              </a:spcBef>
              <a:spcAft>
                <a:spcPts val="0"/>
              </a:spcAft>
              <a:buSzPts val="1400"/>
              <a:buChar char="●"/>
              <a:defRPr/>
            </a:lvl7pPr>
            <a:lvl8pPr marL="2532248" lvl="7" indent="-219813">
              <a:spcBef>
                <a:spcPts val="1108"/>
              </a:spcBef>
              <a:spcAft>
                <a:spcPts val="0"/>
              </a:spcAft>
              <a:buSzPts val="1400"/>
              <a:buChar char="○"/>
              <a:defRPr/>
            </a:lvl8pPr>
            <a:lvl9pPr marL="2848779" lvl="8" indent="-219813">
              <a:spcBef>
                <a:spcPts val="1108"/>
              </a:spcBef>
              <a:spcAft>
                <a:spcPts val="1108"/>
              </a:spcAft>
              <a:buSzPts val="1400"/>
              <a:buChar char="■"/>
              <a:defRPr/>
            </a:lvl9pPr>
          </a:lstStyle>
          <a:p>
            <a:endParaRPr/>
          </a:p>
        </p:txBody>
      </p:sp>
      <p:sp>
        <p:nvSpPr>
          <p:cNvPr id="44" name="Google Shape;44;p9"/>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0575"/>
            <a:ext cx="5998800" cy="605025"/>
          </a:xfrm>
          <a:prstGeom prst="rect">
            <a:avLst/>
          </a:prstGeom>
        </p:spPr>
        <p:txBody>
          <a:bodyPr spcFirstLastPara="1" wrap="square" lIns="91425" tIns="91425" rIns="91425" bIns="91425" anchor="ctr" anchorCtr="0">
            <a:noAutofit/>
          </a:bodyPr>
          <a:lstStyle>
            <a:lvl1pPr marL="316531" lvl="0" indent="-158266">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311700" y="1106125"/>
            <a:ext cx="8520600" cy="1963575"/>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8308"/>
            </a:lvl1pPr>
            <a:lvl2pPr lvl="1" algn="ctr">
              <a:spcBef>
                <a:spcPts val="0"/>
              </a:spcBef>
              <a:spcAft>
                <a:spcPts val="0"/>
              </a:spcAft>
              <a:buSzPts val="12000"/>
              <a:buNone/>
              <a:defRPr sz="8308"/>
            </a:lvl2pPr>
            <a:lvl3pPr lvl="2" algn="ctr">
              <a:spcBef>
                <a:spcPts val="0"/>
              </a:spcBef>
              <a:spcAft>
                <a:spcPts val="0"/>
              </a:spcAft>
              <a:buSzPts val="12000"/>
              <a:buNone/>
              <a:defRPr sz="8308"/>
            </a:lvl3pPr>
            <a:lvl4pPr lvl="3" algn="ctr">
              <a:spcBef>
                <a:spcPts val="0"/>
              </a:spcBef>
              <a:spcAft>
                <a:spcPts val="0"/>
              </a:spcAft>
              <a:buSzPts val="12000"/>
              <a:buNone/>
              <a:defRPr sz="8308"/>
            </a:lvl4pPr>
            <a:lvl5pPr lvl="4" algn="ctr">
              <a:spcBef>
                <a:spcPts val="0"/>
              </a:spcBef>
              <a:spcAft>
                <a:spcPts val="0"/>
              </a:spcAft>
              <a:buSzPts val="12000"/>
              <a:buNone/>
              <a:defRPr sz="8308"/>
            </a:lvl5pPr>
            <a:lvl6pPr lvl="5" algn="ctr">
              <a:spcBef>
                <a:spcPts val="0"/>
              </a:spcBef>
              <a:spcAft>
                <a:spcPts val="0"/>
              </a:spcAft>
              <a:buSzPts val="12000"/>
              <a:buNone/>
              <a:defRPr sz="8308"/>
            </a:lvl6pPr>
            <a:lvl7pPr lvl="6" algn="ctr">
              <a:spcBef>
                <a:spcPts val="0"/>
              </a:spcBef>
              <a:spcAft>
                <a:spcPts val="0"/>
              </a:spcAft>
              <a:buSzPts val="12000"/>
              <a:buNone/>
              <a:defRPr sz="8308"/>
            </a:lvl7pPr>
            <a:lvl8pPr lvl="7" algn="ctr">
              <a:spcBef>
                <a:spcPts val="0"/>
              </a:spcBef>
              <a:spcAft>
                <a:spcPts val="0"/>
              </a:spcAft>
              <a:buSzPts val="12000"/>
              <a:buNone/>
              <a:defRPr sz="8308"/>
            </a:lvl8pPr>
            <a:lvl9pPr lvl="8" algn="ctr">
              <a:spcBef>
                <a:spcPts val="0"/>
              </a:spcBef>
              <a:spcAft>
                <a:spcPts val="0"/>
              </a:spcAft>
              <a:buSzPts val="12000"/>
              <a:buNone/>
              <a:defRPr sz="8308"/>
            </a:lvl9pPr>
          </a:lstStyle>
          <a:p>
            <a:r>
              <a:t>xx%</a:t>
            </a:r>
          </a:p>
        </p:txBody>
      </p:sp>
      <p:sp>
        <p:nvSpPr>
          <p:cNvPr id="50" name="Google Shape;50;p11"/>
          <p:cNvSpPr txBox="1">
            <a:spLocks noGrp="1"/>
          </p:cNvSpPr>
          <p:nvPr>
            <p:ph type="body" idx="1"/>
          </p:nvPr>
        </p:nvSpPr>
        <p:spPr>
          <a:xfrm>
            <a:off x="311700" y="3152225"/>
            <a:ext cx="8520600" cy="1300725"/>
          </a:xfrm>
          <a:prstGeom prst="rect">
            <a:avLst/>
          </a:prstGeom>
        </p:spPr>
        <p:txBody>
          <a:bodyPr spcFirstLastPara="1" wrap="square" lIns="91425" tIns="91425" rIns="91425" bIns="91425" anchor="t" anchorCtr="0">
            <a:noAutofit/>
          </a:bodyPr>
          <a:lstStyle>
            <a:lvl1pPr marL="316531" lvl="0" indent="-237398" algn="ctr">
              <a:spcBef>
                <a:spcPts val="0"/>
              </a:spcBef>
              <a:spcAft>
                <a:spcPts val="0"/>
              </a:spcAft>
              <a:buSzPts val="1800"/>
              <a:buChar char="●"/>
              <a:defRPr/>
            </a:lvl1pPr>
            <a:lvl2pPr marL="633062" lvl="1" indent="-219813" algn="ctr">
              <a:spcBef>
                <a:spcPts val="1108"/>
              </a:spcBef>
              <a:spcAft>
                <a:spcPts val="0"/>
              </a:spcAft>
              <a:buSzPts val="1400"/>
              <a:buChar char="○"/>
              <a:defRPr/>
            </a:lvl2pPr>
            <a:lvl3pPr marL="949593" lvl="2" indent="-219813" algn="ctr">
              <a:spcBef>
                <a:spcPts val="1108"/>
              </a:spcBef>
              <a:spcAft>
                <a:spcPts val="0"/>
              </a:spcAft>
              <a:buSzPts val="1400"/>
              <a:buChar char="■"/>
              <a:defRPr/>
            </a:lvl3pPr>
            <a:lvl4pPr marL="1266124" lvl="3" indent="-219813" algn="ctr">
              <a:spcBef>
                <a:spcPts val="1108"/>
              </a:spcBef>
              <a:spcAft>
                <a:spcPts val="0"/>
              </a:spcAft>
              <a:buSzPts val="1400"/>
              <a:buChar char="●"/>
              <a:defRPr/>
            </a:lvl4pPr>
            <a:lvl5pPr marL="1582655" lvl="4" indent="-219813" algn="ctr">
              <a:spcBef>
                <a:spcPts val="1108"/>
              </a:spcBef>
              <a:spcAft>
                <a:spcPts val="0"/>
              </a:spcAft>
              <a:buSzPts val="1400"/>
              <a:buChar char="○"/>
              <a:defRPr/>
            </a:lvl5pPr>
            <a:lvl6pPr marL="1899186" lvl="5" indent="-219813" algn="ctr">
              <a:spcBef>
                <a:spcPts val="1108"/>
              </a:spcBef>
              <a:spcAft>
                <a:spcPts val="0"/>
              </a:spcAft>
              <a:buSzPts val="1400"/>
              <a:buChar char="■"/>
              <a:defRPr/>
            </a:lvl6pPr>
            <a:lvl7pPr marL="2215717" lvl="6" indent="-219813" algn="ctr">
              <a:spcBef>
                <a:spcPts val="1108"/>
              </a:spcBef>
              <a:spcAft>
                <a:spcPts val="0"/>
              </a:spcAft>
              <a:buSzPts val="1400"/>
              <a:buChar char="●"/>
              <a:defRPr/>
            </a:lvl7pPr>
            <a:lvl8pPr marL="2532248" lvl="7" indent="-219813" algn="ctr">
              <a:spcBef>
                <a:spcPts val="1108"/>
              </a:spcBef>
              <a:spcAft>
                <a:spcPts val="0"/>
              </a:spcAft>
              <a:buSzPts val="1400"/>
              <a:buChar char="○"/>
              <a:defRPr/>
            </a:lvl8pPr>
            <a:lvl9pPr marL="2848779" lvl="8" indent="-219813" algn="ctr">
              <a:spcBef>
                <a:spcPts val="1108"/>
              </a:spcBef>
              <a:spcAft>
                <a:spcPts val="1108"/>
              </a:spcAft>
              <a:buSzPts val="1400"/>
              <a:buChar char="■"/>
              <a:defRPr/>
            </a:lvl9pPr>
          </a:lstStyle>
          <a:p>
            <a:endParaRPr/>
          </a:p>
        </p:txBody>
      </p:sp>
      <p:sp>
        <p:nvSpPr>
          <p:cNvPr id="51" name="Google Shape;51;p11"/>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4"/>
        <p:cNvGrpSpPr/>
        <p:nvPr/>
      </p:nvGrpSpPr>
      <p:grpSpPr>
        <a:xfrm>
          <a:off x="0" y="0"/>
          <a:ext cx="0" cy="0"/>
          <a:chOff x="0" y="0"/>
          <a:chExt cx="0" cy="0"/>
        </a:xfrm>
      </p:grpSpPr>
      <p:sp>
        <p:nvSpPr>
          <p:cNvPr id="55" name="Google Shape;55;p13"/>
          <p:cNvSpPr txBox="1">
            <a:spLocks noGrp="1"/>
          </p:cNvSpPr>
          <p:nvPr>
            <p:ph type="title"/>
          </p:nvPr>
        </p:nvSpPr>
        <p:spPr>
          <a:xfrm>
            <a:off x="685800" y="171450"/>
            <a:ext cx="7772400" cy="62865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lvl="1" rtl="0">
              <a:spcBef>
                <a:spcPts val="0"/>
              </a:spcBef>
              <a:spcAft>
                <a:spcPts val="0"/>
              </a:spcAft>
              <a:buSzPts val="2800"/>
              <a:buNone/>
              <a:defRPr sz="1247"/>
            </a:lvl2pPr>
            <a:lvl3pPr lvl="2" rtl="0">
              <a:spcBef>
                <a:spcPts val="0"/>
              </a:spcBef>
              <a:spcAft>
                <a:spcPts val="0"/>
              </a:spcAft>
              <a:buSzPts val="2800"/>
              <a:buNone/>
              <a:defRPr sz="1247"/>
            </a:lvl3pPr>
            <a:lvl4pPr lvl="3" rtl="0">
              <a:spcBef>
                <a:spcPts val="0"/>
              </a:spcBef>
              <a:spcAft>
                <a:spcPts val="0"/>
              </a:spcAft>
              <a:buSzPts val="2800"/>
              <a:buNone/>
              <a:defRPr sz="1247"/>
            </a:lvl4pPr>
            <a:lvl5pPr lvl="4" rtl="0">
              <a:spcBef>
                <a:spcPts val="0"/>
              </a:spcBef>
              <a:spcAft>
                <a:spcPts val="0"/>
              </a:spcAft>
              <a:buSzPts val="2800"/>
              <a:buNone/>
              <a:defRPr sz="1247"/>
            </a:lvl5pPr>
            <a:lvl6pPr lvl="5" rtl="0">
              <a:spcBef>
                <a:spcPts val="0"/>
              </a:spcBef>
              <a:spcAft>
                <a:spcPts val="0"/>
              </a:spcAft>
              <a:buSzPts val="2800"/>
              <a:buNone/>
              <a:defRPr sz="1247"/>
            </a:lvl6pPr>
            <a:lvl7pPr lvl="6" rtl="0">
              <a:spcBef>
                <a:spcPts val="0"/>
              </a:spcBef>
              <a:spcAft>
                <a:spcPts val="0"/>
              </a:spcAft>
              <a:buSzPts val="2800"/>
              <a:buNone/>
              <a:defRPr sz="1247"/>
            </a:lvl7pPr>
            <a:lvl8pPr lvl="7" rtl="0">
              <a:spcBef>
                <a:spcPts val="0"/>
              </a:spcBef>
              <a:spcAft>
                <a:spcPts val="0"/>
              </a:spcAft>
              <a:buSzPts val="2800"/>
              <a:buNone/>
              <a:defRPr sz="1247"/>
            </a:lvl8pPr>
            <a:lvl9pPr lvl="8" rtl="0">
              <a:spcBef>
                <a:spcPts val="0"/>
              </a:spcBef>
              <a:spcAft>
                <a:spcPts val="0"/>
              </a:spcAft>
              <a:buSzPts val="2800"/>
              <a:buNone/>
              <a:defRPr sz="1247"/>
            </a:lvl9pPr>
          </a:lstStyle>
          <a:p>
            <a:endParaRPr/>
          </a:p>
        </p:txBody>
      </p:sp>
      <p:sp>
        <p:nvSpPr>
          <p:cNvPr id="56" name="Google Shape;56;p13"/>
          <p:cNvSpPr txBox="1">
            <a:spLocks noGrp="1"/>
          </p:cNvSpPr>
          <p:nvPr>
            <p:ph type="body" idx="1"/>
          </p:nvPr>
        </p:nvSpPr>
        <p:spPr>
          <a:xfrm>
            <a:off x="114300" y="3438525"/>
            <a:ext cx="7772400" cy="628650"/>
          </a:xfrm>
          <a:prstGeom prst="rect">
            <a:avLst/>
          </a:prstGeom>
          <a:noFill/>
          <a:ln>
            <a:noFill/>
          </a:ln>
        </p:spPr>
        <p:txBody>
          <a:bodyPr spcFirstLastPara="1" wrap="square" lIns="0" tIns="0" rIns="0" bIns="0" anchor="t" anchorCtr="0">
            <a:noAutofit/>
          </a:bodyPr>
          <a:lstStyle>
            <a:lvl1pPr marL="316531" marR="0" lvl="0" indent="-237398"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62" marR="0" lvl="1" indent="-229484"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93" marR="0" lvl="2" indent="-221571"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124" marR="0" lvl="3"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55" marR="0" lvl="4"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86" marR="0" lvl="5"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6pPr>
            <a:lvl7pPr marL="2215717" marR="0" lvl="6"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7pPr>
            <a:lvl8pPr marL="2532248" marR="0" lvl="7" indent="-213658"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8pPr>
            <a:lvl9pPr marL="2848779" marR="0" lvl="8" indent="-213658"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9pPr>
          </a:lstStyle>
          <a:p>
            <a:endParaRPr/>
          </a:p>
        </p:txBody>
      </p:sp>
      <p:sp>
        <p:nvSpPr>
          <p:cNvPr id="57" name="Google Shape;57;p13"/>
          <p:cNvSpPr txBox="1">
            <a:spLocks noGrp="1"/>
          </p:cNvSpPr>
          <p:nvPr>
            <p:ph type="dt" idx="10"/>
          </p:nvPr>
        </p:nvSpPr>
        <p:spPr>
          <a:xfrm>
            <a:off x="4572000" y="4897647"/>
            <a:ext cx="1021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58" name="Google Shape;58;p13"/>
          <p:cNvSpPr txBox="1">
            <a:spLocks noGrp="1"/>
          </p:cNvSpPr>
          <p:nvPr>
            <p:ph type="ftr" idx="11"/>
          </p:nvPr>
        </p:nvSpPr>
        <p:spPr>
          <a:xfrm>
            <a:off x="5715000" y="4897647"/>
            <a:ext cx="2743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59" name="Google Shape;59;p13"/>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623" b="0" i="0" u="none" strike="noStrike" cap="none">
                <a:solidFill>
                  <a:schemeClr val="dk2"/>
                </a:solidFill>
                <a:latin typeface="Arial"/>
                <a:ea typeface="Arial"/>
                <a:cs typeface="Arial"/>
                <a:sym typeface="Arial"/>
              </a:defRPr>
            </a:lvl1pPr>
            <a:lvl2pPr marL="0" marR="0" lvl="1" indent="0" algn="l" rtl="0">
              <a:spcBef>
                <a:spcPts val="0"/>
              </a:spcBef>
              <a:buNone/>
              <a:defRPr sz="623" b="0" i="0" u="none" strike="noStrike" cap="none">
                <a:solidFill>
                  <a:schemeClr val="dk2"/>
                </a:solidFill>
                <a:latin typeface="Arial"/>
                <a:ea typeface="Arial"/>
                <a:cs typeface="Arial"/>
                <a:sym typeface="Arial"/>
              </a:defRPr>
            </a:lvl2pPr>
            <a:lvl3pPr marL="0" marR="0" lvl="2" indent="0" algn="l" rtl="0">
              <a:spcBef>
                <a:spcPts val="0"/>
              </a:spcBef>
              <a:buNone/>
              <a:defRPr sz="623" b="0" i="0" u="none" strike="noStrike" cap="none">
                <a:solidFill>
                  <a:schemeClr val="dk2"/>
                </a:solidFill>
                <a:latin typeface="Arial"/>
                <a:ea typeface="Arial"/>
                <a:cs typeface="Arial"/>
                <a:sym typeface="Arial"/>
              </a:defRPr>
            </a:lvl3pPr>
            <a:lvl4pPr marL="0" marR="0" lvl="3" indent="0" algn="l" rtl="0">
              <a:spcBef>
                <a:spcPts val="0"/>
              </a:spcBef>
              <a:buNone/>
              <a:defRPr sz="623" b="0" i="0" u="none" strike="noStrike" cap="none">
                <a:solidFill>
                  <a:schemeClr val="dk2"/>
                </a:solidFill>
                <a:latin typeface="Arial"/>
                <a:ea typeface="Arial"/>
                <a:cs typeface="Arial"/>
                <a:sym typeface="Arial"/>
              </a:defRPr>
            </a:lvl4pPr>
            <a:lvl5pPr marL="0" marR="0" lvl="4" indent="0" algn="l" rtl="0">
              <a:spcBef>
                <a:spcPts val="0"/>
              </a:spcBef>
              <a:buNone/>
              <a:defRPr sz="623" b="0" i="0" u="none" strike="noStrike" cap="none">
                <a:solidFill>
                  <a:schemeClr val="dk2"/>
                </a:solidFill>
                <a:latin typeface="Arial"/>
                <a:ea typeface="Arial"/>
                <a:cs typeface="Arial"/>
                <a:sym typeface="Arial"/>
              </a:defRPr>
            </a:lvl5pPr>
            <a:lvl6pPr marL="0" marR="0" lvl="5" indent="0" algn="l" rtl="0">
              <a:spcBef>
                <a:spcPts val="0"/>
              </a:spcBef>
              <a:buNone/>
              <a:defRPr sz="623" b="0" i="0" u="none" strike="noStrike" cap="none">
                <a:solidFill>
                  <a:schemeClr val="dk2"/>
                </a:solidFill>
                <a:latin typeface="Arial"/>
                <a:ea typeface="Arial"/>
                <a:cs typeface="Arial"/>
                <a:sym typeface="Arial"/>
              </a:defRPr>
            </a:lvl6pPr>
            <a:lvl7pPr marL="0" marR="0" lvl="6" indent="0" algn="l" rtl="0">
              <a:spcBef>
                <a:spcPts val="0"/>
              </a:spcBef>
              <a:buNone/>
              <a:defRPr sz="623" b="0" i="0" u="none" strike="noStrike" cap="none">
                <a:solidFill>
                  <a:schemeClr val="dk2"/>
                </a:solidFill>
                <a:latin typeface="Arial"/>
                <a:ea typeface="Arial"/>
                <a:cs typeface="Arial"/>
                <a:sym typeface="Arial"/>
              </a:defRPr>
            </a:lvl7pPr>
            <a:lvl8pPr marL="0" marR="0" lvl="7" indent="0" algn="l" rtl="0">
              <a:spcBef>
                <a:spcPts val="0"/>
              </a:spcBef>
              <a:buNone/>
              <a:defRPr sz="623" b="0" i="0" u="none" strike="noStrike" cap="none">
                <a:solidFill>
                  <a:schemeClr val="dk2"/>
                </a:solidFill>
                <a:latin typeface="Arial"/>
                <a:ea typeface="Arial"/>
                <a:cs typeface="Arial"/>
                <a:sym typeface="Arial"/>
              </a:defRPr>
            </a:lvl8pPr>
            <a:lvl9pPr marL="0" marR="0" lvl="8" indent="0" algn="l" rtl="0">
              <a:spcBef>
                <a:spcPts val="0"/>
              </a:spcBef>
              <a:buNone/>
              <a:defRPr sz="623"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Subtitle Only">
  <p:cSld name="Title and Subtitle Only">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685800" y="171450"/>
            <a:ext cx="7772400" cy="62865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2pPr>
            <a:lvl3pPr marR="0" lvl="2"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3pPr>
            <a:lvl4pPr marR="0" lvl="3"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4pPr>
            <a:lvl5pPr marR="0" lvl="4"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5pPr>
            <a:lvl6pPr marR="0" lvl="5"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6pPr>
            <a:lvl7pPr marR="0" lvl="6"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7pPr>
            <a:lvl8pPr marR="0" lvl="7"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8pPr>
            <a:lvl9pPr marR="0" lvl="8"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9pPr>
          </a:lstStyle>
          <a:p>
            <a:endParaRPr/>
          </a:p>
        </p:txBody>
      </p:sp>
      <p:sp>
        <p:nvSpPr>
          <p:cNvPr id="62" name="Google Shape;62;p14"/>
          <p:cNvSpPr txBox="1">
            <a:spLocks noGrp="1"/>
          </p:cNvSpPr>
          <p:nvPr>
            <p:ph type="body" idx="1"/>
          </p:nvPr>
        </p:nvSpPr>
        <p:spPr>
          <a:xfrm>
            <a:off x="685800" y="857250"/>
            <a:ext cx="7772400" cy="228600"/>
          </a:xfrm>
          <a:prstGeom prst="rect">
            <a:avLst/>
          </a:prstGeom>
          <a:noFill/>
          <a:ln>
            <a:noFill/>
          </a:ln>
        </p:spPr>
        <p:txBody>
          <a:bodyPr spcFirstLastPara="1" wrap="square" lIns="0" tIns="0" rIns="0" bIns="0" anchor="t" anchorCtr="0">
            <a:noAutofit/>
          </a:bodyPr>
          <a:lstStyle>
            <a:lvl1pPr marL="316531" marR="0" lvl="0" indent="-158266" algn="l" rtl="0">
              <a:lnSpc>
                <a:spcPct val="90000"/>
              </a:lnSpc>
              <a:spcBef>
                <a:spcPts val="831"/>
              </a:spcBef>
              <a:spcAft>
                <a:spcPts val="0"/>
              </a:spcAft>
              <a:buClr>
                <a:srgbClr val="403F42"/>
              </a:buClr>
              <a:buSzPts val="1620"/>
              <a:buFont typeface="Arial"/>
              <a:buNone/>
              <a:defRPr sz="1247" b="0" i="0" u="none" strike="noStrike" cap="none">
                <a:solidFill>
                  <a:srgbClr val="5F5F62"/>
                </a:solidFill>
                <a:latin typeface="Arial"/>
                <a:ea typeface="Arial"/>
                <a:cs typeface="Arial"/>
                <a:sym typeface="Arial"/>
              </a:defRPr>
            </a:lvl1pPr>
            <a:lvl2pPr marL="633062" marR="0" lvl="1" indent="-158266" algn="l" rtl="0">
              <a:lnSpc>
                <a:spcPct val="90000"/>
              </a:lnSpc>
              <a:spcBef>
                <a:spcPts val="554"/>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2pPr>
            <a:lvl3pPr marL="949593" marR="0" lvl="2" indent="-158266" algn="l" rtl="0">
              <a:lnSpc>
                <a:spcPct val="90000"/>
              </a:lnSpc>
              <a:spcBef>
                <a:spcPts val="416"/>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3pPr>
            <a:lvl4pPr marL="1266124" marR="0" lvl="3" indent="-158266" algn="l" rtl="0">
              <a:lnSpc>
                <a:spcPct val="90000"/>
              </a:lnSpc>
              <a:spcBef>
                <a:spcPts val="416"/>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4pPr>
            <a:lvl5pPr marL="1582655" marR="0" lvl="4" indent="-158266" algn="l" rtl="0">
              <a:lnSpc>
                <a:spcPct val="90000"/>
              </a:lnSpc>
              <a:spcBef>
                <a:spcPts val="416"/>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5pPr>
            <a:lvl6pPr marL="1899186" marR="0" lvl="5"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6pPr>
            <a:lvl7pPr marL="2215717" marR="0" lvl="6"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7pPr>
            <a:lvl8pPr marL="2532248" marR="0" lvl="7"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8pPr>
            <a:lvl9pPr marL="2848779" marR="0" lvl="8"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9pPr>
          </a:lstStyle>
          <a:p>
            <a:endParaRPr/>
          </a:p>
        </p:txBody>
      </p:sp>
      <p:sp>
        <p:nvSpPr>
          <p:cNvPr id="63" name="Google Shape;63;p14"/>
          <p:cNvSpPr txBox="1">
            <a:spLocks noGrp="1"/>
          </p:cNvSpPr>
          <p:nvPr>
            <p:ph type="dt" idx="10"/>
          </p:nvPr>
        </p:nvSpPr>
        <p:spPr>
          <a:xfrm>
            <a:off x="4572001" y="4898232"/>
            <a:ext cx="1020900" cy="137025"/>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rgbClr val="807F83"/>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64" name="Google Shape;64;p14"/>
          <p:cNvSpPr txBox="1">
            <a:spLocks noGrp="1"/>
          </p:cNvSpPr>
          <p:nvPr>
            <p:ph type="ftr" idx="11"/>
          </p:nvPr>
        </p:nvSpPr>
        <p:spPr>
          <a:xfrm>
            <a:off x="5715000" y="4898232"/>
            <a:ext cx="2743200" cy="137025"/>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rgbClr val="807F83"/>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65" name="Google Shape;65;p14"/>
          <p:cNvSpPr txBox="1">
            <a:spLocks noGrp="1"/>
          </p:cNvSpPr>
          <p:nvPr>
            <p:ph type="sldNum" idx="12"/>
          </p:nvPr>
        </p:nvSpPr>
        <p:spPr>
          <a:xfrm>
            <a:off x="8610600" y="4898232"/>
            <a:ext cx="304800" cy="137025"/>
          </a:xfrm>
          <a:prstGeom prst="rect">
            <a:avLst/>
          </a:prstGeom>
          <a:noFill/>
          <a:ln>
            <a:noFill/>
          </a:ln>
        </p:spPr>
        <p:txBody>
          <a:bodyPr spcFirstLastPara="1" wrap="square" lIns="0" tIns="0" rIns="0" bIns="0" anchor="b" anchorCtr="0">
            <a:noAutofit/>
          </a:bodyPr>
          <a:lstStyle>
            <a:lvl1pPr marL="0" marR="0" lvl="0" indent="0" algn="l" rtl="0">
              <a:spcBef>
                <a:spcPts val="0"/>
              </a:spcBef>
              <a:spcAft>
                <a:spcPts val="0"/>
              </a:spcAft>
              <a:buNone/>
              <a:defRPr sz="623" b="0" i="0" u="none" strike="noStrike" cap="none">
                <a:solidFill>
                  <a:srgbClr val="807F83"/>
                </a:solidFill>
                <a:latin typeface="Arial"/>
                <a:ea typeface="Arial"/>
                <a:cs typeface="Arial"/>
                <a:sym typeface="Arial"/>
              </a:defRPr>
            </a:lvl1pPr>
            <a:lvl2pPr marL="0" marR="0" lvl="1" indent="0" algn="l" rtl="0">
              <a:spcBef>
                <a:spcPts val="0"/>
              </a:spcBef>
              <a:spcAft>
                <a:spcPts val="0"/>
              </a:spcAft>
              <a:buNone/>
              <a:defRPr sz="623" b="0" i="0" u="none" strike="noStrike" cap="none">
                <a:solidFill>
                  <a:srgbClr val="807F83"/>
                </a:solidFill>
                <a:latin typeface="Arial"/>
                <a:ea typeface="Arial"/>
                <a:cs typeface="Arial"/>
                <a:sym typeface="Arial"/>
              </a:defRPr>
            </a:lvl2pPr>
            <a:lvl3pPr marL="0" marR="0" lvl="2" indent="0" algn="l" rtl="0">
              <a:spcBef>
                <a:spcPts val="0"/>
              </a:spcBef>
              <a:spcAft>
                <a:spcPts val="0"/>
              </a:spcAft>
              <a:buNone/>
              <a:defRPr sz="623" b="0" i="0" u="none" strike="noStrike" cap="none">
                <a:solidFill>
                  <a:srgbClr val="807F83"/>
                </a:solidFill>
                <a:latin typeface="Arial"/>
                <a:ea typeface="Arial"/>
                <a:cs typeface="Arial"/>
                <a:sym typeface="Arial"/>
              </a:defRPr>
            </a:lvl3pPr>
            <a:lvl4pPr marL="0" marR="0" lvl="3" indent="0" algn="l" rtl="0">
              <a:spcBef>
                <a:spcPts val="0"/>
              </a:spcBef>
              <a:spcAft>
                <a:spcPts val="0"/>
              </a:spcAft>
              <a:buNone/>
              <a:defRPr sz="623" b="0" i="0" u="none" strike="noStrike" cap="none">
                <a:solidFill>
                  <a:srgbClr val="807F83"/>
                </a:solidFill>
                <a:latin typeface="Arial"/>
                <a:ea typeface="Arial"/>
                <a:cs typeface="Arial"/>
                <a:sym typeface="Arial"/>
              </a:defRPr>
            </a:lvl4pPr>
            <a:lvl5pPr marL="0" marR="0" lvl="4" indent="0" algn="l" rtl="0">
              <a:spcBef>
                <a:spcPts val="0"/>
              </a:spcBef>
              <a:spcAft>
                <a:spcPts val="0"/>
              </a:spcAft>
              <a:buNone/>
              <a:defRPr sz="623" b="0" i="0" u="none" strike="noStrike" cap="none">
                <a:solidFill>
                  <a:srgbClr val="807F83"/>
                </a:solidFill>
                <a:latin typeface="Arial"/>
                <a:ea typeface="Arial"/>
                <a:cs typeface="Arial"/>
                <a:sym typeface="Arial"/>
              </a:defRPr>
            </a:lvl5pPr>
            <a:lvl6pPr marL="0" marR="0" lvl="5" indent="0" algn="l" rtl="0">
              <a:spcBef>
                <a:spcPts val="0"/>
              </a:spcBef>
              <a:spcAft>
                <a:spcPts val="0"/>
              </a:spcAft>
              <a:buNone/>
              <a:defRPr sz="623" b="0" i="0" u="none" strike="noStrike" cap="none">
                <a:solidFill>
                  <a:srgbClr val="807F83"/>
                </a:solidFill>
                <a:latin typeface="Arial"/>
                <a:ea typeface="Arial"/>
                <a:cs typeface="Arial"/>
                <a:sym typeface="Arial"/>
              </a:defRPr>
            </a:lvl6pPr>
            <a:lvl7pPr marL="0" marR="0" lvl="6" indent="0" algn="l" rtl="0">
              <a:spcBef>
                <a:spcPts val="0"/>
              </a:spcBef>
              <a:spcAft>
                <a:spcPts val="0"/>
              </a:spcAft>
              <a:buNone/>
              <a:defRPr sz="623" b="0" i="0" u="none" strike="noStrike" cap="none">
                <a:solidFill>
                  <a:srgbClr val="807F83"/>
                </a:solidFill>
                <a:latin typeface="Arial"/>
                <a:ea typeface="Arial"/>
                <a:cs typeface="Arial"/>
                <a:sym typeface="Arial"/>
              </a:defRPr>
            </a:lvl7pPr>
            <a:lvl8pPr marL="0" marR="0" lvl="7" indent="0" algn="l" rtl="0">
              <a:spcBef>
                <a:spcPts val="0"/>
              </a:spcBef>
              <a:spcAft>
                <a:spcPts val="0"/>
              </a:spcAft>
              <a:buNone/>
              <a:defRPr sz="623" b="0" i="0" u="none" strike="noStrike" cap="none">
                <a:solidFill>
                  <a:srgbClr val="807F83"/>
                </a:solidFill>
                <a:latin typeface="Arial"/>
                <a:ea typeface="Arial"/>
                <a:cs typeface="Arial"/>
                <a:sym typeface="Arial"/>
              </a:defRPr>
            </a:lvl8pPr>
            <a:lvl9pPr marL="0" marR="0" lvl="8" indent="0" algn="l" rtl="0">
              <a:spcBef>
                <a:spcPts val="0"/>
              </a:spcBef>
              <a:spcAft>
                <a:spcPts val="0"/>
              </a:spcAft>
              <a:buNone/>
              <a:defRPr sz="623" b="0" i="0" u="none" strike="noStrike" cap="none">
                <a:solidFill>
                  <a:srgbClr val="807F83"/>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685800" y="171450"/>
            <a:ext cx="7772400" cy="62865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lvl="1" rtl="0">
              <a:spcBef>
                <a:spcPts val="0"/>
              </a:spcBef>
              <a:spcAft>
                <a:spcPts val="0"/>
              </a:spcAft>
              <a:buSzPts val="2800"/>
              <a:buNone/>
              <a:defRPr sz="1247"/>
            </a:lvl2pPr>
            <a:lvl3pPr lvl="2" rtl="0">
              <a:spcBef>
                <a:spcPts val="0"/>
              </a:spcBef>
              <a:spcAft>
                <a:spcPts val="0"/>
              </a:spcAft>
              <a:buSzPts val="2800"/>
              <a:buNone/>
              <a:defRPr sz="1247"/>
            </a:lvl3pPr>
            <a:lvl4pPr lvl="3" rtl="0">
              <a:spcBef>
                <a:spcPts val="0"/>
              </a:spcBef>
              <a:spcAft>
                <a:spcPts val="0"/>
              </a:spcAft>
              <a:buSzPts val="2800"/>
              <a:buNone/>
              <a:defRPr sz="1247"/>
            </a:lvl4pPr>
            <a:lvl5pPr lvl="4" rtl="0">
              <a:spcBef>
                <a:spcPts val="0"/>
              </a:spcBef>
              <a:spcAft>
                <a:spcPts val="0"/>
              </a:spcAft>
              <a:buSzPts val="2800"/>
              <a:buNone/>
              <a:defRPr sz="1247"/>
            </a:lvl5pPr>
            <a:lvl6pPr lvl="5" rtl="0">
              <a:spcBef>
                <a:spcPts val="0"/>
              </a:spcBef>
              <a:spcAft>
                <a:spcPts val="0"/>
              </a:spcAft>
              <a:buSzPts val="2800"/>
              <a:buNone/>
              <a:defRPr sz="1247"/>
            </a:lvl6pPr>
            <a:lvl7pPr lvl="6" rtl="0">
              <a:spcBef>
                <a:spcPts val="0"/>
              </a:spcBef>
              <a:spcAft>
                <a:spcPts val="0"/>
              </a:spcAft>
              <a:buSzPts val="2800"/>
              <a:buNone/>
              <a:defRPr sz="1247"/>
            </a:lvl7pPr>
            <a:lvl8pPr lvl="7" rtl="0">
              <a:spcBef>
                <a:spcPts val="0"/>
              </a:spcBef>
              <a:spcAft>
                <a:spcPts val="0"/>
              </a:spcAft>
              <a:buSzPts val="2800"/>
              <a:buNone/>
              <a:defRPr sz="1247"/>
            </a:lvl8pPr>
            <a:lvl9pPr lvl="8" rtl="0">
              <a:spcBef>
                <a:spcPts val="0"/>
              </a:spcBef>
              <a:spcAft>
                <a:spcPts val="0"/>
              </a:spcAft>
              <a:buSzPts val="2800"/>
              <a:buNone/>
              <a:defRPr sz="1247"/>
            </a:lvl9pPr>
          </a:lstStyle>
          <a:p>
            <a:endParaRPr/>
          </a:p>
        </p:txBody>
      </p:sp>
      <p:sp>
        <p:nvSpPr>
          <p:cNvPr id="68" name="Google Shape;68;p15"/>
          <p:cNvSpPr txBox="1">
            <a:spLocks noGrp="1"/>
          </p:cNvSpPr>
          <p:nvPr>
            <p:ph type="body" idx="1"/>
          </p:nvPr>
        </p:nvSpPr>
        <p:spPr>
          <a:xfrm>
            <a:off x="685800" y="1314450"/>
            <a:ext cx="7772400" cy="3314700"/>
          </a:xfrm>
          <a:prstGeom prst="rect">
            <a:avLst/>
          </a:prstGeom>
          <a:noFill/>
          <a:ln>
            <a:noFill/>
          </a:ln>
        </p:spPr>
        <p:txBody>
          <a:bodyPr spcFirstLastPara="1" wrap="square" lIns="0" tIns="0" rIns="0" bIns="0" anchor="t" anchorCtr="0">
            <a:noAutofit/>
          </a:bodyPr>
          <a:lstStyle>
            <a:lvl1pPr marL="316531" marR="0" lvl="0" indent="-237398"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62" marR="0" lvl="1" indent="-229484"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93" marR="0" lvl="2" indent="-221571"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124" marR="0" lvl="3"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55" marR="0" lvl="4"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86" marR="0" lvl="5"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6pPr>
            <a:lvl7pPr marL="2215717" marR="0" lvl="6"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7pPr>
            <a:lvl8pPr marL="2532248" marR="0" lvl="7" indent="-213658"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8pPr>
            <a:lvl9pPr marL="2848779" marR="0" lvl="8" indent="-213658"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9pPr>
          </a:lstStyle>
          <a:p>
            <a:endParaRPr/>
          </a:p>
        </p:txBody>
      </p:sp>
      <p:sp>
        <p:nvSpPr>
          <p:cNvPr id="69" name="Google Shape;69;p15"/>
          <p:cNvSpPr txBox="1">
            <a:spLocks noGrp="1"/>
          </p:cNvSpPr>
          <p:nvPr>
            <p:ph type="dt" idx="10"/>
          </p:nvPr>
        </p:nvSpPr>
        <p:spPr>
          <a:xfrm>
            <a:off x="4572000" y="4897647"/>
            <a:ext cx="1021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70" name="Google Shape;70;p15"/>
          <p:cNvSpPr txBox="1">
            <a:spLocks noGrp="1"/>
          </p:cNvSpPr>
          <p:nvPr>
            <p:ph type="ftr" idx="11"/>
          </p:nvPr>
        </p:nvSpPr>
        <p:spPr>
          <a:xfrm>
            <a:off x="5715000" y="4897647"/>
            <a:ext cx="2743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71" name="Google Shape;71;p15"/>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623" b="0" i="0" u="none" strike="noStrike" cap="none">
                <a:solidFill>
                  <a:schemeClr val="dk2"/>
                </a:solidFill>
                <a:latin typeface="Arial"/>
                <a:ea typeface="Arial"/>
                <a:cs typeface="Arial"/>
                <a:sym typeface="Arial"/>
              </a:defRPr>
            </a:lvl1pPr>
            <a:lvl2pPr marL="0" marR="0" lvl="1" indent="0" algn="l" rtl="0">
              <a:spcBef>
                <a:spcPts val="0"/>
              </a:spcBef>
              <a:buNone/>
              <a:defRPr sz="623" b="0" i="0" u="none" strike="noStrike" cap="none">
                <a:solidFill>
                  <a:schemeClr val="dk2"/>
                </a:solidFill>
                <a:latin typeface="Arial"/>
                <a:ea typeface="Arial"/>
                <a:cs typeface="Arial"/>
                <a:sym typeface="Arial"/>
              </a:defRPr>
            </a:lvl2pPr>
            <a:lvl3pPr marL="0" marR="0" lvl="2" indent="0" algn="l" rtl="0">
              <a:spcBef>
                <a:spcPts val="0"/>
              </a:spcBef>
              <a:buNone/>
              <a:defRPr sz="623" b="0" i="0" u="none" strike="noStrike" cap="none">
                <a:solidFill>
                  <a:schemeClr val="dk2"/>
                </a:solidFill>
                <a:latin typeface="Arial"/>
                <a:ea typeface="Arial"/>
                <a:cs typeface="Arial"/>
                <a:sym typeface="Arial"/>
              </a:defRPr>
            </a:lvl3pPr>
            <a:lvl4pPr marL="0" marR="0" lvl="3" indent="0" algn="l" rtl="0">
              <a:spcBef>
                <a:spcPts val="0"/>
              </a:spcBef>
              <a:buNone/>
              <a:defRPr sz="623" b="0" i="0" u="none" strike="noStrike" cap="none">
                <a:solidFill>
                  <a:schemeClr val="dk2"/>
                </a:solidFill>
                <a:latin typeface="Arial"/>
                <a:ea typeface="Arial"/>
                <a:cs typeface="Arial"/>
                <a:sym typeface="Arial"/>
              </a:defRPr>
            </a:lvl4pPr>
            <a:lvl5pPr marL="0" marR="0" lvl="4" indent="0" algn="l" rtl="0">
              <a:spcBef>
                <a:spcPts val="0"/>
              </a:spcBef>
              <a:buNone/>
              <a:defRPr sz="623" b="0" i="0" u="none" strike="noStrike" cap="none">
                <a:solidFill>
                  <a:schemeClr val="dk2"/>
                </a:solidFill>
                <a:latin typeface="Arial"/>
                <a:ea typeface="Arial"/>
                <a:cs typeface="Arial"/>
                <a:sym typeface="Arial"/>
              </a:defRPr>
            </a:lvl5pPr>
            <a:lvl6pPr marL="0" marR="0" lvl="5" indent="0" algn="l" rtl="0">
              <a:spcBef>
                <a:spcPts val="0"/>
              </a:spcBef>
              <a:buNone/>
              <a:defRPr sz="623" b="0" i="0" u="none" strike="noStrike" cap="none">
                <a:solidFill>
                  <a:schemeClr val="dk2"/>
                </a:solidFill>
                <a:latin typeface="Arial"/>
                <a:ea typeface="Arial"/>
                <a:cs typeface="Arial"/>
                <a:sym typeface="Arial"/>
              </a:defRPr>
            </a:lvl6pPr>
            <a:lvl7pPr marL="0" marR="0" lvl="6" indent="0" algn="l" rtl="0">
              <a:spcBef>
                <a:spcPts val="0"/>
              </a:spcBef>
              <a:buNone/>
              <a:defRPr sz="623" b="0" i="0" u="none" strike="noStrike" cap="none">
                <a:solidFill>
                  <a:schemeClr val="dk2"/>
                </a:solidFill>
                <a:latin typeface="Arial"/>
                <a:ea typeface="Arial"/>
                <a:cs typeface="Arial"/>
                <a:sym typeface="Arial"/>
              </a:defRPr>
            </a:lvl7pPr>
            <a:lvl8pPr marL="0" marR="0" lvl="7" indent="0" algn="l" rtl="0">
              <a:spcBef>
                <a:spcPts val="0"/>
              </a:spcBef>
              <a:buNone/>
              <a:defRPr sz="623" b="0" i="0" u="none" strike="noStrike" cap="none">
                <a:solidFill>
                  <a:schemeClr val="dk2"/>
                </a:solidFill>
                <a:latin typeface="Arial"/>
                <a:ea typeface="Arial"/>
                <a:cs typeface="Arial"/>
                <a:sym typeface="Arial"/>
              </a:defRPr>
            </a:lvl8pPr>
            <a:lvl9pPr marL="0" marR="0" lvl="8" indent="0" algn="l" rtl="0">
              <a:spcBef>
                <a:spcPts val="0"/>
              </a:spcBef>
              <a:buNone/>
              <a:defRPr sz="623"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72" name="Google Shape;72;p15"/>
          <p:cNvSpPr txBox="1">
            <a:spLocks noGrp="1"/>
          </p:cNvSpPr>
          <p:nvPr>
            <p:ph type="body" idx="2"/>
          </p:nvPr>
        </p:nvSpPr>
        <p:spPr>
          <a:xfrm>
            <a:off x="685800" y="857250"/>
            <a:ext cx="7772400" cy="228600"/>
          </a:xfrm>
          <a:prstGeom prst="rect">
            <a:avLst/>
          </a:prstGeom>
          <a:noFill/>
          <a:ln>
            <a:noFill/>
          </a:ln>
        </p:spPr>
        <p:txBody>
          <a:bodyPr spcFirstLastPara="1" wrap="square" lIns="0" tIns="0" rIns="0" bIns="0" anchor="t" anchorCtr="0">
            <a:noAutofit/>
          </a:bodyPr>
          <a:lstStyle>
            <a:lvl1pPr marL="316531" marR="0" lvl="0" indent="-158266" algn="l" rtl="0">
              <a:lnSpc>
                <a:spcPct val="90000"/>
              </a:lnSpc>
              <a:spcBef>
                <a:spcPts val="831"/>
              </a:spcBef>
              <a:spcAft>
                <a:spcPts val="0"/>
              </a:spcAft>
              <a:buClr>
                <a:srgbClr val="3F3F41"/>
              </a:buClr>
              <a:buSzPts val="1620"/>
              <a:buFont typeface="Arial"/>
              <a:buNone/>
              <a:defRPr sz="1247" b="0" i="0" u="none" strike="noStrike" cap="none">
                <a:solidFill>
                  <a:srgbClr val="5F5F62"/>
                </a:solidFill>
                <a:latin typeface="Arial"/>
                <a:ea typeface="Arial"/>
                <a:cs typeface="Arial"/>
                <a:sym typeface="Arial"/>
              </a:defRPr>
            </a:lvl1pPr>
            <a:lvl2pPr marL="633062" marR="0" lvl="1" indent="-158266" algn="l" rtl="0">
              <a:lnSpc>
                <a:spcPct val="90000"/>
              </a:lnSpc>
              <a:spcBef>
                <a:spcPts val="554"/>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2pPr>
            <a:lvl3pPr marL="949593" marR="0" lvl="2"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3pPr>
            <a:lvl4pPr marL="1266124" marR="0" lvl="3"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4pPr>
            <a:lvl5pPr marL="1582655" marR="0" lvl="4"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5pPr>
            <a:lvl6pPr marL="1899186" marR="0" lvl="5"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6pPr>
            <a:lvl7pPr marL="2215717" marR="0" lvl="6"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7pPr>
            <a:lvl8pPr marL="2532248" marR="0" lvl="7"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8pPr>
            <a:lvl9pPr marL="2848779" marR="0" lvl="8"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Content 1x1">
  <p:cSld name="Title and Content 1x1">
    <p:spTree>
      <p:nvGrpSpPr>
        <p:cNvPr id="1" name="Shape 73"/>
        <p:cNvGrpSpPr/>
        <p:nvPr/>
      </p:nvGrpSpPr>
      <p:grpSpPr>
        <a:xfrm>
          <a:off x="0" y="0"/>
          <a:ext cx="0" cy="0"/>
          <a:chOff x="0" y="0"/>
          <a:chExt cx="0" cy="0"/>
        </a:xfrm>
      </p:grpSpPr>
      <p:sp>
        <p:nvSpPr>
          <p:cNvPr id="74" name="Google Shape;74;p16"/>
          <p:cNvSpPr/>
          <p:nvPr/>
        </p:nvSpPr>
        <p:spPr>
          <a:xfrm>
            <a:off x="1588" y="1588"/>
            <a:ext cx="1500" cy="1125"/>
          </a:xfrm>
          <a:prstGeom prst="rect">
            <a:avLst/>
          </a:prstGeom>
          <a:solidFill>
            <a:srgbClr val="FFFFFF"/>
          </a:solidFill>
          <a:ln>
            <a:noFill/>
          </a:ln>
        </p:spPr>
      </p:sp>
      <p:sp>
        <p:nvSpPr>
          <p:cNvPr id="75" name="Google Shape;75;p16"/>
          <p:cNvSpPr txBox="1">
            <a:spLocks noGrp="1"/>
          </p:cNvSpPr>
          <p:nvPr>
            <p:ph type="title"/>
          </p:nvPr>
        </p:nvSpPr>
        <p:spPr>
          <a:xfrm>
            <a:off x="685800" y="171450"/>
            <a:ext cx="7772400" cy="628425"/>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100"/>
              <a:buFont typeface="Arial"/>
              <a:buNone/>
              <a:defRPr sz="1454" b="0" i="0" u="none" strike="noStrike" cap="none">
                <a:solidFill>
                  <a:schemeClr val="accent1"/>
                </a:solidFill>
                <a:latin typeface="Arial"/>
                <a:ea typeface="Arial"/>
                <a:cs typeface="Arial"/>
                <a:sym typeface="Arial"/>
              </a:defRPr>
            </a:lvl1pPr>
            <a:lvl2pPr lvl="1" algn="l" rtl="0">
              <a:lnSpc>
                <a:spcPct val="100000"/>
              </a:lnSpc>
              <a:spcBef>
                <a:spcPts val="0"/>
              </a:spcBef>
              <a:spcAft>
                <a:spcPts val="0"/>
              </a:spcAft>
              <a:buSzPts val="1400"/>
              <a:buNone/>
              <a:defRPr sz="1247"/>
            </a:lvl2pPr>
            <a:lvl3pPr lvl="2" algn="l" rtl="0">
              <a:lnSpc>
                <a:spcPct val="100000"/>
              </a:lnSpc>
              <a:spcBef>
                <a:spcPts val="0"/>
              </a:spcBef>
              <a:spcAft>
                <a:spcPts val="0"/>
              </a:spcAft>
              <a:buSzPts val="1400"/>
              <a:buNone/>
              <a:defRPr sz="1247"/>
            </a:lvl3pPr>
            <a:lvl4pPr lvl="3" algn="l" rtl="0">
              <a:lnSpc>
                <a:spcPct val="100000"/>
              </a:lnSpc>
              <a:spcBef>
                <a:spcPts val="0"/>
              </a:spcBef>
              <a:spcAft>
                <a:spcPts val="0"/>
              </a:spcAft>
              <a:buSzPts val="1400"/>
              <a:buNone/>
              <a:defRPr sz="1247"/>
            </a:lvl4pPr>
            <a:lvl5pPr lvl="4" algn="l" rtl="0">
              <a:lnSpc>
                <a:spcPct val="100000"/>
              </a:lnSpc>
              <a:spcBef>
                <a:spcPts val="0"/>
              </a:spcBef>
              <a:spcAft>
                <a:spcPts val="0"/>
              </a:spcAft>
              <a:buSzPts val="1400"/>
              <a:buNone/>
              <a:defRPr sz="1247"/>
            </a:lvl5pPr>
            <a:lvl6pPr lvl="5" algn="l" rtl="0">
              <a:lnSpc>
                <a:spcPct val="100000"/>
              </a:lnSpc>
              <a:spcBef>
                <a:spcPts val="0"/>
              </a:spcBef>
              <a:spcAft>
                <a:spcPts val="0"/>
              </a:spcAft>
              <a:buSzPts val="1400"/>
              <a:buNone/>
              <a:defRPr sz="1247"/>
            </a:lvl6pPr>
            <a:lvl7pPr lvl="6" algn="l" rtl="0">
              <a:lnSpc>
                <a:spcPct val="100000"/>
              </a:lnSpc>
              <a:spcBef>
                <a:spcPts val="0"/>
              </a:spcBef>
              <a:spcAft>
                <a:spcPts val="0"/>
              </a:spcAft>
              <a:buSzPts val="1400"/>
              <a:buNone/>
              <a:defRPr sz="1247"/>
            </a:lvl7pPr>
            <a:lvl8pPr lvl="7" algn="l" rtl="0">
              <a:lnSpc>
                <a:spcPct val="100000"/>
              </a:lnSpc>
              <a:spcBef>
                <a:spcPts val="0"/>
              </a:spcBef>
              <a:spcAft>
                <a:spcPts val="0"/>
              </a:spcAft>
              <a:buSzPts val="1400"/>
              <a:buNone/>
              <a:defRPr sz="1247"/>
            </a:lvl8pPr>
            <a:lvl9pPr lvl="8" algn="l" rtl="0">
              <a:lnSpc>
                <a:spcPct val="100000"/>
              </a:lnSpc>
              <a:spcBef>
                <a:spcPts val="0"/>
              </a:spcBef>
              <a:spcAft>
                <a:spcPts val="0"/>
              </a:spcAft>
              <a:buSzPts val="1400"/>
              <a:buNone/>
              <a:defRPr sz="1247"/>
            </a:lvl9pPr>
          </a:lstStyle>
          <a:p>
            <a:endParaRPr/>
          </a:p>
        </p:txBody>
      </p:sp>
      <p:sp>
        <p:nvSpPr>
          <p:cNvPr id="76" name="Google Shape;76;p16"/>
          <p:cNvSpPr txBox="1">
            <a:spLocks noGrp="1"/>
          </p:cNvSpPr>
          <p:nvPr>
            <p:ph type="body" idx="1"/>
          </p:nvPr>
        </p:nvSpPr>
        <p:spPr>
          <a:xfrm>
            <a:off x="304800" y="914400"/>
            <a:ext cx="8540400" cy="4000500"/>
          </a:xfrm>
          <a:prstGeom prst="rect">
            <a:avLst/>
          </a:prstGeom>
          <a:noFill/>
          <a:ln>
            <a:noFill/>
          </a:ln>
        </p:spPr>
        <p:txBody>
          <a:bodyPr spcFirstLastPara="1" wrap="square" lIns="34700" tIns="34700" rIns="34700" bIns="0" anchor="t" anchorCtr="0">
            <a:noAutofit/>
          </a:bodyPr>
          <a:lstStyle>
            <a:lvl1pPr marL="316531" marR="0" lvl="0" indent="-217615" algn="l" rtl="0">
              <a:lnSpc>
                <a:spcPct val="90000"/>
              </a:lnSpc>
              <a:spcBef>
                <a:spcPts val="623"/>
              </a:spcBef>
              <a:spcAft>
                <a:spcPts val="0"/>
              </a:spcAft>
              <a:buClr>
                <a:srgbClr val="3F3F41"/>
              </a:buClr>
              <a:buSzPts val="1350"/>
              <a:buFont typeface="Arial"/>
              <a:buChar char="•"/>
              <a:defRPr sz="1039" b="0" i="0" u="none" strike="noStrike" cap="none">
                <a:solidFill>
                  <a:schemeClr val="dk1"/>
                </a:solidFill>
                <a:latin typeface="Arial"/>
                <a:ea typeface="Arial"/>
                <a:cs typeface="Arial"/>
                <a:sym typeface="Arial"/>
              </a:defRPr>
            </a:lvl1pPr>
            <a:lvl2pPr marL="633062" marR="0" lvl="1" indent="-213659" algn="l" rtl="0">
              <a:lnSpc>
                <a:spcPct val="90000"/>
              </a:lnSpc>
              <a:spcBef>
                <a:spcPts val="634"/>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2pPr>
            <a:lvl3pPr marL="949593" marR="0" lvl="2" indent="-197832" algn="l" rtl="0">
              <a:lnSpc>
                <a:spcPct val="105000"/>
              </a:lnSpc>
              <a:spcBef>
                <a:spcPts val="634"/>
              </a:spcBef>
              <a:spcAft>
                <a:spcPts val="0"/>
              </a:spcAft>
              <a:buClr>
                <a:schemeClr val="dk2"/>
              </a:buClr>
              <a:buSzPts val="900"/>
              <a:buFont typeface="Noto Sans Symbols"/>
              <a:buChar char="■"/>
              <a:defRPr sz="831" b="0" i="0" u="none" strike="noStrike" cap="none">
                <a:solidFill>
                  <a:schemeClr val="dk1"/>
                </a:solidFill>
                <a:latin typeface="Arial"/>
                <a:ea typeface="Arial"/>
                <a:cs typeface="Arial"/>
                <a:sym typeface="Arial"/>
              </a:defRPr>
            </a:lvl3pPr>
            <a:lvl4pPr marL="1266124" marR="0" lvl="3" indent="-192116" algn="l" rtl="0">
              <a:lnSpc>
                <a:spcPct val="105000"/>
              </a:lnSpc>
              <a:spcBef>
                <a:spcPts val="316"/>
              </a:spcBef>
              <a:spcAft>
                <a:spcPts val="0"/>
              </a:spcAft>
              <a:buClr>
                <a:srgbClr val="666666"/>
              </a:buClr>
              <a:buSzPts val="770"/>
              <a:buFont typeface="Arial"/>
              <a:buChar char="–"/>
              <a:defRPr sz="761" b="0" i="0" u="none" strike="noStrike" cap="none">
                <a:solidFill>
                  <a:schemeClr val="dk1"/>
                </a:solidFill>
                <a:latin typeface="Arial"/>
                <a:ea typeface="Arial"/>
                <a:cs typeface="Arial"/>
                <a:sym typeface="Arial"/>
              </a:defRPr>
            </a:lvl4pPr>
            <a:lvl5pPr marL="1582655" marR="0" lvl="4" indent="-196952" algn="l" rtl="0">
              <a:lnSpc>
                <a:spcPct val="105000"/>
              </a:lnSpc>
              <a:spcBef>
                <a:spcPts val="158"/>
              </a:spcBef>
              <a:spcAft>
                <a:spcPts val="0"/>
              </a:spcAft>
              <a:buClr>
                <a:srgbClr val="666666"/>
              </a:buClr>
              <a:buSzPts val="880"/>
              <a:buFont typeface="Noto Sans Symbols"/>
              <a:buChar char="▪"/>
              <a:defRPr sz="761" b="0" i="0" u="none" strike="noStrike" cap="none">
                <a:solidFill>
                  <a:schemeClr val="dk1"/>
                </a:solidFill>
                <a:latin typeface="Arial"/>
                <a:ea typeface="Arial"/>
                <a:cs typeface="Arial"/>
                <a:sym typeface="Arial"/>
              </a:defRPr>
            </a:lvl5pPr>
            <a:lvl6pPr marL="1899186" marR="0" lvl="5"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6pPr>
            <a:lvl7pPr marL="2215717" marR="0" lvl="6"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7pPr>
            <a:lvl8pPr marL="2532248" marR="0" lvl="7"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8pPr>
            <a:lvl9pPr marL="2848779" marR="0" lvl="8"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9pPr>
          </a:lstStyle>
          <a:p>
            <a:endParaRPr/>
          </a:p>
        </p:txBody>
      </p:sp>
      <p:sp>
        <p:nvSpPr>
          <p:cNvPr id="77" name="Google Shape;77;p16"/>
          <p:cNvSpPr txBox="1">
            <a:spLocks noGrp="1"/>
          </p:cNvSpPr>
          <p:nvPr>
            <p:ph type="ftr" idx="11"/>
          </p:nvPr>
        </p:nvSpPr>
        <p:spPr>
          <a:xfrm>
            <a:off x="6707351" y="4953904"/>
            <a:ext cx="1782600" cy="103725"/>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chemeClr val="dk1"/>
              </a:buClr>
              <a:buSzPts val="700"/>
              <a:buFont typeface="Arial"/>
              <a:buNone/>
              <a:defRPr sz="485"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9pPr>
          </a:lstStyle>
          <a:p>
            <a:endParaRPr/>
          </a:p>
        </p:txBody>
      </p:sp>
      <p:sp>
        <p:nvSpPr>
          <p:cNvPr id="78" name="Google Shape;78;p16"/>
          <p:cNvSpPr txBox="1">
            <a:spLocks noGrp="1"/>
          </p:cNvSpPr>
          <p:nvPr>
            <p:ph type="sldNum" idx="12"/>
          </p:nvPr>
        </p:nvSpPr>
        <p:spPr>
          <a:xfrm>
            <a:off x="8610600" y="4897647"/>
            <a:ext cx="304800" cy="137025"/>
          </a:xfrm>
          <a:prstGeom prst="rect">
            <a:avLst/>
          </a:prstGeom>
          <a:noFill/>
          <a:ln>
            <a:noFill/>
          </a:ln>
        </p:spPr>
        <p:txBody>
          <a:bodyPr spcFirstLastPara="1" wrap="square" lIns="0" tIns="0" rIns="0" bIns="0" anchor="b" anchorCtr="0">
            <a:noAutofit/>
          </a:bodyPr>
          <a:lstStyle>
            <a:lvl1pPr marL="0" marR="0" lvl="0"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1pPr>
            <a:lvl2pPr marL="0" marR="0" lvl="1"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2pPr>
            <a:lvl3pPr marL="0" marR="0" lvl="2"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3pPr>
            <a:lvl4pPr marL="0" marR="0" lvl="3"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4pPr>
            <a:lvl5pPr marL="0" marR="0" lvl="4"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5pPr>
            <a:lvl6pPr marL="0" marR="0" lvl="5"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6pPr>
            <a:lvl7pPr marL="0" marR="0" lvl="6"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7pPr>
            <a:lvl8pPr marL="0" marR="0" lvl="7"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8pPr>
            <a:lvl9pPr marL="0" marR="0" lvl="8"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79" name="Google Shape;79;p16"/>
          <p:cNvSpPr txBox="1">
            <a:spLocks noGrp="1"/>
          </p:cNvSpPr>
          <p:nvPr>
            <p:ph type="body" idx="2"/>
          </p:nvPr>
        </p:nvSpPr>
        <p:spPr>
          <a:xfrm>
            <a:off x="304803" y="4953902"/>
            <a:ext cx="6321600" cy="103725"/>
          </a:xfrm>
          <a:prstGeom prst="rect">
            <a:avLst/>
          </a:prstGeom>
          <a:noFill/>
          <a:ln>
            <a:noFill/>
          </a:ln>
        </p:spPr>
        <p:txBody>
          <a:bodyPr spcFirstLastPara="1" wrap="square" lIns="0" tIns="0" rIns="0" bIns="0" anchor="b" anchorCtr="0">
            <a:noAutofit/>
          </a:bodyPr>
          <a:lstStyle>
            <a:lvl1pPr marL="316531" marR="0" lvl="0" indent="-178049" algn="l" rtl="0">
              <a:lnSpc>
                <a:spcPct val="90000"/>
              </a:lnSpc>
              <a:spcBef>
                <a:spcPts val="53"/>
              </a:spcBef>
              <a:spcAft>
                <a:spcPts val="0"/>
              </a:spcAft>
              <a:buClr>
                <a:srgbClr val="3F3F41"/>
              </a:buClr>
              <a:buSzPts val="450"/>
              <a:buFont typeface="Arial"/>
              <a:buChar char="•"/>
              <a:defRPr sz="347" b="0" i="1" u="none" strike="noStrike" cap="none">
                <a:solidFill>
                  <a:schemeClr val="dk1"/>
                </a:solidFill>
                <a:latin typeface="Arial"/>
                <a:ea typeface="Arial"/>
                <a:cs typeface="Arial"/>
                <a:sym typeface="Arial"/>
              </a:defRPr>
            </a:lvl1pPr>
            <a:lvl2pPr marL="633062" marR="0" lvl="1"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2pPr>
            <a:lvl3pPr marL="949593" marR="0" lvl="2" indent="-205745" algn="l" rtl="0">
              <a:lnSpc>
                <a:spcPct val="90000"/>
              </a:lnSpc>
              <a:spcBef>
                <a:spcPts val="311"/>
              </a:spcBef>
              <a:spcAft>
                <a:spcPts val="0"/>
              </a:spcAft>
              <a:buClr>
                <a:srgbClr val="3F3F41"/>
              </a:buClr>
              <a:buSzPts val="1080"/>
              <a:buFont typeface="Arial"/>
              <a:buChar char="•"/>
              <a:defRPr sz="831" b="0" i="0" u="none" strike="noStrike" cap="none">
                <a:solidFill>
                  <a:schemeClr val="dk1"/>
                </a:solidFill>
                <a:latin typeface="Arial"/>
                <a:ea typeface="Arial"/>
                <a:cs typeface="Arial"/>
                <a:sym typeface="Arial"/>
              </a:defRPr>
            </a:lvl3pPr>
            <a:lvl4pPr marL="1266124" marR="0" lvl="3"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4pPr>
            <a:lvl5pPr marL="1582655" marR="0" lvl="4"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5pPr>
            <a:lvl6pPr marL="1899186" marR="0" lvl="5"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6pPr>
            <a:lvl7pPr marL="2215717" marR="0" lvl="6"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7pPr>
            <a:lvl8pPr marL="2532248" marR="0" lvl="7"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8pPr>
            <a:lvl9pPr marL="2848779" marR="0" lvl="8"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685800" y="171450"/>
            <a:ext cx="7772400" cy="62865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9pPr>
          </a:lstStyle>
          <a:p>
            <a:endParaRPr/>
          </a:p>
        </p:txBody>
      </p:sp>
      <p:sp>
        <p:nvSpPr>
          <p:cNvPr id="82" name="Google Shape;82;p17"/>
          <p:cNvSpPr txBox="1">
            <a:spLocks noGrp="1"/>
          </p:cNvSpPr>
          <p:nvPr>
            <p:ph type="body" idx="1"/>
          </p:nvPr>
        </p:nvSpPr>
        <p:spPr>
          <a:xfrm>
            <a:off x="685800" y="1085850"/>
            <a:ext cx="3749100" cy="3543300"/>
          </a:xfrm>
          <a:prstGeom prst="rect">
            <a:avLst/>
          </a:prstGeom>
          <a:noFill/>
          <a:ln>
            <a:noFill/>
          </a:ln>
        </p:spPr>
        <p:txBody>
          <a:bodyPr spcFirstLastPara="1" wrap="square" lIns="91425" tIns="91425" rIns="91425" bIns="91425" anchor="t" anchorCtr="0">
            <a:noAutofit/>
          </a:bodyPr>
          <a:lstStyle>
            <a:lvl1pPr marL="316531" marR="0" lvl="0" indent="-237398"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62" marR="0" lvl="1" indent="-229484"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93" marR="0" lvl="2" indent="-221571"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124" marR="0" lvl="3"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55" marR="0" lvl="4"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86" marR="0" lvl="5"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6pPr>
            <a:lvl7pPr marL="2215717" marR="0" lvl="6"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7pPr>
            <a:lvl8pPr marL="2532248" marR="0" lvl="7"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8pPr>
            <a:lvl9pPr marL="2848779" marR="0" lvl="8"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9pPr>
          </a:lstStyle>
          <a:p>
            <a:endParaRPr/>
          </a:p>
        </p:txBody>
      </p:sp>
      <p:sp>
        <p:nvSpPr>
          <p:cNvPr id="83" name="Google Shape;83;p17"/>
          <p:cNvSpPr txBox="1">
            <a:spLocks noGrp="1"/>
          </p:cNvSpPr>
          <p:nvPr>
            <p:ph type="body" idx="2"/>
          </p:nvPr>
        </p:nvSpPr>
        <p:spPr>
          <a:xfrm>
            <a:off x="4709160" y="1085850"/>
            <a:ext cx="3749100" cy="3543300"/>
          </a:xfrm>
          <a:prstGeom prst="rect">
            <a:avLst/>
          </a:prstGeom>
          <a:noFill/>
          <a:ln>
            <a:noFill/>
          </a:ln>
        </p:spPr>
        <p:txBody>
          <a:bodyPr spcFirstLastPara="1" wrap="square" lIns="91425" tIns="91425" rIns="91425" bIns="91425" anchor="t" anchorCtr="0">
            <a:noAutofit/>
          </a:bodyPr>
          <a:lstStyle>
            <a:lvl1pPr marL="316531" marR="0" lvl="0" indent="-237398"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62" marR="0" lvl="1" indent="-229484"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93" marR="0" lvl="2" indent="-221571"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124" marR="0" lvl="3"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55" marR="0" lvl="4"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86" marR="0" lvl="5"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6pPr>
            <a:lvl7pPr marL="2215717" marR="0" lvl="6"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7pPr>
            <a:lvl8pPr marL="2532248" marR="0" lvl="7"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8pPr>
            <a:lvl9pPr marL="2848779" marR="0" lvl="8"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9pPr>
          </a:lstStyle>
          <a:p>
            <a:endParaRPr/>
          </a:p>
        </p:txBody>
      </p:sp>
      <p:sp>
        <p:nvSpPr>
          <p:cNvPr id="84" name="Google Shape;84;p17"/>
          <p:cNvSpPr txBox="1">
            <a:spLocks noGrp="1"/>
          </p:cNvSpPr>
          <p:nvPr>
            <p:ph type="dt" idx="10"/>
          </p:nvPr>
        </p:nvSpPr>
        <p:spPr>
          <a:xfrm>
            <a:off x="4572000" y="4897647"/>
            <a:ext cx="1021200" cy="137250"/>
          </a:xfrm>
          <a:prstGeom prst="rect">
            <a:avLst/>
          </a:prstGeom>
          <a:noFill/>
          <a:ln>
            <a:noFill/>
          </a:ln>
        </p:spPr>
        <p:txBody>
          <a:bodyPr spcFirstLastPara="1" wrap="square" lIns="91425" tIns="91425" rIns="91425" bIns="91425" anchor="b" anchorCtr="0">
            <a:noAutofit/>
          </a:bodyPr>
          <a:lstStyle>
            <a:lvl1pPr marR="0" lvl="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9pPr>
          </a:lstStyle>
          <a:p>
            <a:endParaRPr/>
          </a:p>
        </p:txBody>
      </p:sp>
      <p:sp>
        <p:nvSpPr>
          <p:cNvPr id="85" name="Google Shape;85;p17"/>
          <p:cNvSpPr txBox="1">
            <a:spLocks noGrp="1"/>
          </p:cNvSpPr>
          <p:nvPr>
            <p:ph type="ftr" idx="11"/>
          </p:nvPr>
        </p:nvSpPr>
        <p:spPr>
          <a:xfrm>
            <a:off x="5715000" y="4897647"/>
            <a:ext cx="2743200" cy="137250"/>
          </a:xfrm>
          <a:prstGeom prst="rect">
            <a:avLst/>
          </a:prstGeom>
          <a:noFill/>
          <a:ln>
            <a:noFill/>
          </a:ln>
        </p:spPr>
        <p:txBody>
          <a:bodyPr spcFirstLastPara="1" wrap="square" lIns="91425" tIns="91425" rIns="91425" bIns="91425" anchor="b" anchorCtr="0">
            <a:noAutofit/>
          </a:bodyPr>
          <a:lstStyle>
            <a:lvl1pPr marR="0" lvl="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9pPr>
          </a:lstStyle>
          <a:p>
            <a:endParaRPr/>
          </a:p>
        </p:txBody>
      </p:sp>
      <p:sp>
        <p:nvSpPr>
          <p:cNvPr id="86" name="Google Shape;86;p17"/>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1pPr>
            <a:lvl2pPr marL="0" marR="0" lvl="1"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2pPr>
            <a:lvl3pPr marL="0" marR="0" lvl="2"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3pPr>
            <a:lvl4pPr marL="0" marR="0" lvl="3"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4pPr>
            <a:lvl5pPr marL="0" marR="0" lvl="4"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5pPr>
            <a:lvl6pPr marL="0" marR="0" lvl="5"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6pPr>
            <a:lvl7pPr marL="0" marR="0" lvl="6"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7pPr>
            <a:lvl8pPr marL="0" marR="0" lvl="7"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8pPr>
            <a:lvl9pPr marL="0" marR="0" lvl="8"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87"/>
        <p:cNvGrpSpPr/>
        <p:nvPr/>
      </p:nvGrpSpPr>
      <p:grpSpPr>
        <a:xfrm>
          <a:off x="0" y="0"/>
          <a:ext cx="0" cy="0"/>
          <a:chOff x="0" y="0"/>
          <a:chExt cx="0" cy="0"/>
        </a:xfrm>
      </p:grpSpPr>
      <p:pic>
        <p:nvPicPr>
          <p:cNvPr id="88" name="Google Shape;88;p18"/>
          <p:cNvPicPr preferRelativeResize="0"/>
          <p:nvPr/>
        </p:nvPicPr>
        <p:blipFill rotWithShape="1">
          <a:blip r:embed="rId2">
            <a:alphaModFix/>
          </a:blip>
          <a:srcRect/>
          <a:stretch/>
        </p:blipFill>
        <p:spPr>
          <a:xfrm>
            <a:off x="1191" y="1191"/>
            <a:ext cx="1190" cy="893"/>
          </a:xfrm>
          <a:prstGeom prst="rect">
            <a:avLst/>
          </a:prstGeom>
          <a:noFill/>
          <a:ln>
            <a:noFill/>
          </a:ln>
        </p:spPr>
      </p:pic>
      <p:sp>
        <p:nvSpPr>
          <p:cNvPr id="89" name="Google Shape;89;p18"/>
          <p:cNvSpPr txBox="1">
            <a:spLocks noGrp="1"/>
          </p:cNvSpPr>
          <p:nvPr>
            <p:ph type="ftr" idx="11"/>
          </p:nvPr>
        </p:nvSpPr>
        <p:spPr>
          <a:xfrm>
            <a:off x="5714999" y="4949190"/>
            <a:ext cx="2743200" cy="137025"/>
          </a:xfrm>
          <a:prstGeom prst="rect">
            <a:avLst/>
          </a:prstGeom>
          <a:noFill/>
          <a:ln>
            <a:noFill/>
          </a:ln>
        </p:spPr>
        <p:txBody>
          <a:bodyPr spcFirstLastPara="1" wrap="square" lIns="0" tIns="0" rIns="0" bIns="0" anchor="ctr" anchorCtr="0">
            <a:noAutofit/>
          </a:bodyPr>
          <a:lstStyle>
            <a:lvl1pPr lvl="0" algn="r" rtl="0">
              <a:spcBef>
                <a:spcPts val="0"/>
              </a:spcBef>
              <a:spcAft>
                <a:spcPts val="0"/>
              </a:spcAft>
              <a:buSzPts val="1400"/>
              <a:buNone/>
              <a:defRPr sz="485">
                <a:solidFill>
                  <a:schemeClr val="dk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 name="Google Shape;90;p18"/>
          <p:cNvSpPr txBox="1">
            <a:spLocks noGrp="1"/>
          </p:cNvSpPr>
          <p:nvPr>
            <p:ph type="sldNum" idx="12"/>
          </p:nvPr>
        </p:nvSpPr>
        <p:spPr>
          <a:xfrm>
            <a:off x="8610600" y="4949190"/>
            <a:ext cx="304800" cy="137025"/>
          </a:xfrm>
          <a:prstGeom prst="rect">
            <a:avLst/>
          </a:prstGeom>
          <a:noFill/>
          <a:ln>
            <a:noFill/>
          </a:ln>
        </p:spPr>
        <p:txBody>
          <a:bodyPr spcFirstLastPara="1" wrap="square" lIns="0" tIns="0" rIns="0" bIns="0" anchor="ctr" anchorCtr="0">
            <a:noAutofit/>
          </a:bodyPr>
          <a:lstStyle>
            <a:lvl1pPr marL="0" lvl="0" indent="0" algn="l" rtl="0">
              <a:spcBef>
                <a:spcPts val="0"/>
              </a:spcBef>
              <a:buNone/>
              <a:defRPr sz="485" b="0" i="0" u="none" strike="noStrike" cap="none">
                <a:solidFill>
                  <a:schemeClr val="dk2"/>
                </a:solidFill>
                <a:latin typeface="Arial"/>
                <a:ea typeface="Arial"/>
                <a:cs typeface="Arial"/>
                <a:sym typeface="Arial"/>
              </a:defRPr>
            </a:lvl1pPr>
            <a:lvl2pPr marL="0" lvl="1" indent="0" algn="l" rtl="0">
              <a:spcBef>
                <a:spcPts val="0"/>
              </a:spcBef>
              <a:buNone/>
              <a:defRPr sz="485" b="0" i="0" u="none" strike="noStrike" cap="none">
                <a:solidFill>
                  <a:schemeClr val="dk2"/>
                </a:solidFill>
                <a:latin typeface="Arial"/>
                <a:ea typeface="Arial"/>
                <a:cs typeface="Arial"/>
                <a:sym typeface="Arial"/>
              </a:defRPr>
            </a:lvl2pPr>
            <a:lvl3pPr marL="0" lvl="2" indent="0" algn="l" rtl="0">
              <a:spcBef>
                <a:spcPts val="0"/>
              </a:spcBef>
              <a:buNone/>
              <a:defRPr sz="485" b="0" i="0" u="none" strike="noStrike" cap="none">
                <a:solidFill>
                  <a:schemeClr val="dk2"/>
                </a:solidFill>
                <a:latin typeface="Arial"/>
                <a:ea typeface="Arial"/>
                <a:cs typeface="Arial"/>
                <a:sym typeface="Arial"/>
              </a:defRPr>
            </a:lvl3pPr>
            <a:lvl4pPr marL="0" lvl="3" indent="0" algn="l" rtl="0">
              <a:spcBef>
                <a:spcPts val="0"/>
              </a:spcBef>
              <a:buNone/>
              <a:defRPr sz="485" b="0" i="0" u="none" strike="noStrike" cap="none">
                <a:solidFill>
                  <a:schemeClr val="dk2"/>
                </a:solidFill>
                <a:latin typeface="Arial"/>
                <a:ea typeface="Arial"/>
                <a:cs typeface="Arial"/>
                <a:sym typeface="Arial"/>
              </a:defRPr>
            </a:lvl4pPr>
            <a:lvl5pPr marL="0" lvl="4" indent="0" algn="l" rtl="0">
              <a:spcBef>
                <a:spcPts val="0"/>
              </a:spcBef>
              <a:buNone/>
              <a:defRPr sz="485" b="0" i="0" u="none" strike="noStrike" cap="none">
                <a:solidFill>
                  <a:schemeClr val="dk2"/>
                </a:solidFill>
                <a:latin typeface="Arial"/>
                <a:ea typeface="Arial"/>
                <a:cs typeface="Arial"/>
                <a:sym typeface="Arial"/>
              </a:defRPr>
            </a:lvl5pPr>
            <a:lvl6pPr marL="0" lvl="5" indent="0" algn="l" rtl="0">
              <a:spcBef>
                <a:spcPts val="0"/>
              </a:spcBef>
              <a:buNone/>
              <a:defRPr sz="485" b="0" i="0" u="none" strike="noStrike" cap="none">
                <a:solidFill>
                  <a:schemeClr val="dk2"/>
                </a:solidFill>
                <a:latin typeface="Arial"/>
                <a:ea typeface="Arial"/>
                <a:cs typeface="Arial"/>
                <a:sym typeface="Arial"/>
              </a:defRPr>
            </a:lvl6pPr>
            <a:lvl7pPr marL="0" lvl="6" indent="0" algn="l" rtl="0">
              <a:spcBef>
                <a:spcPts val="0"/>
              </a:spcBef>
              <a:buNone/>
              <a:defRPr sz="485" b="0" i="0" u="none" strike="noStrike" cap="none">
                <a:solidFill>
                  <a:schemeClr val="dk2"/>
                </a:solidFill>
                <a:latin typeface="Arial"/>
                <a:ea typeface="Arial"/>
                <a:cs typeface="Arial"/>
                <a:sym typeface="Arial"/>
              </a:defRPr>
            </a:lvl7pPr>
            <a:lvl8pPr marL="0" lvl="7" indent="0" algn="l" rtl="0">
              <a:spcBef>
                <a:spcPts val="0"/>
              </a:spcBef>
              <a:buNone/>
              <a:defRPr sz="485" b="0" i="0" u="none" strike="noStrike" cap="none">
                <a:solidFill>
                  <a:schemeClr val="dk2"/>
                </a:solidFill>
                <a:latin typeface="Arial"/>
                <a:ea typeface="Arial"/>
                <a:cs typeface="Arial"/>
                <a:sym typeface="Arial"/>
              </a:defRPr>
            </a:lvl8pPr>
            <a:lvl9pPr marL="0" lvl="8" indent="0" algn="l" rtl="0">
              <a:spcBef>
                <a:spcPts val="0"/>
              </a:spcBef>
              <a:buNone/>
              <a:defRPr sz="485"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91" name="Google Shape;91;p18"/>
          <p:cNvSpPr txBox="1">
            <a:spLocks noGrp="1"/>
          </p:cNvSpPr>
          <p:nvPr>
            <p:ph type="dt" idx="10"/>
          </p:nvPr>
        </p:nvSpPr>
        <p:spPr>
          <a:xfrm>
            <a:off x="505727" y="4949190"/>
            <a:ext cx="3276600" cy="137025"/>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485" b="0" i="0" u="none" strike="noStrike" cap="none">
                <a:solidFill>
                  <a:schemeClr val="dk2"/>
                </a:solidFill>
                <a:latin typeface="Arial"/>
                <a:ea typeface="Arial"/>
                <a:cs typeface="Arial"/>
                <a:sym typeface="Arial"/>
              </a:defRPr>
            </a:lvl1pPr>
            <a:lvl2pPr marR="0" lvl="1" algn="l" rtl="0">
              <a:spcBef>
                <a:spcPts val="0"/>
              </a:spcBef>
              <a:spcAft>
                <a:spcPts val="0"/>
              </a:spcAft>
              <a:buSzPts val="1100"/>
              <a:buNone/>
              <a:defRPr sz="969"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969"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969"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969"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969"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969"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969"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969"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Table" type="tbl">
  <p:cSld name="Title and Table">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457200" y="205601"/>
            <a:ext cx="8229600" cy="85725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marL="0" marR="0" lvl="1" indent="0" algn="l" rtl="0">
              <a:spcBef>
                <a:spcPts val="0"/>
              </a:spcBef>
              <a:spcAft>
                <a:spcPts val="0"/>
              </a:spcAft>
              <a:buSzPts val="2800"/>
              <a:buNone/>
              <a:defRPr/>
            </a:lvl2pPr>
            <a:lvl3pPr marL="0" marR="0" lvl="2" indent="0" algn="l" rtl="0">
              <a:spcBef>
                <a:spcPts val="0"/>
              </a:spcBef>
              <a:spcAft>
                <a:spcPts val="0"/>
              </a:spcAft>
              <a:buSzPts val="2800"/>
              <a:buNone/>
              <a:defRPr/>
            </a:lvl3pPr>
            <a:lvl4pPr marL="0" marR="0" lvl="3" indent="0" algn="l" rtl="0">
              <a:spcBef>
                <a:spcPts val="0"/>
              </a:spcBef>
              <a:spcAft>
                <a:spcPts val="0"/>
              </a:spcAft>
              <a:buSzPts val="2800"/>
              <a:buNone/>
              <a:defRPr/>
            </a:lvl4pPr>
            <a:lvl5pPr marL="0" marR="0" lvl="4" indent="0" algn="l" rtl="0">
              <a:spcBef>
                <a:spcPts val="0"/>
              </a:spcBef>
              <a:spcAft>
                <a:spcPts val="0"/>
              </a:spcAft>
              <a:buSzPts val="2800"/>
              <a:buNone/>
              <a:defRPr/>
            </a:lvl5pPr>
            <a:lvl6pPr marL="0" marR="0" lvl="5" indent="0" algn="l" rtl="0">
              <a:spcBef>
                <a:spcPts val="0"/>
              </a:spcBef>
              <a:spcAft>
                <a:spcPts val="0"/>
              </a:spcAft>
              <a:buSzPts val="2800"/>
              <a:buNone/>
              <a:defRPr/>
            </a:lvl6pPr>
            <a:lvl7pPr marL="0" marR="0" lvl="6" indent="0" algn="l" rtl="0">
              <a:spcBef>
                <a:spcPts val="0"/>
              </a:spcBef>
              <a:spcAft>
                <a:spcPts val="0"/>
              </a:spcAft>
              <a:buSzPts val="2800"/>
              <a:buNone/>
              <a:defRPr/>
            </a:lvl7pPr>
            <a:lvl8pPr marL="0" marR="0" lvl="7" indent="0" algn="l" rtl="0">
              <a:spcBef>
                <a:spcPts val="0"/>
              </a:spcBef>
              <a:spcAft>
                <a:spcPts val="0"/>
              </a:spcAft>
              <a:buSzPts val="2800"/>
              <a:buNone/>
              <a:defRPr/>
            </a:lvl8pPr>
            <a:lvl9pPr marL="0" marR="0" lvl="8" indent="0" algn="l" rtl="0">
              <a:spcBef>
                <a:spcPts val="0"/>
              </a:spcBef>
              <a:spcAft>
                <a:spcPts val="0"/>
              </a:spcAft>
              <a:buSzPts val="2800"/>
              <a:buNone/>
              <a:defRPr/>
            </a:lvl9pPr>
          </a:lstStyle>
          <a:p>
            <a:endParaRPr/>
          </a:p>
        </p:txBody>
      </p:sp>
      <p:sp>
        <p:nvSpPr>
          <p:cNvPr id="94" name="Google Shape;94;p19"/>
          <p:cNvSpPr txBox="1">
            <a:spLocks noGrp="1"/>
          </p:cNvSpPr>
          <p:nvPr>
            <p:ph type="dt" idx="10"/>
          </p:nvPr>
        </p:nvSpPr>
        <p:spPr>
          <a:xfrm>
            <a:off x="4572000" y="4897647"/>
            <a:ext cx="1021200" cy="137250"/>
          </a:xfrm>
          <a:prstGeom prst="rect">
            <a:avLst/>
          </a:prstGeom>
          <a:noFill/>
          <a:ln>
            <a:noFill/>
          </a:ln>
        </p:spPr>
        <p:txBody>
          <a:bodyPr spcFirstLastPara="1" wrap="square" lIns="56625" tIns="56625" rIns="56625" bIns="56625" anchor="b" anchorCtr="0">
            <a:noAutofit/>
          </a:bodyPr>
          <a:lstStyle>
            <a:lvl1pPr marL="0" marR="0" lvl="0" indent="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L="316531" marR="0" lvl="1"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2pPr>
            <a:lvl3pPr marL="633062" marR="0" lvl="2"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3pPr>
            <a:lvl4pPr marL="949593" marR="0" lvl="3"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4pPr>
            <a:lvl5pPr marL="1274917" marR="0" lvl="4"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5pPr>
            <a:lvl6pPr marL="1591448" marR="0" lvl="5"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6pPr>
            <a:lvl7pPr marL="1907978" marR="0" lvl="6"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7pPr>
            <a:lvl8pPr marL="2224510" marR="0" lvl="7"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8pPr>
            <a:lvl9pPr marL="2541041" marR="0" lvl="8"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9pPr>
          </a:lstStyle>
          <a:p>
            <a:endParaRPr/>
          </a:p>
        </p:txBody>
      </p:sp>
      <p:sp>
        <p:nvSpPr>
          <p:cNvPr id="95" name="Google Shape;95;p19"/>
          <p:cNvSpPr txBox="1">
            <a:spLocks noGrp="1"/>
          </p:cNvSpPr>
          <p:nvPr>
            <p:ph type="ftr" idx="11"/>
          </p:nvPr>
        </p:nvSpPr>
        <p:spPr>
          <a:xfrm>
            <a:off x="5715000" y="4897647"/>
            <a:ext cx="2743200" cy="137250"/>
          </a:xfrm>
          <a:prstGeom prst="rect">
            <a:avLst/>
          </a:prstGeom>
          <a:noFill/>
          <a:ln>
            <a:noFill/>
          </a:ln>
        </p:spPr>
        <p:txBody>
          <a:bodyPr spcFirstLastPara="1" wrap="square" lIns="56625" tIns="56625" rIns="56625" bIns="56625" anchor="b" anchorCtr="0">
            <a:noAutofit/>
          </a:bodyPr>
          <a:lstStyle>
            <a:lvl1pPr marL="0" marR="0" lvl="0" indent="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L="316531" marR="0" lvl="1"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2pPr>
            <a:lvl3pPr marL="633062" marR="0" lvl="2"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3pPr>
            <a:lvl4pPr marL="949593" marR="0" lvl="3"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4pPr>
            <a:lvl5pPr marL="1274917" marR="0" lvl="4"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5pPr>
            <a:lvl6pPr marL="1591448" marR="0" lvl="5"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6pPr>
            <a:lvl7pPr marL="1907978" marR="0" lvl="6"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7pPr>
            <a:lvl8pPr marL="2224510" marR="0" lvl="7"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8pPr>
            <a:lvl9pPr marL="2541041" marR="0" lvl="8"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9pPr>
          </a:lstStyle>
          <a:p>
            <a:endParaRPr/>
          </a:p>
        </p:txBody>
      </p:sp>
      <p:sp>
        <p:nvSpPr>
          <p:cNvPr id="96" name="Google Shape;96;p19"/>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Title and Content_Purpl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71" y="5"/>
            <a:ext cx="411566"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567">
              <a:latin typeface="Arial" panose="020B0604020202020204" pitchFamily="34" charset="0"/>
            </a:endParaRPr>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hasCustomPrompt="1"/>
          </p:nvPr>
        </p:nvSpPr>
        <p:spPr>
          <a:xfrm>
            <a:off x="621787" y="298873"/>
            <a:ext cx="7568762" cy="425472"/>
          </a:xfrm>
          <a:prstGeom prst="rect">
            <a:avLst/>
          </a:prstGeom>
        </p:spPr>
        <p:txBody>
          <a:bodyPr vert="horz" wrap="square" lIns="0" tIns="0" rIns="0" bIns="0" rtlCol="0" anchor="ctr" anchorCtr="0">
            <a:noAutofit/>
          </a:bodyPr>
          <a:lstStyle>
            <a:lvl1pPr marL="8117">
              <a:lnSpc>
                <a:spcPct val="100000"/>
              </a:lnSpc>
              <a:spcBef>
                <a:spcPts val="61"/>
              </a:spcBef>
              <a:defRPr sz="1869">
                <a:solidFill>
                  <a:schemeClr val="bg2"/>
                </a:solidFill>
                <a:latin typeface="Arial Black" panose="020B0A04020102020204" pitchFamily="34" charset="0"/>
              </a:defRPr>
            </a:lvl1pPr>
          </a:lstStyle>
          <a:p>
            <a:pPr marL="8792">
              <a:lnSpc>
                <a:spcPct val="100000"/>
              </a:lnSpc>
              <a:spcBef>
                <a:spcPts val="66"/>
              </a:spcBef>
            </a:pPr>
            <a:r>
              <a:rPr lang="en-US" spc="-80"/>
              <a:t>Click to edit master title style</a:t>
            </a:r>
          </a:p>
        </p:txBody>
      </p:sp>
      <p:sp>
        <p:nvSpPr>
          <p:cNvPr id="13" name="Text Placeholder 2">
            <a:extLst>
              <a:ext uri="{FF2B5EF4-FFF2-40B4-BE49-F238E27FC236}">
                <a16:creationId xmlns:a16="http://schemas.microsoft.com/office/drawing/2014/main" id="{B104B7C5-27FD-4FD4-98F8-E284D3845901}"/>
              </a:ext>
            </a:extLst>
          </p:cNvPr>
          <p:cNvSpPr>
            <a:spLocks noGrp="1"/>
          </p:cNvSpPr>
          <p:nvPr>
            <p:ph type="body" sz="quarter" idx="27" hasCustomPrompt="1"/>
          </p:nvPr>
        </p:nvSpPr>
        <p:spPr>
          <a:xfrm>
            <a:off x="618152" y="979717"/>
            <a:ext cx="7568762" cy="3670871"/>
          </a:xfrm>
          <a:prstGeom prst="rect">
            <a:avLst/>
          </a:prstGeom>
        </p:spPr>
        <p:txBody>
          <a:bodyPr vert="horz" tIns="0">
            <a:normAutofit/>
          </a:bodyPr>
          <a:lstStyle>
            <a:lvl1pPr marL="107982" indent="-107982">
              <a:lnSpc>
                <a:spcPct val="130000"/>
              </a:lnSpc>
              <a:spcBef>
                <a:spcPts val="1043"/>
              </a:spcBef>
              <a:buClr>
                <a:schemeClr val="accent5"/>
              </a:buClr>
              <a:buSzPct val="135000"/>
              <a:buFont typeface="Arial" panose="020B0604020202020204" pitchFamily="34" charset="0"/>
              <a:buChar char="•"/>
              <a:defRPr sz="1039">
                <a:latin typeface="Arial" panose="020B0604020202020204" pitchFamily="34" charset="0"/>
              </a:defRPr>
            </a:lvl1pPr>
            <a:lvl2pPr marL="233962" indent="-89985">
              <a:lnSpc>
                <a:spcPct val="130000"/>
              </a:lnSpc>
              <a:buClr>
                <a:schemeClr val="accent5"/>
              </a:buClr>
              <a:buSzPct val="135000"/>
              <a:buFont typeface="Arial" panose="020B0604020202020204" pitchFamily="34" charset="0"/>
              <a:buChar char="•"/>
              <a:defRPr sz="1039">
                <a:latin typeface="Arial" panose="020B0604020202020204" pitchFamily="34" charset="0"/>
              </a:defRPr>
            </a:lvl2pPr>
            <a:lvl3pPr marL="377938" indent="-89985">
              <a:lnSpc>
                <a:spcPct val="130000"/>
              </a:lnSpc>
              <a:buClr>
                <a:schemeClr val="accent5"/>
              </a:buClr>
              <a:buSzPct val="135000"/>
              <a:buFont typeface="Arial" panose="020B0604020202020204" pitchFamily="34" charset="0"/>
              <a:buChar char="•"/>
              <a:defRPr sz="1039">
                <a:latin typeface="Arial" panose="020B0604020202020204" pitchFamily="34" charset="0"/>
              </a:defRPr>
            </a:lvl3pPr>
            <a:lvl4pPr marL="521914" indent="-89985">
              <a:lnSpc>
                <a:spcPct val="130000"/>
              </a:lnSpc>
              <a:buClr>
                <a:schemeClr val="accent5"/>
              </a:buClr>
              <a:buSzPct val="135000"/>
              <a:buFont typeface="Arial" panose="020B0604020202020204" pitchFamily="34" charset="0"/>
              <a:buChar char="•"/>
              <a:defRPr sz="1039">
                <a:latin typeface="Arial" panose="020B0604020202020204" pitchFamily="34" charset="0"/>
              </a:defRPr>
            </a:lvl4pPr>
            <a:lvl5pPr marL="665891" indent="-89985">
              <a:lnSpc>
                <a:spcPct val="130000"/>
              </a:lnSpc>
              <a:buClr>
                <a:schemeClr val="accent5"/>
              </a:buClr>
              <a:buSzPct val="135000"/>
              <a:buFont typeface="Arial" panose="020B0604020202020204" pitchFamily="34" charset="0"/>
              <a:buChar char="•"/>
              <a:defRPr sz="1039">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0B6FD5E6-2A02-4784-A287-A76EFB1F6B3C}"/>
              </a:ext>
            </a:extLst>
          </p:cNvPr>
          <p:cNvSpPr txBox="1">
            <a:spLocks/>
          </p:cNvSpPr>
          <p:nvPr/>
        </p:nvSpPr>
        <p:spPr>
          <a:xfrm>
            <a:off x="6044343" y="4789722"/>
            <a:ext cx="2928403"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1" b="1">
                <a:latin typeface="Arial" panose="020B0604020202020204" pitchFamily="34" charset="0"/>
                <a:cs typeface="Arial" panose="020B0604020202020204" pitchFamily="34" charset="0"/>
              </a:rPr>
              <a:t> Confidential	GlobalFoundries</a:t>
            </a:r>
            <a:r>
              <a:rPr lang="en-US" sz="441">
                <a:latin typeface="Arial" panose="020B0604020202020204" pitchFamily="34" charset="0"/>
                <a:cs typeface="Arial" panose="020B0604020202020204" pitchFamily="34" charset="0"/>
              </a:rPr>
              <a:t> © 2021 All Rights Reserved       </a:t>
            </a:r>
            <a:fld id="{B6F15528-21DE-4FAA-801E-634DDDAF4B2B}" type="slidenum">
              <a:rPr lang="en-US" sz="441" b="1" smtClean="0">
                <a:latin typeface="Arial" panose="020B0604020202020204" pitchFamily="34" charset="0"/>
                <a:cs typeface="Arial" panose="020B0604020202020204" pitchFamily="34" charset="0"/>
              </a:rPr>
              <a:pPr algn="r"/>
              <a:t>‹#›</a:t>
            </a:fld>
            <a:endParaRPr lang="en-US" sz="441"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996043"/>
      </p:ext>
    </p:extLst>
  </p:cSld>
  <p:clrMapOvr>
    <a:masterClrMapping/>
  </p:clrMapOvr>
  <p:hf sldNum="0"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Title Only_Purpl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ACE1F68-2CD3-274B-9650-072C45D0B081}"/>
              </a:ext>
            </a:extLst>
          </p:cNvPr>
          <p:cNvSpPr/>
          <p:nvPr/>
        </p:nvSpPr>
        <p:spPr>
          <a:xfrm>
            <a:off x="8732670"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441"/>
          </a:p>
        </p:txBody>
      </p:sp>
      <p:sp>
        <p:nvSpPr>
          <p:cNvPr id="4" name="object 3">
            <a:extLst>
              <a:ext uri="{FF2B5EF4-FFF2-40B4-BE49-F238E27FC236}">
                <a16:creationId xmlns:a16="http://schemas.microsoft.com/office/drawing/2014/main" id="{E6A6D754-8CF2-A44F-BF16-9FC371CE5FA5}"/>
              </a:ext>
            </a:extLst>
          </p:cNvPr>
          <p:cNvSpPr txBox="1">
            <a:spLocks noGrp="1"/>
          </p:cNvSpPr>
          <p:nvPr>
            <p:ph type="title"/>
          </p:nvPr>
        </p:nvSpPr>
        <p:spPr>
          <a:xfrm>
            <a:off x="621802" y="298878"/>
            <a:ext cx="7416025" cy="541943"/>
          </a:xfrm>
          <a:prstGeom prst="rect">
            <a:avLst/>
          </a:prstGeom>
        </p:spPr>
        <p:txBody>
          <a:bodyPr vert="horz" wrap="square" lIns="0" tIns="12065" rIns="0" bIns="0" rtlCol="0">
            <a:spAutoFit/>
          </a:bodyPr>
          <a:lstStyle>
            <a:lvl1pPr marL="8792">
              <a:lnSpc>
                <a:spcPct val="100000"/>
              </a:lnSpc>
              <a:spcBef>
                <a:spcPts val="66"/>
              </a:spcBef>
              <a:defRPr sz="2519"/>
            </a:lvl1pPr>
          </a:lstStyle>
          <a:p>
            <a:pPr marL="8792">
              <a:lnSpc>
                <a:spcPct val="100000"/>
              </a:lnSpc>
              <a:spcBef>
                <a:spcPts val="66"/>
              </a:spcBef>
            </a:pPr>
            <a:r>
              <a:rPr lang="en-US" spc="-80"/>
              <a:t>Click to edit Master title style</a:t>
            </a:r>
            <a:endParaRPr spc="-80"/>
          </a:p>
        </p:txBody>
      </p:sp>
      <p:sp>
        <p:nvSpPr>
          <p:cNvPr id="8" name="Footer Placeholder 3">
            <a:extLst>
              <a:ext uri="{FF2B5EF4-FFF2-40B4-BE49-F238E27FC236}">
                <a16:creationId xmlns:a16="http://schemas.microsoft.com/office/drawing/2014/main" id="{AB59A1A1-82AA-40EC-B699-44C2FFD7C141}"/>
              </a:ext>
            </a:extLst>
          </p:cNvPr>
          <p:cNvSpPr txBox="1">
            <a:spLocks/>
          </p:cNvSpPr>
          <p:nvPr/>
        </p:nvSpPr>
        <p:spPr>
          <a:xfrm>
            <a:off x="6735757"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1" b="1">
                <a:latin typeface="Arial" panose="020B0604020202020204" pitchFamily="34" charset="0"/>
                <a:cs typeface="Arial" panose="020B0604020202020204" pitchFamily="34" charset="0"/>
              </a:rPr>
              <a:t>GlobalFoundries</a:t>
            </a:r>
            <a:r>
              <a:rPr lang="en-US" sz="441">
                <a:latin typeface="Arial" panose="020B0604020202020204" pitchFamily="34" charset="0"/>
                <a:cs typeface="Arial" panose="020B0604020202020204" pitchFamily="34" charset="0"/>
              </a:rPr>
              <a:t> © 2021 All Rights Reserved       </a:t>
            </a:r>
            <a:fld id="{B6F15528-21DE-4FAA-801E-634DDDAF4B2B}" type="slidenum">
              <a:rPr lang="en-US" sz="441" b="1" smtClean="0">
                <a:latin typeface="Arial" panose="020B0604020202020204" pitchFamily="34" charset="0"/>
                <a:cs typeface="Arial" panose="020B0604020202020204" pitchFamily="34" charset="0"/>
              </a:rPr>
              <a:pPr algn="r"/>
              <a:t>‹#›</a:t>
            </a:fld>
            <a:endParaRPr lang="en-US" sz="441" b="1">
              <a:latin typeface="Arial" panose="020B0604020202020204" pitchFamily="34" charset="0"/>
              <a:cs typeface="Arial" panose="020B0604020202020204" pitchFamily="34" charset="0"/>
            </a:endParaRPr>
          </a:p>
        </p:txBody>
      </p:sp>
      <p:sp>
        <p:nvSpPr>
          <p:cNvPr id="9" name="Footer Placeholder 3">
            <a:extLst>
              <a:ext uri="{FF2B5EF4-FFF2-40B4-BE49-F238E27FC236}">
                <a16:creationId xmlns:a16="http://schemas.microsoft.com/office/drawing/2014/main" id="{3BB0B4EE-FC6B-4BDD-8F9E-1764D5C62CC5}"/>
              </a:ext>
            </a:extLst>
          </p:cNvPr>
          <p:cNvSpPr txBox="1">
            <a:spLocks/>
          </p:cNvSpPr>
          <p:nvPr userDrawn="1"/>
        </p:nvSpPr>
        <p:spPr>
          <a:xfrm>
            <a:off x="3810930" y="4789722"/>
            <a:ext cx="761073"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1" b="1">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2268093993"/>
      </p:ext>
    </p:extLst>
  </p:cSld>
  <p:clrMapOvr>
    <a:masterClrMapping/>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Title, Subtitle and Content_Purpl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70"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969"/>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p:nvPr>
        </p:nvSpPr>
        <p:spPr>
          <a:xfrm>
            <a:off x="621787" y="298875"/>
            <a:ext cx="7877126" cy="615523"/>
          </a:xfrm>
          <a:prstGeom prst="rect">
            <a:avLst/>
          </a:prstGeom>
        </p:spPr>
        <p:txBody>
          <a:bodyPr wrap="square">
            <a:spAutoFit/>
          </a:bodyPr>
          <a:lstStyle>
            <a:lvl1pPr>
              <a:defRPr spc="-80" dirty="0">
                <a:solidFill>
                  <a:schemeClr val="bg2"/>
                </a:solidFill>
                <a:latin typeface="Arial Black" panose="020B0604020202020204" pitchFamily="34" charset="0"/>
                <a:ea typeface="+mn-ea"/>
                <a:cs typeface="+mn-cs"/>
              </a:defRPr>
            </a:lvl1pPr>
          </a:lstStyle>
          <a:p>
            <a:pPr marL="0" lvl="0">
              <a:lnSpc>
                <a:spcPct val="100000"/>
              </a:lnSpc>
            </a:pPr>
            <a:r>
              <a:rPr lang="en-US" spc="-80"/>
              <a:t>Click to edit Master title style</a:t>
            </a:r>
            <a:endParaRPr spc="-80"/>
          </a:p>
        </p:txBody>
      </p:sp>
      <p:sp>
        <p:nvSpPr>
          <p:cNvPr id="27" name="Text Placeholder 41">
            <a:extLst>
              <a:ext uri="{FF2B5EF4-FFF2-40B4-BE49-F238E27FC236}">
                <a16:creationId xmlns:a16="http://schemas.microsoft.com/office/drawing/2014/main" id="{0592D01E-E797-E747-8717-B0F1523C47CD}"/>
              </a:ext>
            </a:extLst>
          </p:cNvPr>
          <p:cNvSpPr>
            <a:spLocks noGrp="1"/>
          </p:cNvSpPr>
          <p:nvPr>
            <p:ph type="body" sz="quarter" idx="21" hasCustomPrompt="1"/>
          </p:nvPr>
        </p:nvSpPr>
        <p:spPr>
          <a:xfrm>
            <a:off x="621787" y="1204581"/>
            <a:ext cx="7877126" cy="503917"/>
          </a:xfrm>
          <a:prstGeom prst="rect">
            <a:avLst/>
          </a:prstGeom>
        </p:spPr>
        <p:txBody>
          <a:bodyPr anchor="b" anchorCtr="0">
            <a:normAutofit/>
          </a:bodyPr>
          <a:lstStyle>
            <a:lvl1pPr>
              <a:lnSpc>
                <a:spcPct val="100000"/>
              </a:lnSpc>
              <a:defRPr lang="en-US" sz="1108" b="0" i="0" baseline="0" dirty="0">
                <a:solidFill>
                  <a:schemeClr val="tx1"/>
                </a:solidFill>
                <a:latin typeface="Arial" panose="020B0604020202020204" pitchFamily="34" charset="0"/>
                <a:ea typeface="+mn-ea"/>
                <a:cs typeface="+mn-cs"/>
              </a:defRPr>
            </a:lvl1pPr>
          </a:lstStyle>
          <a:p>
            <a:pPr lvl="0"/>
            <a:r>
              <a:rPr lang="en-US"/>
              <a:t>Click to add text 				</a:t>
            </a:r>
          </a:p>
        </p:txBody>
      </p:sp>
      <p:sp>
        <p:nvSpPr>
          <p:cNvPr id="10" name="Text Placeholder 2">
            <a:extLst>
              <a:ext uri="{FF2B5EF4-FFF2-40B4-BE49-F238E27FC236}">
                <a16:creationId xmlns:a16="http://schemas.microsoft.com/office/drawing/2014/main" id="{6121B8DA-E100-A748-B5E3-EF541FA1CBC1}"/>
              </a:ext>
            </a:extLst>
          </p:cNvPr>
          <p:cNvSpPr>
            <a:spLocks noGrp="1"/>
          </p:cNvSpPr>
          <p:nvPr>
            <p:ph type="body" sz="quarter" idx="27"/>
          </p:nvPr>
        </p:nvSpPr>
        <p:spPr>
          <a:xfrm>
            <a:off x="620961" y="1878634"/>
            <a:ext cx="7902080" cy="881460"/>
          </a:xfrm>
          <a:prstGeom prst="rect">
            <a:avLst/>
          </a:prstGeom>
        </p:spPr>
        <p:txBody>
          <a:bodyPr/>
          <a:lstStyle>
            <a:lvl1pPr marL="107969" indent="-107969">
              <a:lnSpc>
                <a:spcPct val="130000"/>
              </a:lnSpc>
              <a:spcBef>
                <a:spcPts val="1042"/>
              </a:spcBef>
              <a:buClr>
                <a:schemeClr val="accent5"/>
              </a:buClr>
              <a:buSzPct val="135000"/>
              <a:buFont typeface="Arial" panose="020B0604020202020204" pitchFamily="34" charset="0"/>
              <a:buChar char="•"/>
              <a:defRPr sz="623">
                <a:latin typeface="Arial" panose="020B0604020202020204" pitchFamily="34" charset="0"/>
              </a:defRPr>
            </a:lvl1pPr>
            <a:lvl2pPr marL="233933" indent="-89974">
              <a:lnSpc>
                <a:spcPct val="130000"/>
              </a:lnSpc>
              <a:buClr>
                <a:schemeClr val="accent5"/>
              </a:buClr>
              <a:buSzPct val="135000"/>
              <a:buFont typeface="Arial" panose="020B0604020202020204" pitchFamily="34" charset="0"/>
              <a:buChar char="•"/>
              <a:defRPr sz="623">
                <a:latin typeface="Arial" panose="020B0604020202020204" pitchFamily="34" charset="0"/>
              </a:defRPr>
            </a:lvl2pPr>
            <a:lvl3pPr marL="377891" indent="-89974">
              <a:lnSpc>
                <a:spcPct val="130000"/>
              </a:lnSpc>
              <a:buClr>
                <a:schemeClr val="accent5"/>
              </a:buClr>
              <a:buSzPct val="135000"/>
              <a:buFont typeface="Arial" panose="020B0604020202020204" pitchFamily="34" charset="0"/>
              <a:buChar char="•"/>
              <a:defRPr sz="623">
                <a:latin typeface="Arial" panose="020B0604020202020204" pitchFamily="34" charset="0"/>
              </a:defRPr>
            </a:lvl3pPr>
            <a:lvl4pPr marL="521849" indent="-89974">
              <a:lnSpc>
                <a:spcPct val="130000"/>
              </a:lnSpc>
              <a:buClr>
                <a:schemeClr val="accent5"/>
              </a:buClr>
              <a:buSzPct val="135000"/>
              <a:buFont typeface="Arial" panose="020B0604020202020204" pitchFamily="34" charset="0"/>
              <a:buChar char="•"/>
              <a:defRPr sz="623">
                <a:latin typeface="Arial" panose="020B0604020202020204" pitchFamily="34" charset="0"/>
              </a:defRPr>
            </a:lvl4pPr>
            <a:lvl5pPr marL="665807" indent="-89974">
              <a:lnSpc>
                <a:spcPct val="130000"/>
              </a:lnSpc>
              <a:buClr>
                <a:schemeClr val="accent5"/>
              </a:buClr>
              <a:buSzPct val="135000"/>
              <a:buFont typeface="Arial" panose="020B0604020202020204" pitchFamily="34" charset="0"/>
              <a:buChar char="•"/>
              <a:defRPr sz="623">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FE26A2DB-F7D8-8C4E-9D30-E14CC752E9F0}"/>
              </a:ext>
            </a:extLst>
          </p:cNvPr>
          <p:cNvSpPr>
            <a:spLocks noGrp="1"/>
          </p:cNvSpPr>
          <p:nvPr>
            <p:ph type="body" sz="quarter" idx="25" hasCustomPrompt="1"/>
          </p:nvPr>
        </p:nvSpPr>
        <p:spPr>
          <a:xfrm>
            <a:off x="1357098" y="4809486"/>
            <a:ext cx="2451349" cy="92333"/>
          </a:xfrm>
          <a:prstGeom prst="rect">
            <a:avLst/>
          </a:prstGeom>
        </p:spPr>
        <p:txBody>
          <a:bodyPr/>
          <a:lstStyle>
            <a:lvl1pPr>
              <a:lnSpc>
                <a:spcPct val="100000"/>
              </a:lnSpc>
              <a:defRPr sz="416" b="0" baseline="0">
                <a:latin typeface="Arial" panose="020B0604020202020204" pitchFamily="34" charset="0"/>
              </a:defRPr>
            </a:lvl1pPr>
          </a:lstStyle>
          <a:p>
            <a:pPr lvl="0"/>
            <a:r>
              <a:rPr lang="en-US"/>
              <a:t>Click to add sources</a:t>
            </a:r>
          </a:p>
        </p:txBody>
      </p:sp>
      <p:sp>
        <p:nvSpPr>
          <p:cNvPr id="15" name="Text Placeholder 9">
            <a:extLst>
              <a:ext uri="{FF2B5EF4-FFF2-40B4-BE49-F238E27FC236}">
                <a16:creationId xmlns:a16="http://schemas.microsoft.com/office/drawing/2014/main" id="{DD308B40-2970-9848-84D6-7CEEA738FDB1}"/>
              </a:ext>
            </a:extLst>
          </p:cNvPr>
          <p:cNvSpPr>
            <a:spLocks noGrp="1"/>
          </p:cNvSpPr>
          <p:nvPr>
            <p:ph type="body" sz="quarter" idx="26" hasCustomPrompt="1"/>
          </p:nvPr>
        </p:nvSpPr>
        <p:spPr>
          <a:xfrm>
            <a:off x="849407" y="4809486"/>
            <a:ext cx="444918" cy="92333"/>
          </a:xfrm>
          <a:prstGeom prst="rect">
            <a:avLst/>
          </a:prstGeom>
        </p:spPr>
        <p:txBody>
          <a:bodyPr/>
          <a:lstStyle>
            <a:lvl1pPr>
              <a:lnSpc>
                <a:spcPct val="100000"/>
              </a:lnSpc>
              <a:defRPr sz="416" b="1" i="0" baseline="0">
                <a:latin typeface="Arial" panose="020B0604020202020204" pitchFamily="34" charset="0"/>
              </a:defRPr>
            </a:lvl1pPr>
          </a:lstStyle>
          <a:p>
            <a:pPr lvl="0"/>
            <a:r>
              <a:rPr lang="en-US"/>
              <a:t>Source:</a:t>
            </a:r>
          </a:p>
        </p:txBody>
      </p:sp>
      <p:sp>
        <p:nvSpPr>
          <p:cNvPr id="11" name="Footer Placeholder 3">
            <a:extLst>
              <a:ext uri="{FF2B5EF4-FFF2-40B4-BE49-F238E27FC236}">
                <a16:creationId xmlns:a16="http://schemas.microsoft.com/office/drawing/2014/main" id="{85FB4047-8A9D-4F09-8CB5-BDCFC13FC004}"/>
              </a:ext>
            </a:extLst>
          </p:cNvPr>
          <p:cNvSpPr txBox="1">
            <a:spLocks/>
          </p:cNvSpPr>
          <p:nvPr/>
        </p:nvSpPr>
        <p:spPr>
          <a:xfrm>
            <a:off x="6735757"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16" b="1">
                <a:latin typeface="Arial" panose="020B0604020202020204" pitchFamily="34" charset="0"/>
                <a:cs typeface="Arial" panose="020B0604020202020204" pitchFamily="34" charset="0"/>
              </a:rPr>
              <a:t>GlobalFoundries</a:t>
            </a:r>
            <a:r>
              <a:rPr lang="en-US" sz="416">
                <a:latin typeface="Arial" panose="020B0604020202020204" pitchFamily="34" charset="0"/>
                <a:cs typeface="Arial" panose="020B0604020202020204" pitchFamily="34" charset="0"/>
              </a:rPr>
              <a:t> © 2021 All Rights Reserved       </a:t>
            </a:r>
            <a:fld id="{B6F15528-21DE-4FAA-801E-634DDDAF4B2B}" type="slidenum">
              <a:rPr lang="en-US" sz="416" b="1" smtClean="0">
                <a:latin typeface="Arial" panose="020B0604020202020204" pitchFamily="34" charset="0"/>
                <a:cs typeface="Arial" panose="020B0604020202020204" pitchFamily="34" charset="0"/>
              </a:rPr>
              <a:pPr algn="r"/>
              <a:t>‹#›</a:t>
            </a:fld>
            <a:endParaRPr lang="en-US" sz="416"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28422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Relationship Id="rId15" Type="http://schemas.openxmlformats.org/officeDocument/2006/relationships/slideLayout" Target="../slideLayouts/slideLayout37.xml"/><Relationship Id="rId16" Type="http://schemas.openxmlformats.org/officeDocument/2006/relationships/slideLayout" Target="../slideLayouts/slideLayout38.xml"/><Relationship Id="rId17" Type="http://schemas.openxmlformats.org/officeDocument/2006/relationships/slideLayout" Target="../slideLayouts/slideLayout39.xml"/><Relationship Id="rId18" Type="http://schemas.openxmlformats.org/officeDocument/2006/relationships/slideLayout" Target="../slideLayouts/slideLayout40.xml"/><Relationship Id="rId19" Type="http://schemas.openxmlformats.org/officeDocument/2006/relationships/slideLayout" Target="../slideLayouts/slideLayout41.xml"/><Relationship Id="rId20" Type="http://schemas.openxmlformats.org/officeDocument/2006/relationships/slideLayout" Target="../slideLayouts/slideLayout42.xml"/><Relationship Id="rId21" Type="http://schemas.openxmlformats.org/officeDocument/2006/relationships/slideLayout" Target="../slideLayouts/slideLayout43.xml"/><Relationship Id="rId22" Type="http://schemas.openxmlformats.org/officeDocument/2006/relationships/slideLayout" Target="../slideLayouts/slideLayout44.xml"/><Relationship Id="rId23" Type="http://schemas.openxmlformats.org/officeDocument/2006/relationships/slideLayout" Target="../slideLayouts/slideLayout45.xml"/><Relationship Id="rId24" Type="http://schemas.openxmlformats.org/officeDocument/2006/relationships/slideLayout" Target="../slideLayouts/slideLayout46.xml"/><Relationship Id="rId2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theme" Target="../theme/theme3.xml"/><Relationship Id="rId12"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theme" Target="../theme/theme4.xml"/><Relationship Id="rId21" Type="http://schemas.openxmlformats.org/officeDocument/2006/relationships/tags" Target="../tags/tag1.xml"/><Relationship Id="rId22" Type="http://schemas.openxmlformats.org/officeDocument/2006/relationships/oleObject" Target="../embeddings/oleObject1.bin"/><Relationship Id="rId23" Type="http://schemas.openxmlformats.org/officeDocument/2006/relationships/image" Target="../media/image1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rotWithShape="1">
          <a:blip r:embed="rId24" cstate="print">
            <a:extLst>
              <a:ext uri="{28A0092B-C50C-407E-A947-70E740481C1C}">
                <a14:useLocalDpi xmlns:a14="http://schemas.microsoft.com/office/drawing/2010/main" val="0"/>
              </a:ext>
            </a:extLst>
          </a:blip>
          <a:stretch/>
        </p:blipFill>
        <p:spPr>
          <a:xfrm>
            <a:off x="0" y="4380620"/>
            <a:ext cx="1299371" cy="762883"/>
          </a:xfrm>
          <a:prstGeom prst="rect">
            <a:avLst/>
          </a:prstGeom>
        </p:spPr>
      </p:pic>
      <p:sp>
        <p:nvSpPr>
          <p:cNvPr id="7" name="Rectangle 6"/>
          <p:cNvSpPr/>
          <p:nvPr/>
        </p:nvSpPr>
        <p:spPr>
          <a:xfrm>
            <a:off x="900684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0" y="800100"/>
            <a:ext cx="137160" cy="4343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p:cNvSpPr/>
          <p:nvPr/>
        </p:nvSpPr>
        <p:spPr>
          <a:xfrm>
            <a:off x="0" y="0"/>
            <a:ext cx="137160" cy="800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Placeholder 1"/>
          <p:cNvSpPr>
            <a:spLocks noGrp="1"/>
          </p:cNvSpPr>
          <p:nvPr>
            <p:ph type="title"/>
          </p:nvPr>
        </p:nvSpPr>
        <p:spPr>
          <a:xfrm>
            <a:off x="685800" y="171450"/>
            <a:ext cx="7772400" cy="628650"/>
          </a:xfrm>
          <a:prstGeom prst="rect">
            <a:avLst/>
          </a:prstGeom>
        </p:spPr>
        <p:txBody>
          <a:bodyPr vert="horz" lIns="0" tIns="0" rIns="0" bIns="0" rtlCol="0" anchor="b">
            <a:noAutofit/>
          </a:bodyPr>
          <a:lstStyle/>
          <a:p>
            <a:r>
              <a:rPr lang="en-US"/>
              <a:t>Click to edit Master title style</a:t>
            </a:r>
          </a:p>
        </p:txBody>
      </p:sp>
      <p:sp>
        <p:nvSpPr>
          <p:cNvPr id="3" name="Text Placeholder 2"/>
          <p:cNvSpPr>
            <a:spLocks noGrp="1"/>
          </p:cNvSpPr>
          <p:nvPr>
            <p:ph type="body" idx="1"/>
          </p:nvPr>
        </p:nvSpPr>
        <p:spPr bwMode="auto">
          <a:xfrm>
            <a:off x="685800" y="1085850"/>
            <a:ext cx="7772400" cy="35433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0" y="4897647"/>
            <a:ext cx="1021080" cy="137160"/>
          </a:xfrm>
          <a:prstGeom prst="rect">
            <a:avLst/>
          </a:prstGeom>
        </p:spPr>
        <p:txBody>
          <a:bodyPr vert="horz" lIns="0" tIns="0" rIns="0" bIns="0" rtlCol="0" anchor="b" anchorCtr="0"/>
          <a:lstStyle>
            <a:lvl1pPr algn="r">
              <a:defRPr sz="675">
                <a:solidFill>
                  <a:schemeClr val="tx2"/>
                </a:solidFill>
              </a:defRPr>
            </a:lvl1pPr>
          </a:lstStyle>
          <a:p>
            <a:endParaRPr lang="en-US"/>
          </a:p>
        </p:txBody>
      </p:sp>
      <p:sp>
        <p:nvSpPr>
          <p:cNvPr id="5" name="Footer Placeholder 4"/>
          <p:cNvSpPr>
            <a:spLocks noGrp="1"/>
          </p:cNvSpPr>
          <p:nvPr>
            <p:ph type="ftr" sz="quarter" idx="3"/>
          </p:nvPr>
        </p:nvSpPr>
        <p:spPr>
          <a:xfrm>
            <a:off x="5715000" y="4897647"/>
            <a:ext cx="2743200" cy="137160"/>
          </a:xfrm>
          <a:prstGeom prst="rect">
            <a:avLst/>
          </a:prstGeom>
        </p:spPr>
        <p:txBody>
          <a:bodyPr vert="horz" lIns="0" tIns="0" rIns="0" bIns="0" rtlCol="0" anchor="b" anchorCtr="0"/>
          <a:lstStyle>
            <a:lvl1pPr algn="r">
              <a:defRPr sz="675">
                <a:solidFill>
                  <a:schemeClr val="tx2"/>
                </a:solidFill>
              </a:defRPr>
            </a:lvl1pPr>
          </a:lstStyle>
          <a:p>
            <a:endParaRPr lang="en-US"/>
          </a:p>
        </p:txBody>
      </p:sp>
      <p:sp>
        <p:nvSpPr>
          <p:cNvPr id="6" name="Slide Number Placeholder 5"/>
          <p:cNvSpPr>
            <a:spLocks noGrp="1"/>
          </p:cNvSpPr>
          <p:nvPr>
            <p:ph type="sldNum" sz="quarter" idx="4"/>
          </p:nvPr>
        </p:nvSpPr>
        <p:spPr>
          <a:xfrm>
            <a:off x="8610600" y="4897647"/>
            <a:ext cx="304800" cy="137160"/>
          </a:xfrm>
          <a:prstGeom prst="rect">
            <a:avLst/>
          </a:prstGeom>
        </p:spPr>
        <p:txBody>
          <a:bodyPr vert="horz" lIns="0" tIns="0" rIns="0" bIns="0" rtlCol="0" anchor="b" anchorCtr="0"/>
          <a:lstStyle>
            <a:lvl1pPr algn="l">
              <a:defRPr sz="675">
                <a:solidFill>
                  <a:schemeClr val="tx2"/>
                </a:solidFill>
              </a:defRPr>
            </a:lvl1pPr>
          </a:lstStyle>
          <a:p>
            <a:fld id="{00000000-1234-1234-1234-123412341234}" type="slidenum">
              <a:rPr lang="en" smtClean="0"/>
              <a:pPr/>
              <a:t>‹#›</a:t>
            </a:fld>
            <a:endParaRPr lang="en"/>
          </a:p>
        </p:txBody>
      </p:sp>
    </p:spTree>
    <p:extLst>
      <p:ext uri="{BB962C8B-B14F-4D97-AF65-F5344CB8AC3E}">
        <p14:creationId xmlns:p14="http://schemas.microsoft.com/office/powerpoint/2010/main" val="402270926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Lst>
  <p:hf sldNum="0" hdr="0" ftr="0" dt="0"/>
  <p:txStyles>
    <p:titleStyle>
      <a:lvl1pPr algn="l" defTabSz="685800" rtl="0" eaLnBrk="1" latinLnBrk="0" hangingPunct="1">
        <a:lnSpc>
          <a:spcPct val="90000"/>
        </a:lnSpc>
        <a:spcBef>
          <a:spcPct val="0"/>
        </a:spcBef>
        <a:buNone/>
        <a:defRPr sz="2100" kern="1200">
          <a:solidFill>
            <a:schemeClr val="accent1"/>
          </a:solidFill>
          <a:latin typeface="+mj-lt"/>
          <a:ea typeface="+mj-ea"/>
          <a:cs typeface="+mj-cs"/>
        </a:defRPr>
      </a:lvl1pPr>
    </p:titleStyle>
    <p:bodyStyle>
      <a:lvl1pPr marL="171450" indent="-171450" algn="l" defTabSz="685800" rtl="0" eaLnBrk="1" latinLnBrk="0" hangingPunct="1">
        <a:lnSpc>
          <a:spcPct val="90000"/>
        </a:lnSpc>
        <a:spcBef>
          <a:spcPts val="900"/>
        </a:spcBef>
        <a:spcAft>
          <a:spcPts val="0"/>
        </a:spcAft>
        <a:buClr>
          <a:schemeClr val="tx2">
            <a:lumMod val="50000"/>
          </a:schemeClr>
        </a:buClr>
        <a:buSzPct val="90000"/>
        <a:buFont typeface="Arial" pitchFamily="34" charset="0"/>
        <a:buChar char="•"/>
        <a:defRPr sz="1500" kern="1200">
          <a:solidFill>
            <a:schemeClr val="tx1"/>
          </a:solidFill>
          <a:latin typeface="+mn-lt"/>
          <a:ea typeface="+mn-ea"/>
          <a:cs typeface="+mn-cs"/>
        </a:defRPr>
      </a:lvl1pPr>
      <a:lvl2pPr marL="377190" indent="-171450" algn="l" defTabSz="685800" rtl="0" eaLnBrk="1" latinLnBrk="0" hangingPunct="1">
        <a:lnSpc>
          <a:spcPct val="90000"/>
        </a:lnSpc>
        <a:spcBef>
          <a:spcPts val="600"/>
        </a:spcBef>
        <a:spcAft>
          <a:spcPts val="0"/>
        </a:spcAft>
        <a:buClr>
          <a:schemeClr val="tx2">
            <a:lumMod val="50000"/>
          </a:schemeClr>
        </a:buClr>
        <a:buSzPct val="90000"/>
        <a:buFont typeface="Arial" pitchFamily="34" charset="0"/>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200" kern="1200">
          <a:solidFill>
            <a:schemeClr val="tx1"/>
          </a:solidFill>
          <a:latin typeface="+mn-lt"/>
          <a:ea typeface="+mn-ea"/>
          <a:cs typeface="+mn-cs"/>
        </a:defRPr>
      </a:lvl3pPr>
      <a:lvl4pPr marL="72009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4pPr>
      <a:lvl5pPr marL="89154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5pPr>
      <a:lvl6pPr marL="106299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6pPr>
      <a:lvl7pPr marL="123444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7pPr>
      <a:lvl8pPr marL="140589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8pPr>
      <a:lvl9pPr marL="157734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47502" y="702756"/>
            <a:ext cx="1589369" cy="1269578"/>
          </a:xfrm>
          <a:prstGeom prst="rect">
            <a:avLst/>
          </a:prstGeom>
        </p:spPr>
        <p:txBody>
          <a:bodyPr wrap="square" lIns="0" tIns="0" rIns="0" bIns="0">
            <a:spAutoFit/>
          </a:bodyPr>
          <a:lstStyle>
            <a:lvl1pPr>
              <a:defRPr sz="8250" b="0" i="0">
                <a:solidFill>
                  <a:srgbClr val="43007A"/>
                </a:solidFill>
                <a:latin typeface="Arial Black"/>
                <a:cs typeface="Arial Black"/>
              </a:defRPr>
            </a:lvl1pPr>
          </a:lstStyle>
          <a:p>
            <a:endParaRPr/>
          </a:p>
        </p:txBody>
      </p:sp>
      <p:sp>
        <p:nvSpPr>
          <p:cNvPr id="3" name="Holder 3"/>
          <p:cNvSpPr>
            <a:spLocks noGrp="1"/>
          </p:cNvSpPr>
          <p:nvPr>
            <p:ph type="body" idx="1"/>
          </p:nvPr>
        </p:nvSpPr>
        <p:spPr>
          <a:xfrm>
            <a:off x="3550898" y="1770241"/>
            <a:ext cx="5131153" cy="163015"/>
          </a:xfrm>
          <a:prstGeom prst="rect">
            <a:avLst/>
          </a:prstGeom>
        </p:spPr>
        <p:txBody>
          <a:bodyPr wrap="square" lIns="0" tIns="0" rIns="0" bIns="0">
            <a:spAutoFit/>
          </a:bodyPr>
          <a:lstStyle>
            <a:lvl1pPr>
              <a:defRPr b="0" i="0">
                <a:solidFill>
                  <a:schemeClr val="tx1"/>
                </a:solidFill>
              </a:defRPr>
            </a:lvl1pPr>
          </a:lstStyle>
          <a:p>
            <a:endParaRPr/>
          </a:p>
        </p:txBody>
      </p:sp>
    </p:spTree>
    <p:extLst>
      <p:ext uri="{BB962C8B-B14F-4D97-AF65-F5344CB8AC3E}">
        <p14:creationId xmlns:p14="http://schemas.microsoft.com/office/powerpoint/2010/main" val="1507053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30" r:id="rId24"/>
  </p:sldLayoutIdLst>
  <p:hf sldNum="0" hdr="0" ftr="0" dt="0"/>
  <p:txStyles>
    <p:titleStyle>
      <a:lvl1pPr eaLnBrk="1" hangingPunct="1">
        <a:defRPr sz="3638" baseline="0">
          <a:latin typeface="+mj-lt"/>
          <a:ea typeface="+mj-ea"/>
          <a:cs typeface="+mj-cs"/>
        </a:defRPr>
      </a:lvl1pPr>
    </p:titleStyle>
    <p:bodyStyle>
      <a:lvl1pPr marL="0" eaLnBrk="1" hangingPunct="1">
        <a:lnSpc>
          <a:spcPct val="130000"/>
        </a:lnSpc>
        <a:defRPr sz="910" baseline="0">
          <a:latin typeface="Arial" panose="020B0604020202020204" pitchFamily="34" charset="0"/>
          <a:ea typeface="+mn-ea"/>
          <a:cs typeface="+mn-cs"/>
        </a:defRPr>
      </a:lvl1pPr>
      <a:lvl2pPr marL="207935" eaLnBrk="1" hangingPunct="1">
        <a:defRPr>
          <a:latin typeface="+mn-lt"/>
          <a:ea typeface="+mn-ea"/>
          <a:cs typeface="+mn-cs"/>
        </a:defRPr>
      </a:lvl2pPr>
      <a:lvl3pPr marL="415869" eaLnBrk="1" hangingPunct="1">
        <a:defRPr>
          <a:latin typeface="+mn-lt"/>
          <a:ea typeface="+mn-ea"/>
          <a:cs typeface="+mn-cs"/>
        </a:defRPr>
      </a:lvl3pPr>
      <a:lvl4pPr marL="623804" eaLnBrk="1" hangingPunct="1">
        <a:defRPr>
          <a:latin typeface="+mn-lt"/>
          <a:ea typeface="+mn-ea"/>
          <a:cs typeface="+mn-cs"/>
        </a:defRPr>
      </a:lvl4pPr>
      <a:lvl5pPr marL="831738" eaLnBrk="1" hangingPunct="1">
        <a:defRPr>
          <a:latin typeface="+mn-lt"/>
          <a:ea typeface="+mn-ea"/>
          <a:cs typeface="+mn-cs"/>
        </a:defRPr>
      </a:lvl5pPr>
      <a:lvl6pPr marL="1039673" eaLnBrk="1" hangingPunct="1">
        <a:defRPr>
          <a:latin typeface="+mn-lt"/>
          <a:ea typeface="+mn-ea"/>
          <a:cs typeface="+mn-cs"/>
        </a:defRPr>
      </a:lvl6pPr>
      <a:lvl7pPr marL="1247607" eaLnBrk="1" hangingPunct="1">
        <a:defRPr>
          <a:latin typeface="+mn-lt"/>
          <a:ea typeface="+mn-ea"/>
          <a:cs typeface="+mn-cs"/>
        </a:defRPr>
      </a:lvl7pPr>
      <a:lvl8pPr marL="1455542" eaLnBrk="1" hangingPunct="1">
        <a:defRPr>
          <a:latin typeface="+mn-lt"/>
          <a:ea typeface="+mn-ea"/>
          <a:cs typeface="+mn-cs"/>
        </a:defRPr>
      </a:lvl8pPr>
      <a:lvl9pPr marL="1663476" eaLnBrk="1" hangingPunct="1">
        <a:defRPr>
          <a:latin typeface="+mn-lt"/>
          <a:ea typeface="+mn-ea"/>
          <a:cs typeface="+mn-cs"/>
        </a:defRPr>
      </a:lvl9pPr>
    </p:bodyStyle>
    <p:otherStyle>
      <a:lvl1pPr marL="0" eaLnBrk="1" hangingPunct="1">
        <a:defRPr>
          <a:latin typeface="+mn-lt"/>
          <a:ea typeface="+mn-ea"/>
          <a:cs typeface="+mn-cs"/>
        </a:defRPr>
      </a:lvl1pPr>
      <a:lvl2pPr marL="207935" eaLnBrk="1" hangingPunct="1">
        <a:defRPr>
          <a:latin typeface="+mn-lt"/>
          <a:ea typeface="+mn-ea"/>
          <a:cs typeface="+mn-cs"/>
        </a:defRPr>
      </a:lvl2pPr>
      <a:lvl3pPr marL="415869" eaLnBrk="1" hangingPunct="1">
        <a:defRPr>
          <a:latin typeface="+mn-lt"/>
          <a:ea typeface="+mn-ea"/>
          <a:cs typeface="+mn-cs"/>
        </a:defRPr>
      </a:lvl3pPr>
      <a:lvl4pPr marL="623804" eaLnBrk="1" hangingPunct="1">
        <a:defRPr>
          <a:latin typeface="+mn-lt"/>
          <a:ea typeface="+mn-ea"/>
          <a:cs typeface="+mn-cs"/>
        </a:defRPr>
      </a:lvl4pPr>
      <a:lvl5pPr marL="831738" eaLnBrk="1" hangingPunct="1">
        <a:defRPr>
          <a:latin typeface="+mn-lt"/>
          <a:ea typeface="+mn-ea"/>
          <a:cs typeface="+mn-cs"/>
        </a:defRPr>
      </a:lvl5pPr>
      <a:lvl6pPr marL="1039673" eaLnBrk="1" hangingPunct="1">
        <a:defRPr>
          <a:latin typeface="+mn-lt"/>
          <a:ea typeface="+mn-ea"/>
          <a:cs typeface="+mn-cs"/>
        </a:defRPr>
      </a:lvl6pPr>
      <a:lvl7pPr marL="1247607" eaLnBrk="1" hangingPunct="1">
        <a:defRPr>
          <a:latin typeface="+mn-lt"/>
          <a:ea typeface="+mn-ea"/>
          <a:cs typeface="+mn-cs"/>
        </a:defRPr>
      </a:lvl7pPr>
      <a:lvl8pPr marL="1455542" eaLnBrk="1" hangingPunct="1">
        <a:defRPr>
          <a:latin typeface="+mn-lt"/>
          <a:ea typeface="+mn-ea"/>
          <a:cs typeface="+mn-cs"/>
        </a:defRPr>
      </a:lvl8pPr>
      <a:lvl9pPr marL="1663476" eaLnBrk="1" hangingPunct="1">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6"/>
        <p:cNvGrpSpPr/>
        <p:nvPr/>
      </p:nvGrpSpPr>
      <p:grpSpPr>
        <a:xfrm>
          <a:off x="0" y="0"/>
          <a:ext cx="0" cy="0"/>
          <a:chOff x="0" y="0"/>
          <a:chExt cx="0" cy="0"/>
        </a:xfrm>
      </p:grpSpPr>
      <p:pic>
        <p:nvPicPr>
          <p:cNvPr id="357" name="Google Shape;357;p48"/>
          <p:cNvPicPr preferRelativeResize="0"/>
          <p:nvPr/>
        </p:nvPicPr>
        <p:blipFill rotWithShape="1">
          <a:blip r:embed="rId12">
            <a:alphaModFix/>
          </a:blip>
          <a:srcRect/>
          <a:stretch/>
        </p:blipFill>
        <p:spPr>
          <a:xfrm>
            <a:off x="-1" y="4380617"/>
            <a:ext cx="1299300" cy="762900"/>
          </a:xfrm>
          <a:prstGeom prst="rect">
            <a:avLst/>
          </a:prstGeom>
          <a:noFill/>
          <a:ln>
            <a:noFill/>
          </a:ln>
        </p:spPr>
      </p:pic>
      <p:sp>
        <p:nvSpPr>
          <p:cNvPr id="358" name="Google Shape;358;p48"/>
          <p:cNvSpPr/>
          <p:nvPr/>
        </p:nvSpPr>
        <p:spPr>
          <a:xfrm>
            <a:off x="900684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59" name="Google Shape;359;p48"/>
          <p:cNvSpPr/>
          <p:nvPr/>
        </p:nvSpPr>
        <p:spPr>
          <a:xfrm>
            <a:off x="0" y="800100"/>
            <a:ext cx="137100" cy="43434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0" name="Google Shape;360;p48"/>
          <p:cNvSpPr/>
          <p:nvPr/>
        </p:nvSpPr>
        <p:spPr>
          <a:xfrm>
            <a:off x="0" y="0"/>
            <a:ext cx="137100" cy="8001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1" name="Google Shape;361;p48"/>
          <p:cNvSpPr txBox="1">
            <a:spLocks noGrp="1"/>
          </p:cNvSpPr>
          <p:nvPr>
            <p:ph type="title"/>
          </p:nvPr>
        </p:nvSpPr>
        <p:spPr>
          <a:xfrm>
            <a:off x="685800" y="171450"/>
            <a:ext cx="7772400" cy="628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accent1"/>
              </a:buClr>
              <a:buSzPts val="2400"/>
              <a:buFont typeface="Arial"/>
              <a:buNone/>
              <a:defRPr sz="2400">
                <a:solidFill>
                  <a:schemeClr val="accent1"/>
                </a:solidFill>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
        <p:nvSpPr>
          <p:cNvPr id="362" name="Google Shape;362;p48"/>
          <p:cNvSpPr txBox="1">
            <a:spLocks noGrp="1"/>
          </p:cNvSpPr>
          <p:nvPr>
            <p:ph type="body" idx="1"/>
          </p:nvPr>
        </p:nvSpPr>
        <p:spPr>
          <a:xfrm>
            <a:off x="685800" y="1085850"/>
            <a:ext cx="7772400" cy="3543300"/>
          </a:xfrm>
          <a:prstGeom prst="rect">
            <a:avLst/>
          </a:prstGeom>
          <a:noFill/>
          <a:ln>
            <a:noFill/>
          </a:ln>
        </p:spPr>
        <p:txBody>
          <a:bodyPr spcFirstLastPara="1" wrap="square" lIns="91425" tIns="91425" rIns="91425" bIns="91425" anchor="t" anchorCtr="0">
            <a:noAutofit/>
          </a:bodyPr>
          <a:lstStyle>
            <a:lvl1pPr marL="457200" marR="0" lvl="0" indent="-355600" algn="l" rtl="0">
              <a:lnSpc>
                <a:spcPct val="100000"/>
              </a:lnSpc>
              <a:spcBef>
                <a:spcPts val="0"/>
              </a:spcBef>
              <a:spcAft>
                <a:spcPts val="0"/>
              </a:spcAft>
              <a:buClr>
                <a:srgbClr val="3F3F41"/>
              </a:buClr>
              <a:buSzPts val="2000"/>
              <a:buFont typeface="Arial"/>
              <a:buChar char="●"/>
              <a:defRPr sz="2000"/>
            </a:lvl1pPr>
            <a:lvl2pPr marL="914400" marR="0" lvl="1" indent="-330200" algn="l" rtl="0">
              <a:lnSpc>
                <a:spcPct val="90000"/>
              </a:lnSpc>
              <a:spcBef>
                <a:spcPts val="800"/>
              </a:spcBef>
              <a:spcAft>
                <a:spcPts val="0"/>
              </a:spcAft>
              <a:buClr>
                <a:srgbClr val="3F3F41"/>
              </a:buClr>
              <a:buSzPts val="1600"/>
              <a:buFont typeface="Arial"/>
              <a:buChar char="―"/>
              <a:defRPr sz="1600"/>
            </a:lvl2pPr>
            <a:lvl3pPr marL="1371600" marR="0" lvl="2" indent="-317500" algn="l" rtl="0">
              <a:lnSpc>
                <a:spcPct val="90000"/>
              </a:lnSpc>
              <a:spcBef>
                <a:spcPts val="600"/>
              </a:spcBef>
              <a:spcAft>
                <a:spcPts val="0"/>
              </a:spcAft>
              <a:buClr>
                <a:srgbClr val="3F3F41"/>
              </a:buClr>
              <a:buSzPts val="1400"/>
              <a:buFont typeface="Arial"/>
              <a:buChar char="■"/>
              <a:defRPr/>
            </a:lvl3pPr>
            <a:lvl4pPr marL="1828800" marR="0" lvl="3" indent="-317500" algn="l" rtl="0">
              <a:lnSpc>
                <a:spcPct val="90000"/>
              </a:lnSpc>
              <a:spcBef>
                <a:spcPts val="600"/>
              </a:spcBef>
              <a:spcAft>
                <a:spcPts val="0"/>
              </a:spcAft>
              <a:buClr>
                <a:srgbClr val="3F3F41"/>
              </a:buClr>
              <a:buSzPts val="1400"/>
              <a:buFont typeface="Arial"/>
              <a:buChar char="○"/>
              <a:defRPr/>
            </a:lvl4pPr>
            <a:lvl5pPr marL="2286000" marR="0" lvl="4" indent="-317500" algn="l" rtl="0">
              <a:lnSpc>
                <a:spcPct val="90000"/>
              </a:lnSpc>
              <a:spcBef>
                <a:spcPts val="600"/>
              </a:spcBef>
              <a:spcAft>
                <a:spcPts val="0"/>
              </a:spcAft>
              <a:buClr>
                <a:srgbClr val="3F3F41"/>
              </a:buClr>
              <a:buSzPts val="1400"/>
              <a:buFont typeface="Arial"/>
              <a:buChar char="−"/>
              <a:defRPr/>
            </a:lvl5pPr>
            <a:lvl6pPr marL="2743200" marR="0" lvl="5" indent="-317500" algn="l" rtl="0">
              <a:lnSpc>
                <a:spcPct val="90000"/>
              </a:lnSpc>
              <a:spcBef>
                <a:spcPts val="600"/>
              </a:spcBef>
              <a:spcAft>
                <a:spcPts val="0"/>
              </a:spcAft>
              <a:buClr>
                <a:srgbClr val="3F3F41"/>
              </a:buClr>
              <a:buSzPts val="1400"/>
              <a:buFont typeface="Arial"/>
              <a:buChar char="−"/>
              <a:defRPr/>
            </a:lvl6pPr>
            <a:lvl7pPr marL="3200400" marR="0" lvl="6" indent="-317500" algn="l" rtl="0">
              <a:lnSpc>
                <a:spcPct val="90000"/>
              </a:lnSpc>
              <a:spcBef>
                <a:spcPts val="600"/>
              </a:spcBef>
              <a:spcAft>
                <a:spcPts val="0"/>
              </a:spcAft>
              <a:buClr>
                <a:srgbClr val="3F3F41"/>
              </a:buClr>
              <a:buSzPts val="1400"/>
              <a:buFont typeface="Arial"/>
              <a:buChar char="●"/>
              <a:defRPr/>
            </a:lvl7pPr>
            <a:lvl8pPr marL="3657600" marR="0" lvl="7" indent="-317500" algn="l" rtl="0">
              <a:lnSpc>
                <a:spcPct val="90000"/>
              </a:lnSpc>
              <a:spcBef>
                <a:spcPts val="600"/>
              </a:spcBef>
              <a:spcAft>
                <a:spcPts val="0"/>
              </a:spcAft>
              <a:buClr>
                <a:srgbClr val="3F3F41"/>
              </a:buClr>
              <a:buSzPts val="1400"/>
              <a:buFont typeface="Arial"/>
              <a:buChar char="○"/>
              <a:defRPr/>
            </a:lvl8pPr>
            <a:lvl9pPr marL="4114800" marR="0" lvl="8" indent="-317500" algn="l" rtl="0">
              <a:lnSpc>
                <a:spcPct val="90000"/>
              </a:lnSpc>
              <a:spcBef>
                <a:spcPts val="600"/>
              </a:spcBef>
              <a:spcAft>
                <a:spcPts val="0"/>
              </a:spcAft>
              <a:buClr>
                <a:srgbClr val="3F3F41"/>
              </a:buClr>
              <a:buSzPts val="1400"/>
              <a:buFont typeface="Arial"/>
              <a:buChar char="■"/>
              <a:defRPr/>
            </a:lvl9pPr>
          </a:lstStyle>
          <a:p>
            <a:endParaRPr/>
          </a:p>
        </p:txBody>
      </p:sp>
      <p:sp>
        <p:nvSpPr>
          <p:cNvPr id="363" name="Google Shape;363;p48"/>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64" name="Google Shape;364;p48"/>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65" name="Google Shape;365;p48"/>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extLst>
      <p:ext uri="{BB962C8B-B14F-4D97-AF65-F5344CB8AC3E}">
        <p14:creationId xmlns:p14="http://schemas.microsoft.com/office/powerpoint/2010/main" val="4086771876"/>
      </p:ext>
    </p:extLst>
  </p:cSld>
  <p:clrMap bg1="lt1" tx1="dk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00CC427-2C90-4F96-B24F-E53FCC31BC16}"/>
              </a:ext>
            </a:extLst>
          </p:cNvPr>
          <p:cNvGraphicFramePr>
            <a:graphicFrameLocks noChangeAspect="1"/>
          </p:cNvGraphicFramePr>
          <p:nvPr userDrawn="1">
            <p:custDataLst>
              <p:tags r:id="rId21"/>
            </p:custDataLst>
            <p:extLst>
              <p:ext uri="{D42A27DB-BD31-4B8C-83A1-F6EECF244321}">
                <p14:modId xmlns:p14="http://schemas.microsoft.com/office/powerpoint/2010/main" val="1424665152"/>
              </p:ext>
            </p:extLst>
          </p:nvPr>
        </p:nvGraphicFramePr>
        <p:xfrm>
          <a:off x="1588" y="1191"/>
          <a:ext cx="1588" cy="1191"/>
        </p:xfrm>
        <a:graphic>
          <a:graphicData uri="http://schemas.openxmlformats.org/presentationml/2006/ole">
            <mc:AlternateContent xmlns:mc="http://schemas.openxmlformats.org/markup-compatibility/2006">
              <mc:Choice xmlns:v="urn:schemas-microsoft-com:vml" Requires="v">
                <p:oleObj name="think-cell Slide" r:id="rId22" imgW="383" imgH="384" progId="TCLayout.ActiveDocument.1">
                  <p:embed/>
                </p:oleObj>
              </mc:Choice>
              <mc:Fallback>
                <p:oleObj name="think-cell Slide" r:id="rId22" imgW="383" imgH="384" progId="TCLayout.ActiveDocument.1">
                  <p:embed/>
                  <p:pic>
                    <p:nvPicPr>
                      <p:cNvPr id="2" name="Object 1" hidden="1">
                        <a:extLst>
                          <a:ext uri="{FF2B5EF4-FFF2-40B4-BE49-F238E27FC236}">
                            <a16:creationId xmlns:a16="http://schemas.microsoft.com/office/drawing/2014/main" id="{700CC427-2C90-4F96-B24F-E53FCC31BC16}"/>
                          </a:ext>
                        </a:extLst>
                      </p:cNvPr>
                      <p:cNvPicPr/>
                      <p:nvPr/>
                    </p:nvPicPr>
                    <p:blipFill>
                      <a:blip r:embed="rId23"/>
                      <a:stretch>
                        <a:fillRect/>
                      </a:stretch>
                    </p:blipFill>
                    <p:spPr>
                      <a:xfrm>
                        <a:off x="1588" y="1191"/>
                        <a:ext cx="1588" cy="1191"/>
                      </a:xfrm>
                      <a:prstGeom prst="rect">
                        <a:avLst/>
                      </a:prstGeom>
                    </p:spPr>
                  </p:pic>
                </p:oleObj>
              </mc:Fallback>
            </mc:AlternateContent>
          </a:graphicData>
        </a:graphic>
      </p:graphicFrame>
      <p:sp>
        <p:nvSpPr>
          <p:cNvPr id="10" name="Google Shape;10;p1"/>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1" name="Google Shape;11;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12" name="Google Shape;12;p1"/>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lvl="0" algn="r">
              <a:buNone/>
              <a:defRPr sz="692">
                <a:solidFill>
                  <a:schemeClr val="dk2"/>
                </a:solidFill>
              </a:defRPr>
            </a:lvl1pPr>
            <a:lvl2pPr lvl="1" algn="r">
              <a:buNone/>
              <a:defRPr sz="692">
                <a:solidFill>
                  <a:schemeClr val="dk2"/>
                </a:solidFill>
              </a:defRPr>
            </a:lvl2pPr>
            <a:lvl3pPr lvl="2" algn="r">
              <a:buNone/>
              <a:defRPr sz="692">
                <a:solidFill>
                  <a:schemeClr val="dk2"/>
                </a:solidFill>
              </a:defRPr>
            </a:lvl3pPr>
            <a:lvl4pPr lvl="3" algn="r">
              <a:buNone/>
              <a:defRPr sz="692">
                <a:solidFill>
                  <a:schemeClr val="dk2"/>
                </a:solidFill>
              </a:defRPr>
            </a:lvl4pPr>
            <a:lvl5pPr lvl="4" algn="r">
              <a:buNone/>
              <a:defRPr sz="692">
                <a:solidFill>
                  <a:schemeClr val="dk2"/>
                </a:solidFill>
              </a:defRPr>
            </a:lvl5pPr>
            <a:lvl6pPr lvl="5" algn="r">
              <a:buNone/>
              <a:defRPr sz="692">
                <a:solidFill>
                  <a:schemeClr val="dk2"/>
                </a:solidFill>
              </a:defRPr>
            </a:lvl6pPr>
            <a:lvl7pPr lvl="6" algn="r">
              <a:buNone/>
              <a:defRPr sz="692">
                <a:solidFill>
                  <a:schemeClr val="dk2"/>
                </a:solidFill>
              </a:defRPr>
            </a:lvl7pPr>
            <a:lvl8pPr lvl="7" algn="r">
              <a:buNone/>
              <a:defRPr sz="692">
                <a:solidFill>
                  <a:schemeClr val="dk2"/>
                </a:solidFill>
              </a:defRPr>
            </a:lvl8pPr>
            <a:lvl9pPr lvl="8" algn="r">
              <a:buNone/>
              <a:defRPr sz="692">
                <a:solidFill>
                  <a:schemeClr val="dk2"/>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5421" r:id="rId1"/>
    <p:sldLayoutId id="2147485422" r:id="rId2"/>
    <p:sldLayoutId id="2147485423" r:id="rId3"/>
    <p:sldLayoutId id="2147485424" r:id="rId4"/>
    <p:sldLayoutId id="2147485425" r:id="rId5"/>
    <p:sldLayoutId id="2147485426" r:id="rId6"/>
    <p:sldLayoutId id="2147485427" r:id="rId7"/>
    <p:sldLayoutId id="2147485428" r:id="rId8"/>
    <p:sldLayoutId id="2147485429" r:id="rId9"/>
    <p:sldLayoutId id="2147485430" r:id="rId10"/>
    <p:sldLayoutId id="2147485431" r:id="rId11"/>
    <p:sldLayoutId id="2147485432" r:id="rId12"/>
    <p:sldLayoutId id="2147485433" r:id="rId13"/>
    <p:sldLayoutId id="2147485434" r:id="rId14"/>
    <p:sldLayoutId id="2147485435" r:id="rId15"/>
    <p:sldLayoutId id="2147485436" r:id="rId16"/>
    <p:sldLayoutId id="2147485437" r:id="rId17"/>
    <p:sldLayoutId id="2147485438" r:id="rId18"/>
    <p:sldLayoutId id="2147485439"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502920"/>
          </a:xfrm>
          <a:prstGeom prst="rect">
            <a:avLst/>
          </a:prstGeom>
          <a:noFill/>
        </p:spPr>
        <p:txBody>
          <a:bodyPr wrap="squar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squar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320040"/>
          </a:xfrm>
          <a:prstGeom prst="rect">
            <a:avLst/>
          </a:prstGeom>
          <a:noFill/>
        </p:spPr>
        <p:txBody>
          <a:bodyPr wrap="square">
            <a:spAutoFit/>
          </a:bodyPr>
          <a:lstStyle/>
          <a:p>
            <a:pPr algn="l"/>
            <a:r>
              <a:rPr sz="1400" b="1">
                <a:solidFill>
                  <a:srgbClr val="1F4E79"/>
                </a:solidFill>
              </a:rPr>
              <a:t>Executive Summary</a:t>
            </a:r>
          </a:p>
        </p:txBody>
      </p:sp>
      <p:sp>
        <p:nvSpPr>
          <p:cNvPr id="6" name="TextBox 5"/>
          <p:cNvSpPr txBox="1"/>
          <p:nvPr/>
        </p:nvSpPr>
        <p:spPr>
          <a:xfrm>
            <a:off x="640080" y="1920240"/>
            <a:ext cx="10607040" cy="2377440"/>
          </a:xfrm>
          <a:prstGeom prst="rect">
            <a:avLst/>
          </a:prstGeom>
          <a:noFill/>
        </p:spPr>
        <p:txBody>
          <a:bodyPr wrap="square">
            <a:spAutoFit/>
          </a:bodyPr>
          <a:lstStyle/>
          <a:p>
            <a:pPr algn="l">
              <a:spcAft>
                <a:spcPts val="400"/>
              </a:spcAft>
            </a:pPr>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320040"/>
          </a:xfrm>
          <a:prstGeom prst="rect">
            <a:avLst/>
          </a:prstGeom>
          <a:noFill/>
        </p:spPr>
        <p:txBody>
          <a:bodyPr wrap="square">
            <a:spAutoFit/>
          </a:bodyPr>
          <a:lstStyle/>
          <a:p>
            <a:pPr algn="l"/>
            <a:r>
              <a:rPr sz="1400" b="1">
                <a:solidFill>
                  <a:srgbClr val="1F4E79"/>
                </a:solidFill>
              </a:rPr>
              <a:t>Primary Failure Interpretation</a:t>
            </a:r>
          </a:p>
        </p:txBody>
      </p:sp>
      <p:sp>
        <p:nvSpPr>
          <p:cNvPr id="10" name="TextBox 9"/>
          <p:cNvSpPr txBox="1"/>
          <p:nvPr/>
        </p:nvSpPr>
        <p:spPr>
          <a:xfrm>
            <a:off x="3657600" y="5029200"/>
            <a:ext cx="7589520" cy="457200"/>
          </a:xfrm>
          <a:prstGeom prst="rect">
            <a:avLst/>
          </a:prstGeom>
          <a:noFill/>
        </p:spPr>
        <p:txBody>
          <a:bodyPr wrap="square">
            <a:spAutoFit/>
          </a:bodyPr>
          <a:lstStyle/>
          <a:p>
            <a:pPr algn="l">
              <a:spcAft>
                <a:spcPts val="400"/>
              </a:spcAft>
            </a:pPr>
            <a:r>
              <a:rPr sz="12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square">
            <a:spAutoFit/>
          </a:bodyPr>
          <a:lstStyle/>
          <a:p>
            <a:pPr algn="l"/>
            <a:r>
              <a:rPr sz="800" b="0">
                <a:solidFill>
                  <a:srgbClr val="595959"/>
                </a:solidFill>
              </a:rPr>
              <a:t>Generated from JSON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502920"/>
          </a:xfrm>
          <a:prstGeom prst="rect">
            <a:avLst/>
          </a:prstGeom>
          <a:noFill/>
        </p:spPr>
        <p:txBody>
          <a:bodyPr wrap="squar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320040"/>
          </a:xfrm>
          <a:prstGeom prst="rect">
            <a:avLst/>
          </a:prstGeom>
          <a:noFill/>
        </p:spPr>
        <p:txBody>
          <a:bodyPr wrap="square">
            <a:spAutoFit/>
          </a:bodyPr>
          <a:lstStyle/>
          <a:p>
            <a:pPr algn="l"/>
            <a:r>
              <a:rPr sz="1400" b="1">
                <a:solidFill>
                  <a:srgbClr val="1F4E79"/>
                </a:solidFill>
              </a:rPr>
              <a:t>Recommendation</a:t>
            </a:r>
          </a:p>
        </p:txBody>
      </p:sp>
      <p:sp>
        <p:nvSpPr>
          <p:cNvPr id="5" name="TextBox 4"/>
          <p:cNvSpPr txBox="1"/>
          <p:nvPr/>
        </p:nvSpPr>
        <p:spPr>
          <a:xfrm>
            <a:off x="640080" y="1417320"/>
            <a:ext cx="10607040" cy="3108960"/>
          </a:xfrm>
          <a:prstGeom prst="rect">
            <a:avLst/>
          </a:prstGeom>
          <a:noFill/>
        </p:spPr>
        <p:txBody>
          <a:bodyPr wrap="square">
            <a:spAutoFit/>
          </a:bodyPr>
          <a:lstStyle/>
          <a:p>
            <a:pPr algn="l">
              <a:spcAft>
                <a:spcPts val="400"/>
              </a:spcAft>
            </a:pPr>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320040"/>
          </a:xfrm>
          <a:prstGeom prst="rect">
            <a:avLst/>
          </a:prstGeom>
          <a:noFill/>
        </p:spPr>
        <p:txBody>
          <a:bodyPr wrap="square">
            <a:spAutoFit/>
          </a:bodyPr>
          <a:lstStyle/>
          <a:p>
            <a:pPr algn="l"/>
            <a:r>
              <a:rPr sz="1400" b="1">
                <a:solidFill>
                  <a:srgbClr val="1F4E79"/>
                </a:solidFill>
              </a:rPr>
              <a:t>Key Focus Areas</a:t>
            </a:r>
          </a:p>
        </p:txBody>
      </p:sp>
      <p:sp>
        <p:nvSpPr>
          <p:cNvPr id="8" name="TextBox 7"/>
          <p:cNvSpPr txBox="1"/>
          <p:nvPr/>
        </p:nvSpPr>
        <p:spPr>
          <a:xfrm>
            <a:off x="640080" y="5349240"/>
            <a:ext cx="10607040" cy="685800"/>
          </a:xfrm>
          <a:prstGeom prst="rect">
            <a:avLst/>
          </a:prstGeom>
          <a:noFill/>
        </p:spPr>
        <p:txBody>
          <a:bodyPr wrap="square">
            <a:spAutoFit/>
          </a:bodyPr>
          <a:lstStyle/>
          <a:p>
            <a:pPr algn="l">
              <a:spcAft>
                <a:spcPts val="400"/>
              </a:spcAft>
            </a:pPr>
            <a:r>
              <a:rPr sz="1200">
                <a:solidFill>
                  <a:srgbClr val="000000"/>
                </a:solidFill>
              </a:rPr>
              <a:t>1. W deposition abort / delay integrity</a:t>
            </a:r>
          </a:p>
          <a:p>
            <a:pPr algn="l">
              <a:spcAft>
                <a:spcPts val="400"/>
              </a:spcAft>
            </a:pPr>
            <a:r>
              <a:rPr sz="1200">
                <a:solidFill>
                  <a:srgbClr val="000000"/>
                </a:solidFill>
              </a:rPr>
              <a:t>2. Film quality, voiding, seams, or residues</a:t>
            </a:r>
          </a:p>
          <a:p>
            <a:pPr algn="l">
              <a:spcAft>
                <a:spcPts val="400"/>
              </a:spcAft>
            </a:pPr>
            <a:r>
              <a:rPr sz="1200">
                <a:solidFill>
                  <a:srgbClr val="000000"/>
                </a:solidFill>
              </a:rPr>
              <a:t>3. BEOL Aluminum etch / CMP interaction</a:t>
            </a:r>
          </a:p>
          <a:p>
            <a:pPr algn="l">
              <a:spcAft>
                <a:spcPts val="400"/>
              </a:spcAft>
            </a:pPr>
            <a:r>
              <a:rPr sz="1200">
                <a:solidFill>
                  <a:srgbClr val="000000"/>
                </a:solidFill>
              </a:rPr>
              <a:t>4. Slot tracking and wafer sequencing validation</a:t>
            </a:r>
          </a:p>
          <a:p>
            <a:pPr algn="l">
              <a:spcAft>
                <a:spcPts val="400"/>
              </a:spcAft>
            </a:pPr>
            <a:r>
              <a:rPr sz="1200">
                <a:solidFill>
                  <a:srgbClr val="000000"/>
                </a:solidFill>
              </a:rPr>
              <a:t>5. FA cross-section confirmation</a:t>
            </a:r>
          </a:p>
        </p:txBody>
      </p:sp>
      <p:sp>
        <p:nvSpPr>
          <p:cNvPr id="9" name="TextBox 8"/>
          <p:cNvSpPr txBox="1"/>
          <p:nvPr/>
        </p:nvSpPr>
        <p:spPr>
          <a:xfrm>
            <a:off x="365760" y="6537960"/>
            <a:ext cx="11430000" cy="228600"/>
          </a:xfrm>
          <a:prstGeom prst="rect">
            <a:avLst/>
          </a:prstGeom>
          <a:noFill/>
        </p:spPr>
        <p:txBody>
          <a:bodyPr wrap="square">
            <a:spAutoFit/>
          </a:bodyPr>
          <a:lstStyle/>
          <a:p>
            <a:pPr algn="l"/>
            <a:r>
              <a:rPr sz="800" b="0">
                <a:solidFill>
                  <a:srgbClr val="595959"/>
                </a:solidFill>
              </a:rPr>
              <a:t>Generated from JSON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502920"/>
          </a:xfrm>
          <a:prstGeom prst="rect">
            <a:avLst/>
          </a:prstGeom>
          <a:noFill/>
        </p:spPr>
        <p:txBody>
          <a:bodyPr wrap="squar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5029200"/>
        </p:xfrm>
        <a:graphic>
          <a:graphicData uri="http://schemas.openxmlformats.org/drawingml/2006/table">
            <a:tbl>
              <a:tblPr firstRow="1" bandRow="1">
                <a:tableStyleId>{5C22544A-7EE6-4342-B048-85BDC9FD1C3A}</a:tableStyleId>
              </a:tblPr>
              <a:tblGrid>
                <a:gridCol w="2011680"/>
                <a:gridCol w="7040880"/>
                <a:gridCol w="1463040"/>
              </a:tblGrid>
              <a:tr h="100584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spcAft>
                          <a:spcPts val="200"/>
                        </a:spcAft>
                      </a:pPr>
                      <a:r>
                        <a:rPr sz="900">
                          <a:solidFill>
                            <a:srgbClr val="000000"/>
                          </a:solidFill>
                        </a:rPr>
                        <a:t>BEOL Integration</a:t>
                      </a:r>
                    </a:p>
                  </a:txBody>
                  <a:tcPr/>
                </a:tc>
                <a:tc>
                  <a:txBody>
                    <a:bodyPr/>
                    <a:lstStyle/>
                    <a:p>
                      <a:pPr algn="l">
                        <a:spcAft>
                          <a:spcPts val="200"/>
                        </a:spcAft>
                      </a:pPr>
                      <a:r>
                        <a:rPr sz="900">
                          <a:solidFill>
                            <a:srgbClr val="000000"/>
                          </a:solidFill>
                        </a:rPr>
                        <a:t>Correlate W dep abort/delay logs with film quality metrics and check for pedestal/tool-specific anomalies impacting slot 2</a:t>
                      </a:r>
                    </a:p>
                  </a:txBody>
                  <a:tcPr/>
                </a:tc>
                <a:tc>
                  <a:txBody>
                    <a:bodyPr/>
                    <a:lstStyle/>
                    <a:p>
                      <a:pPr algn="ctr">
                        <a:spcAft>
                          <a:spcPts val="200"/>
                        </a:spcAft>
                      </a:pPr>
                      <a:r>
                        <a:rPr sz="900">
                          <a:solidFill>
                            <a:srgbClr val="000000"/>
                          </a:solidFill>
                        </a:rPr>
                        <a:t>2026-07-01</a:t>
                      </a:r>
                    </a:p>
                  </a:txBody>
                  <a:tcPr/>
                </a:tc>
              </a:tr>
              <a:tr h="1005840">
                <a:tc>
                  <a:txBody>
                    <a:bodyPr/>
                    <a:lstStyle/>
                    <a:p>
                      <a:pPr algn="l">
                        <a:spcAft>
                          <a:spcPts val="200"/>
                        </a:spcAft>
                      </a:pPr>
                      <a:r>
                        <a:rPr sz="900">
                          <a:solidFill>
                            <a:srgbClr val="000000"/>
                          </a:solidFill>
                        </a:rPr>
                        <a:t>Process Engineering</a:t>
                      </a:r>
                    </a:p>
                  </a:txBody>
                  <a:tcPr>
                    <a:solidFill>
                      <a:srgbClr val="F2F2F2"/>
                    </a:solidFill>
                  </a:tcPr>
                </a:tc>
                <a:tc>
                  <a:txBody>
                    <a:bodyPr/>
                    <a:lstStyle/>
                    <a:p>
                      <a:pPr algn="l">
                        <a:spcAft>
                          <a:spcPts val="200"/>
                        </a:spcAft>
                      </a:pPr>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spcAft>
                          <a:spcPts val="200"/>
                        </a:spcAft>
                      </a:pPr>
                      <a:r>
                        <a:rPr sz="900">
                          <a:solidFill>
                            <a:srgbClr val="000000"/>
                          </a:solidFill>
                        </a:rPr>
                        <a:t>2026-07-03</a:t>
                      </a:r>
                    </a:p>
                  </a:txBody>
                  <a:tcPr>
                    <a:solidFill>
                      <a:srgbClr val="F2F2F2"/>
                    </a:solidFill>
                  </a:tcPr>
                </a:tc>
              </a:tr>
              <a:tr h="1005840">
                <a:tc>
                  <a:txBody>
                    <a:bodyPr/>
                    <a:lstStyle/>
                    <a:p>
                      <a:pPr algn="l">
                        <a:spcAft>
                          <a:spcPts val="200"/>
                        </a:spcAft>
                      </a:pPr>
                      <a:r>
                        <a:rPr sz="900">
                          <a:solidFill>
                            <a:srgbClr val="000000"/>
                          </a:solidFill>
                        </a:rPr>
                        <a:t>Failure Analysis</a:t>
                      </a:r>
                    </a:p>
                  </a:txBody>
                  <a:tcPr/>
                </a:tc>
                <a:tc>
                  <a:txBody>
                    <a:bodyPr/>
                    <a:lstStyle/>
                    <a:p>
                      <a:pPr algn="l">
                        <a:spcAft>
                          <a:spcPts val="200"/>
                        </a:spcAft>
                      </a:pPr>
                      <a:r>
                        <a:rPr sz="900">
                          <a:solidFill>
                            <a:srgbClr val="000000"/>
                          </a:solidFill>
                        </a:rPr>
                        <a:t>Perform FIB cross-section on failing wafer to confirm via fill integrity, interface condition, and presence of voids or residues</a:t>
                      </a:r>
                    </a:p>
                  </a:txBody>
                  <a:tcPr/>
                </a:tc>
                <a:tc>
                  <a:txBody>
                    <a:bodyPr/>
                    <a:lstStyle/>
                    <a:p>
                      <a:pPr algn="ctr">
                        <a:spcAft>
                          <a:spcPts val="200"/>
                        </a:spcAft>
                      </a:pPr>
                      <a:r>
                        <a:rPr sz="900">
                          <a:solidFill>
                            <a:srgbClr val="000000"/>
                          </a:solidFill>
                        </a:rPr>
                        <a:t>2026-07-02</a:t>
                      </a:r>
                    </a:p>
                  </a:txBody>
                  <a:tcPr/>
                </a:tc>
              </a:tr>
              <a:tr h="1005840">
                <a:tc>
                  <a:txBody>
                    <a:bodyPr/>
                    <a:lstStyle/>
                    <a:p>
                      <a:pPr algn="l">
                        <a:spcAft>
                          <a:spcPts val="200"/>
                        </a:spcAft>
                      </a:pPr>
                      <a:r>
                        <a:rPr sz="900">
                          <a:solidFill>
                            <a:srgbClr val="000000"/>
                          </a:solidFill>
                        </a:rPr>
                        <a:t>Manufacturing Ops</a:t>
                      </a:r>
                    </a:p>
                  </a:txBody>
                  <a:tcPr>
                    <a:solidFill>
                      <a:srgbClr val="F2F2F2"/>
                    </a:solidFill>
                  </a:tcPr>
                </a:tc>
                <a:tc>
                  <a:txBody>
                    <a:bodyPr/>
                    <a:lstStyle/>
                    <a:p>
                      <a:pPr algn="l">
                        <a:spcAft>
                          <a:spcPts val="200"/>
                        </a:spcAft>
                      </a:pPr>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spcAft>
                          <a:spcPts val="200"/>
                        </a:spcAft>
                      </a:pP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square">
            <a:spAutoFit/>
          </a:bodyPr>
          <a:lstStyle/>
          <a:p>
            <a:pPr algn="l"/>
            <a:r>
              <a:rPr sz="800" b="0">
                <a:solidFill>
                  <a:srgbClr val="595959"/>
                </a:solidFill>
              </a:rPr>
              <a:t>Generated from JSON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5029200"/>
        </p:xfrm>
        <a:graphic>
          <a:graphicData uri="http://schemas.openxmlformats.org/drawingml/2006/table">
            <a:tbl>
              <a:tblPr firstRow="1" bandRow="1">
                <a:tableStyleId>{5C22544A-7EE6-4342-B048-85BDC9FD1C3A}</a:tableStyleId>
              </a:tblPr>
              <a:tblGrid>
                <a:gridCol w="2011680"/>
                <a:gridCol w="7040880"/>
                <a:gridCol w="1463040"/>
              </a:tblGrid>
              <a:tr h="100584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2026-07-02</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5029200"/>
        </p:xfrm>
        <a:graphic>
          <a:graphicData uri="http://schemas.openxmlformats.org/drawingml/2006/table">
            <a:tbl>
              <a:tblPr firstRow="1" bandRow="1">
                <a:tableStyleId>{5C22544A-7EE6-4342-B048-85BDC9FD1C3A}</a:tableStyleId>
              </a:tblPr>
              <a:tblGrid>
                <a:gridCol w="2011680"/>
                <a:gridCol w="7040880"/>
                <a:gridCol w="1463040"/>
              </a:tblGrid>
              <a:tr h="100584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2026-07-02</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5029200"/>
        </p:xfrm>
        <a:graphic>
          <a:graphicData uri="http://schemas.openxmlformats.org/drawingml/2006/table">
            <a:tbl>
              <a:tblPr firstRow="1" bandRow="1">
                <a:tableStyleId>{5C22544A-7EE6-4342-B048-85BDC9FD1C3A}</a:tableStyleId>
              </a:tblPr>
              <a:tblGrid>
                <a:gridCol w="2011680"/>
                <a:gridCol w="7040880"/>
                <a:gridCol w="1463040"/>
              </a:tblGrid>
              <a:tr h="100584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2026-07-02</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5029200"/>
        </p:xfrm>
        <a:graphic>
          <a:graphicData uri="http://schemas.openxmlformats.org/drawingml/2006/table">
            <a:tbl>
              <a:tblPr firstRow="1" bandRow="1">
                <a:tableStyleId>{5C22544A-7EE6-4342-B048-85BDC9FD1C3A}</a:tableStyleId>
              </a:tblPr>
              <a:tblGrid>
                <a:gridCol w="2011680"/>
                <a:gridCol w="7040880"/>
                <a:gridCol w="1463040"/>
              </a:tblGrid>
              <a:tr h="100584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2026-07-02</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5029200"/>
        </p:xfrm>
        <a:graphic>
          <a:graphicData uri="http://schemas.openxmlformats.org/drawingml/2006/table">
            <a:tbl>
              <a:tblPr firstRow="1" bandRow="1">
                <a:tableStyleId>{5C22544A-7EE6-4342-B048-85BDC9FD1C3A}</a:tableStyleId>
              </a:tblPr>
              <a:tblGrid>
                <a:gridCol w="2011680"/>
                <a:gridCol w="7040880"/>
                <a:gridCol w="1463040"/>
              </a:tblGrid>
              <a:tr h="100584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5029200"/>
        </p:xfrm>
        <a:graphic>
          <a:graphicData uri="http://schemas.openxmlformats.org/drawingml/2006/table">
            <a:tbl>
              <a:tblPr firstRow="1" bandRow="1">
                <a:tableStyleId>{5C22544A-7EE6-4342-B048-85BDC9FD1C3A}</a:tableStyleId>
              </a:tblPr>
              <a:tblGrid>
                <a:gridCol w="2011680"/>
                <a:gridCol w="7040880"/>
                <a:gridCol w="1463040"/>
              </a:tblGrid>
              <a:tr h="100584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3017520"/>
        </p:xfrm>
        <a:graphic>
          <a:graphicData uri="http://schemas.openxmlformats.org/drawingml/2006/table">
            <a:tbl>
              <a:tblPr firstRow="1" bandRow="1">
                <a:tableStyleId>{5C22544A-7EE6-4342-B048-85BDC9FD1C3A}</a:tableStyleId>
              </a:tblPr>
              <a:tblGrid>
                <a:gridCol w="2011680"/>
                <a:gridCol w="7040880"/>
                <a:gridCol w="1463040"/>
              </a:tblGrid>
              <a:tr h="4572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64008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64008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64008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64008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3017520"/>
        </p:xfrm>
        <a:graphic>
          <a:graphicData uri="http://schemas.openxmlformats.org/drawingml/2006/table">
            <a:tbl>
              <a:tblPr firstRow="1" bandRow="1">
                <a:tableStyleId>{5C22544A-7EE6-4342-B048-85BDC9FD1C3A}</a:tableStyleId>
              </a:tblPr>
              <a:tblGrid>
                <a:gridCol w="2011680"/>
                <a:gridCol w="7040880"/>
                <a:gridCol w="1463040"/>
              </a:tblGrid>
              <a:tr h="4572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64008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64008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64008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64008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45171360"/>
        </p:xfrm>
        <a:graphic>
          <a:graphicData uri="http://schemas.openxmlformats.org/drawingml/2006/table">
            <a:tbl>
              <a:tblPr firstRow="1" bandRow="1">
                <a:tableStyleId>{5C22544A-7EE6-4342-B048-85BDC9FD1C3A}</a:tableStyleId>
              </a:tblPr>
              <a:tblGrid>
                <a:gridCol w="2011680"/>
                <a:gridCol w="704088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45171360"/>
        </p:xfrm>
        <a:graphic>
          <a:graphicData uri="http://schemas.openxmlformats.org/drawingml/2006/table">
            <a:tbl>
              <a:tblPr firstRow="1" bandRow="1">
                <a:tableStyleId>{5C22544A-7EE6-4342-B048-85BDC9FD1C3A}</a:tableStyleId>
              </a:tblPr>
              <a:tblGrid>
                <a:gridCol w="2011680"/>
                <a:gridCol w="704088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45171360"/>
        </p:xfrm>
        <a:graphic>
          <a:graphicData uri="http://schemas.openxmlformats.org/drawingml/2006/table">
            <a:tbl>
              <a:tblPr firstRow="1" bandRow="1">
                <a:tableStyleId>{5C22544A-7EE6-4342-B048-85BDC9FD1C3A}</a:tableStyleId>
              </a:tblPr>
              <a:tblGrid>
                <a:gridCol w="2011680"/>
                <a:gridCol w="704088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45171360"/>
        </p:xfrm>
        <a:graphic>
          <a:graphicData uri="http://schemas.openxmlformats.org/drawingml/2006/table">
            <a:tbl>
              <a:tblPr firstRow="1" bandRow="1">
                <a:tableStyleId>{5C22544A-7EE6-4342-B048-85BDC9FD1C3A}</a:tableStyleId>
              </a:tblPr>
              <a:tblGrid>
                <a:gridCol w="2011680"/>
                <a:gridCol w="704088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45171360"/>
        </p:xfrm>
        <a:graphic>
          <a:graphicData uri="http://schemas.openxmlformats.org/drawingml/2006/table">
            <a:tbl>
              <a:tblPr firstRow="1" bandRow="1">
                <a:tableStyleId>{5C22544A-7EE6-4342-B048-85BDC9FD1C3A}</a:tableStyleId>
              </a:tblPr>
              <a:tblGrid>
                <a:gridCol w="2011680"/>
                <a:gridCol w="704088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45171360"/>
        </p:xfrm>
        <a:graphic>
          <a:graphicData uri="http://schemas.openxmlformats.org/drawingml/2006/table">
            <a:tbl>
              <a:tblPr firstRow="1" bandRow="1">
                <a:tableStyleId>{5C22544A-7EE6-4342-B048-85BDC9FD1C3A}</a:tableStyleId>
              </a:tblPr>
              <a:tblGrid>
                <a:gridCol w="2011680"/>
                <a:gridCol w="704088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45171360"/>
        </p:xfrm>
        <a:graphic>
          <a:graphicData uri="http://schemas.openxmlformats.org/drawingml/2006/table">
            <a:tbl>
              <a:tblPr firstRow="1" bandRow="1">
                <a:tableStyleId>{5C22544A-7EE6-4342-B048-85BDC9FD1C3A}</a:tableStyleId>
              </a:tblPr>
              <a:tblGrid>
                <a:gridCol w="2011680"/>
                <a:gridCol w="704088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45171360"/>
        </p:xfrm>
        <a:graphic>
          <a:graphicData uri="http://schemas.openxmlformats.org/drawingml/2006/table">
            <a:tbl>
              <a:tblPr firstRow="1" bandRow="1">
                <a:tableStyleId>{5C22544A-7EE6-4342-B048-85BDC9FD1C3A}</a:tableStyleId>
              </a:tblPr>
              <a:tblGrid>
                <a:gridCol w="2011680"/>
                <a:gridCol w="704088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67</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10515600" cy="45171360"/>
        </p:xfrm>
        <a:graphic>
          <a:graphicData uri="http://schemas.openxmlformats.org/drawingml/2006/table">
            <a:tbl>
              <a:tblPr firstRow="1" bandRow="1">
                <a:tableStyleId>{5C22544A-7EE6-4342-B048-85BDC9FD1C3A}</a:tableStyleId>
              </a:tblPr>
              <a:tblGrid>
                <a:gridCol w="2011680"/>
                <a:gridCol w="704088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2026-07-02</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Film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2026-07-02</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Single wafer excursion with elevated Rc and 100% ViaFQ opens indicates localized BEOL failure rather than systematic lot issue. Evidence points to slot-specific abnormality through W deposition (abort/long delay) with consistent slot tracking from FQ etch through downstream steps. Wafer mapping behavior suggests possible mis-tracking after W dep, but physical defect propagation aligns with BEOL Aluminum process sensitivity (etch/CMP/deposition interaction). Likely electrical signature driven by contact/via interface degradation rather than full opens.</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on W deposition event integrity and downstream BEOL Aluminum module interactions. Investigate whether W dep abort or delay induced film quality degradation (voiding, seam formation) impacting via/contact resistance. Cross-check BEOL oxide etch and CMP steps for over/under process coupling with via profile integrity. Validate slot-specific handling and wafer tracking accuracy to rule out misprocessing. Prioritize FA cross-section to confirm via/contact interface condition and identify metallization discontinuities or contamination.</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BEOL Integration</a:t>
                      </a:r>
                    </a:p>
                  </a:txBody>
                  <a:tcPr/>
                </a:tc>
                <a:tc>
                  <a:txBody>
                    <a:bodyPr/>
                    <a:lstStyle/>
                    <a:p>
                      <a:pPr algn="l"/>
                      <a:r>
                        <a:rPr sz="900">
                          <a:solidFill>
                            <a:srgbClr val="000000"/>
                          </a:solidFill>
                        </a:rPr>
                        <a:t>Correlate W dep abort/delay logs with film quality metrics and check for pedestal/tool-specific anomalies impacting slot 2</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Process Engineering</a:t>
                      </a:r>
                    </a:p>
                  </a:txBody>
                  <a:tcPr>
                    <a:solidFill>
                      <a:srgbClr val="F2F2F2"/>
                    </a:solidFill>
                  </a:tcPr>
                </a:tc>
                <a:tc>
                  <a:txBody>
                    <a:bodyPr/>
                    <a:lstStyle/>
                    <a:p>
                      <a:pPr algn="l"/>
                      <a:r>
                        <a:rPr sz="900">
                          <a:solidFill>
                            <a:srgbClr val="000000"/>
                          </a:solidFill>
                        </a:rPr>
                        <a:t>Review BEOL Aluminum etch and CMP uniformity for over/under-process conditions affecting via/contact resistance</a:t>
                      </a:r>
                    </a:p>
                  </a:txBody>
                  <a:tcPr>
                    <a:solidFill>
                      <a:srgbClr val="F2F2F2"/>
                    </a:solidFill>
                  </a:tcPr>
                </a:tc>
                <a:tc>
                  <a:txBody>
                    <a:bodyPr/>
                    <a:lstStyle/>
                    <a:p>
                      <a:pPr algn="ctr"/>
                      <a:r>
                        <a:rPr sz="900">
                          <a:solidFill>
                            <a:srgbClr val="000000"/>
                          </a:solidFill>
                        </a:rPr>
                        <a:t>2026-07-03</a:t>
                      </a:r>
                    </a:p>
                  </a:txBody>
                  <a:tcPr>
                    <a:solidFill>
                      <a:srgbClr val="F2F2F2"/>
                    </a:solidFill>
                  </a:tcPr>
                </a:tc>
              </a:tr>
              <a:tr h="1005840">
                <a:tc>
                  <a:txBody>
                    <a:bodyPr/>
                    <a:lstStyle/>
                    <a:p>
                      <a:pPr algn="l"/>
                      <a:r>
                        <a:rPr sz="900">
                          <a:solidFill>
                            <a:srgbClr val="000000"/>
                          </a:solidFill>
                        </a:rPr>
                        <a:t>Failure Analysis</a:t>
                      </a:r>
                    </a:p>
                  </a:txBody>
                  <a:tcPr/>
                </a:tc>
                <a:tc>
                  <a:txBody>
                    <a:bodyPr/>
                    <a:lstStyle/>
                    <a:p>
                      <a:pPr algn="l"/>
                      <a:r>
                        <a:rPr sz="900">
                          <a:solidFill>
                            <a:srgbClr val="000000"/>
                          </a:solidFill>
                        </a:rPr>
                        <a:t>Perform FIB cross-section on failing wafer to confirm via fill integrity, interface condition, and presence of voids or residues</a:t>
                      </a:r>
                    </a:p>
                  </a:txBody>
                  <a:tcPr/>
                </a:tc>
                <a:tc>
                  <a:txBody>
                    <a:bodyPr/>
                    <a:lstStyle/>
                    <a:p>
                      <a:pPr algn="ctr"/>
                      <a:r>
                        <a:rPr sz="900">
                          <a:solidFill>
                            <a:srgbClr val="000000"/>
                          </a:solidFill>
                        </a:rPr>
                        <a:t>2026-07-02</a:t>
                      </a:r>
                    </a:p>
                  </a:txBody>
                  <a:tcPr/>
                </a:tc>
              </a:tr>
              <a:tr h="1005840">
                <a:tc>
                  <a:txBody>
                    <a:bodyPr/>
                    <a:lstStyle/>
                    <a:p>
                      <a:pPr algn="l"/>
                      <a:r>
                        <a:rPr sz="900">
                          <a:solidFill>
                            <a:srgbClr val="000000"/>
                          </a:solidFill>
                        </a:rPr>
                        <a:t>Manufacturing Ops</a:t>
                      </a:r>
                    </a:p>
                  </a:txBody>
                  <a:tcPr>
                    <a:solidFill>
                      <a:srgbClr val="F2F2F2"/>
                    </a:solidFill>
                  </a:tcPr>
                </a:tc>
                <a:tc>
                  <a:txBody>
                    <a:bodyPr/>
                    <a:lstStyle/>
                    <a:p>
                      <a:pPr algn="l"/>
                      <a:r>
                        <a:rPr sz="900">
                          <a:solidFill>
                            <a:srgbClr val="000000"/>
                          </a:solidFill>
                        </a:rPr>
                        <a:t>Validate slot tracking consistency post W deposition to ensure no misalignment or wafer mis-sequencing occurred</a:t>
                      </a:r>
                    </a:p>
                  </a:txBody>
                  <a:tcPr>
                    <a:solidFill>
                      <a:srgbClr val="F2F2F2"/>
                    </a:solidFill>
                  </a:tcPr>
                </a:tc>
                <a:tc>
                  <a:txBody>
                    <a:bodyPr/>
                    <a:lstStyle/>
                    <a:p>
                      <a:pPr algn="ctr"/>
                      <a:r>
                        <a:rPr sz="900">
                          <a:solidFill>
                            <a:srgbClr val="000000"/>
                          </a:solidFill>
                        </a:rPr>
                        <a:t>2026-07-01</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Bad test signal in SIGE9HP with FEOL/BEOL mismatch is most consistent with BEOL copper-related electrical degradation rather than FEOL device failure. Prior BLIPS data shows similar signatures driven by Cu CMP overpolish causing loss of contact and SA nitride deposition conditions leading to excess Cu silicide formation and elevated resistance. These mechanisms are often tool/sequence dependent and wafer-position sensitive, indicating process-induced variability rather than intrinsic FEOL defectivity. [1][2]</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investigation on BEOL copper integration modules, specifically CMP endpoint control, cap nitride deposition sequencing, and tool conditioning effects. Correlate electrical failures to wafer position, recent tool maintenance/recipe changes, and multi-lot common tool usage. Validate whether signal is driven by contact resistance increase or open behavior before engaging FEOL RCA.</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INTG Team</a:t>
                      </a:r>
                    </a:p>
                  </a:txBody>
                  <a:tcPr/>
                </a:tc>
                <a:tc>
                  <a:txBody>
                    <a:bodyPr/>
                    <a:lstStyle/>
                    <a:p>
                      <a:pPr algn="l"/>
                      <a:r>
                        <a:rPr sz="900">
                          <a:solidFill>
                            <a:srgbClr val="000000"/>
                          </a:solidFill>
                        </a:rPr>
                        <a:t>Perform wafer-level correlation of failing signal vs. CMP endpoint metrics and check for overpolish signatures</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BEOL Module Engineer</a:t>
                      </a:r>
                    </a:p>
                  </a:txBody>
                  <a:tcPr>
                    <a:solidFill>
                      <a:srgbClr val="F2F2F2"/>
                    </a:solidFill>
                  </a:tcPr>
                </a:tc>
                <a:tc>
                  <a:txBody>
                    <a:bodyPr/>
                    <a:lstStyle/>
                    <a:p>
                      <a:pPr algn="l"/>
                      <a:r>
                        <a:rPr sz="900">
                          <a:solidFill>
                            <a:srgbClr val="000000"/>
                          </a:solidFill>
                        </a:rPr>
                        <a:t>Review recent SA nitride deposition runs for chamber conditioning, RF reflected power, and sequence after clean recipes</a:t>
                      </a:r>
                    </a:p>
                  </a:txBody>
                  <a:tcPr>
                    <a:solidFill>
                      <a:srgbClr val="F2F2F2"/>
                    </a:solidFill>
                  </a:tcPr>
                </a:tc>
                <a:tc>
                  <a:txBody>
                    <a:bodyPr/>
                    <a:lstStyle/>
                    <a:p>
                      <a:pPr algn="ctr"/>
                      <a:r>
                        <a:rPr sz="900">
                          <a:solidFill>
                            <a:srgbClr val="000000"/>
                          </a:solidFill>
                        </a:rPr>
                        <a:t>2026-07-01</a:t>
                      </a:r>
                    </a:p>
                  </a:txBody>
                  <a:tcPr>
                    <a:solidFill>
                      <a:srgbClr val="F2F2F2"/>
                    </a:solidFill>
                  </a:tcPr>
                </a:tc>
              </a:tr>
              <a:tr h="1005840">
                <a:tc>
                  <a:txBody>
                    <a:bodyPr/>
                    <a:lstStyle/>
                    <a:p>
                      <a:pPr algn="l"/>
                      <a:r>
                        <a:rPr sz="900">
                          <a:solidFill>
                            <a:srgbClr val="000000"/>
                          </a:solidFill>
                        </a:rPr>
                        <a:t>Yield/Characterization</a:t>
                      </a:r>
                    </a:p>
                  </a:txBody>
                  <a:tcPr/>
                </a:tc>
                <a:tc>
                  <a:txBody>
                    <a:bodyPr/>
                    <a:lstStyle/>
                    <a:p>
                      <a:pPr algn="l"/>
                      <a:r>
                        <a:rPr sz="900">
                          <a:solidFill>
                            <a:srgbClr val="000000"/>
                          </a:solidFill>
                        </a:rPr>
                        <a:t>Analyze electrical parametrics (Rline, via/contact resistance) to confirm Cu resistance shift vs. open failure mode</a:t>
                      </a:r>
                    </a:p>
                  </a:txBody>
                  <a:tcPr/>
                </a:tc>
                <a:tc>
                  <a:txBody>
                    <a:bodyPr/>
                    <a:lstStyle/>
                    <a:p>
                      <a:pPr algn="ctr"/>
                      <a:r>
                        <a:rPr sz="900">
                          <a:solidFill>
                            <a:srgbClr val="000000"/>
                          </a:solidFill>
                        </a:rPr>
                        <a:t>2026-06-30</a:t>
                      </a:r>
                    </a:p>
                  </a:txBody>
                  <a:tcPr/>
                </a:tc>
              </a:tr>
              <a:tr h="1005840">
                <a:tc>
                  <a:txBody>
                    <a:bodyPr/>
                    <a:lstStyle/>
                    <a:p>
                      <a:pPr algn="l"/>
                      <a:r>
                        <a:rPr sz="900">
                          <a:solidFill>
                            <a:srgbClr val="000000"/>
                          </a:solidFill>
                        </a:rPr>
                        <a:t>Process Integration</a:t>
                      </a:r>
                    </a:p>
                  </a:txBody>
                  <a:tcPr>
                    <a:solidFill>
                      <a:srgbClr val="F2F2F2"/>
                    </a:solidFill>
                  </a:tcPr>
                </a:tc>
                <a:tc>
                  <a:txBody>
                    <a:bodyPr/>
                    <a:lstStyle/>
                    <a:p>
                      <a:pPr algn="l"/>
                      <a:r>
                        <a:rPr sz="900">
                          <a:solidFill>
                            <a:srgbClr val="000000"/>
                          </a:solidFill>
                        </a:rPr>
                        <a:t>Identify common tools across impacted lots and cross-check for maintenance, aborts, or rework events</a:t>
                      </a:r>
                    </a:p>
                  </a:txBody>
                  <a:tcPr>
                    <a:solidFill>
                      <a:srgbClr val="F2F2F2"/>
                    </a:solidFill>
                  </a:tcPr>
                </a:tc>
                <a:tc>
                  <a:txBody>
                    <a:bodyPr/>
                    <a:lstStyle/>
                    <a:p>
                      <a:pPr algn="ctr"/>
                      <a:r>
                        <a:rPr sz="900">
                          <a:solidFill>
                            <a:srgbClr val="000000"/>
                          </a:solidFill>
                        </a:rPr>
                        <a:t>2026-07-02</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Bad test signal in SIGE9HP with FEOL/BEOL mismatch is most consistent with BEOL copper-related electrical degradation rather than FEOL device failure. Prior BLIPS data shows similar signatures driven by Cu CMP overpolish causing loss of contact and SA nitride deposition conditions leading to excess Cu silicide formation and elevated resistance. These mechanisms are often tool/sequence dependent and wafer-position sensitive, indicating process-induced variability rather than intrinsic FEOL defectivity. [1][2]</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investigation on BEOL copper integration modules, specifically CMP endpoint control, cap nitride deposition sequencing, and tool conditioning effects. Correlate electrical failures to wafer position, recent tool maintenance/recipe changes, and multi-lot common tool usage. Validate whether signal is driven by contact resistance increase or open behavior before engaging FEOL RCA.</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INTG Team</a:t>
                      </a:r>
                    </a:p>
                  </a:txBody>
                  <a:tcPr/>
                </a:tc>
                <a:tc>
                  <a:txBody>
                    <a:bodyPr/>
                    <a:lstStyle/>
                    <a:p>
                      <a:pPr algn="l"/>
                      <a:r>
                        <a:rPr sz="900">
                          <a:solidFill>
                            <a:srgbClr val="000000"/>
                          </a:solidFill>
                        </a:rPr>
                        <a:t>Perform wafer-level correlation of failing signal vs. CMP endpoint metrics and check for overpolish signatures</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BEOL Module Engineer</a:t>
                      </a:r>
                    </a:p>
                  </a:txBody>
                  <a:tcPr>
                    <a:solidFill>
                      <a:srgbClr val="F2F2F2"/>
                    </a:solidFill>
                  </a:tcPr>
                </a:tc>
                <a:tc>
                  <a:txBody>
                    <a:bodyPr/>
                    <a:lstStyle/>
                    <a:p>
                      <a:pPr algn="l"/>
                      <a:r>
                        <a:rPr sz="900">
                          <a:solidFill>
                            <a:srgbClr val="000000"/>
                          </a:solidFill>
                        </a:rPr>
                        <a:t>Review recent SA nitride deposition runs for chamber conditioning, RF reflected power, and sequence after clean recipes</a:t>
                      </a:r>
                    </a:p>
                  </a:txBody>
                  <a:tcPr>
                    <a:solidFill>
                      <a:srgbClr val="F2F2F2"/>
                    </a:solidFill>
                  </a:tcPr>
                </a:tc>
                <a:tc>
                  <a:txBody>
                    <a:bodyPr/>
                    <a:lstStyle/>
                    <a:p>
                      <a:pPr algn="ctr"/>
                      <a:r>
                        <a:rPr sz="900">
                          <a:solidFill>
                            <a:srgbClr val="000000"/>
                          </a:solidFill>
                        </a:rPr>
                        <a:t>2026-07-01</a:t>
                      </a:r>
                    </a:p>
                  </a:txBody>
                  <a:tcPr>
                    <a:solidFill>
                      <a:srgbClr val="F2F2F2"/>
                    </a:solidFill>
                  </a:tcPr>
                </a:tc>
              </a:tr>
              <a:tr h="1005840">
                <a:tc>
                  <a:txBody>
                    <a:bodyPr/>
                    <a:lstStyle/>
                    <a:p>
                      <a:pPr algn="l"/>
                      <a:r>
                        <a:rPr sz="900">
                          <a:solidFill>
                            <a:srgbClr val="000000"/>
                          </a:solidFill>
                        </a:rPr>
                        <a:t>Yield/Characterization</a:t>
                      </a:r>
                    </a:p>
                  </a:txBody>
                  <a:tcPr/>
                </a:tc>
                <a:tc>
                  <a:txBody>
                    <a:bodyPr/>
                    <a:lstStyle/>
                    <a:p>
                      <a:pPr algn="l"/>
                      <a:r>
                        <a:rPr sz="900">
                          <a:solidFill>
                            <a:srgbClr val="000000"/>
                          </a:solidFill>
                        </a:rPr>
                        <a:t>Analyze electrical parametrics (Rline, via/contact resistance) to confirm Cu resistance shift vs. open failure mode</a:t>
                      </a:r>
                    </a:p>
                  </a:txBody>
                  <a:tcPr/>
                </a:tc>
                <a:tc>
                  <a:txBody>
                    <a:bodyPr/>
                    <a:lstStyle/>
                    <a:p>
                      <a:pPr algn="ctr"/>
                      <a:r>
                        <a:rPr sz="900">
                          <a:solidFill>
                            <a:srgbClr val="000000"/>
                          </a:solidFill>
                        </a:rPr>
                        <a:t>2026-06-30</a:t>
                      </a:r>
                    </a:p>
                  </a:txBody>
                  <a:tcPr/>
                </a:tc>
              </a:tr>
              <a:tr h="1005840">
                <a:tc>
                  <a:txBody>
                    <a:bodyPr/>
                    <a:lstStyle/>
                    <a:p>
                      <a:pPr algn="l"/>
                      <a:r>
                        <a:rPr sz="900">
                          <a:solidFill>
                            <a:srgbClr val="000000"/>
                          </a:solidFill>
                        </a:rPr>
                        <a:t>Process Integration</a:t>
                      </a:r>
                    </a:p>
                  </a:txBody>
                  <a:tcPr>
                    <a:solidFill>
                      <a:srgbClr val="F2F2F2"/>
                    </a:solidFill>
                  </a:tcPr>
                </a:tc>
                <a:tc>
                  <a:txBody>
                    <a:bodyPr/>
                    <a:lstStyle/>
                    <a:p>
                      <a:pPr algn="l"/>
                      <a:r>
                        <a:rPr sz="900">
                          <a:solidFill>
                            <a:srgbClr val="000000"/>
                          </a:solidFill>
                        </a:rPr>
                        <a:t>Identify common tools across impacted lots and cross-check for maintenance, aborts, or rework events</a:t>
                      </a:r>
                    </a:p>
                  </a:txBody>
                  <a:tcPr>
                    <a:solidFill>
                      <a:srgbClr val="F2F2F2"/>
                    </a:solidFill>
                  </a:tcPr>
                </a:tc>
                <a:tc>
                  <a:txBody>
                    <a:bodyPr/>
                    <a:lstStyle/>
                    <a:p>
                      <a:pPr algn="ctr"/>
                      <a:r>
                        <a:rPr sz="900">
                          <a:solidFill>
                            <a:srgbClr val="000000"/>
                          </a:solidFill>
                        </a:rPr>
                        <a:t>2026-07-02</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Bad test signal in SIGE9HP with FEOL/BEOL mismatch is most consistent with BEOL copper-related electrical degradation rather than FEOL device failure. Prior BLIPS data shows similar signatures driven by Cu CMP overpolish causing loss of contact and SA nitride deposition conditions leading to excess Cu silicide formation and elevated resistance. These mechanisms are often tool/sequence dependent and wafer-position sensitive, indicating process-induced variability rather than intrinsic FEOL defectivity. [1][2]</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investigation on BEOL copper integration modules, specifically CMP endpoint control, cap nitride deposition sequencing, and tool conditioning effects. Correlate electrical failures to wafer position, recent tool maintenance/recipe changes, and multi-lot common tool usage. Validate whether signal is driven by contact resistance increase or open behavior before engaging FEOL RCA.</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INTG Team</a:t>
                      </a:r>
                    </a:p>
                  </a:txBody>
                  <a:tcPr/>
                </a:tc>
                <a:tc>
                  <a:txBody>
                    <a:bodyPr/>
                    <a:lstStyle/>
                    <a:p>
                      <a:pPr algn="l"/>
                      <a:r>
                        <a:rPr sz="900">
                          <a:solidFill>
                            <a:srgbClr val="000000"/>
                          </a:solidFill>
                        </a:rPr>
                        <a:t>Perform wafer-level correlation of failing signal vs. CMP endpoint metrics and check for overpolish signatures</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BEOL Module Engineer</a:t>
                      </a:r>
                    </a:p>
                  </a:txBody>
                  <a:tcPr>
                    <a:solidFill>
                      <a:srgbClr val="F2F2F2"/>
                    </a:solidFill>
                  </a:tcPr>
                </a:tc>
                <a:tc>
                  <a:txBody>
                    <a:bodyPr/>
                    <a:lstStyle/>
                    <a:p>
                      <a:pPr algn="l"/>
                      <a:r>
                        <a:rPr sz="900">
                          <a:solidFill>
                            <a:srgbClr val="000000"/>
                          </a:solidFill>
                        </a:rPr>
                        <a:t>Review recent SA nitride deposition runs for chamber conditioning, RF reflected power, and sequence after clean recipes</a:t>
                      </a:r>
                    </a:p>
                  </a:txBody>
                  <a:tcPr>
                    <a:solidFill>
                      <a:srgbClr val="F2F2F2"/>
                    </a:solidFill>
                  </a:tcPr>
                </a:tc>
                <a:tc>
                  <a:txBody>
                    <a:bodyPr/>
                    <a:lstStyle/>
                    <a:p>
                      <a:pPr algn="ctr"/>
                      <a:r>
                        <a:rPr sz="900">
                          <a:solidFill>
                            <a:srgbClr val="000000"/>
                          </a:solidFill>
                        </a:rPr>
                        <a:t>2026-07-01</a:t>
                      </a:r>
                    </a:p>
                  </a:txBody>
                  <a:tcPr>
                    <a:solidFill>
                      <a:srgbClr val="F2F2F2"/>
                    </a:solidFill>
                  </a:tcPr>
                </a:tc>
              </a:tr>
              <a:tr h="1005840">
                <a:tc>
                  <a:txBody>
                    <a:bodyPr/>
                    <a:lstStyle/>
                    <a:p>
                      <a:pPr algn="l"/>
                      <a:r>
                        <a:rPr sz="900">
                          <a:solidFill>
                            <a:srgbClr val="000000"/>
                          </a:solidFill>
                        </a:rPr>
                        <a:t>Yield/Characterization</a:t>
                      </a:r>
                    </a:p>
                  </a:txBody>
                  <a:tcPr/>
                </a:tc>
                <a:tc>
                  <a:txBody>
                    <a:bodyPr/>
                    <a:lstStyle/>
                    <a:p>
                      <a:pPr algn="l"/>
                      <a:r>
                        <a:rPr sz="900">
                          <a:solidFill>
                            <a:srgbClr val="000000"/>
                          </a:solidFill>
                        </a:rPr>
                        <a:t>Analyze electrical parametrics (Rline, via/contact resistance) to confirm Cu resistance shift vs. open failure mode</a:t>
                      </a:r>
                    </a:p>
                  </a:txBody>
                  <a:tcPr/>
                </a:tc>
                <a:tc>
                  <a:txBody>
                    <a:bodyPr/>
                    <a:lstStyle/>
                    <a:p>
                      <a:pPr algn="ctr"/>
                      <a:r>
                        <a:rPr sz="900">
                          <a:solidFill>
                            <a:srgbClr val="000000"/>
                          </a:solidFill>
                        </a:rPr>
                        <a:t>2026-06-30</a:t>
                      </a:r>
                    </a:p>
                  </a:txBody>
                  <a:tcPr/>
                </a:tc>
              </a:tr>
              <a:tr h="1005840">
                <a:tc>
                  <a:txBody>
                    <a:bodyPr/>
                    <a:lstStyle/>
                    <a:p>
                      <a:pPr algn="l"/>
                      <a:r>
                        <a:rPr sz="900">
                          <a:solidFill>
                            <a:srgbClr val="000000"/>
                          </a:solidFill>
                        </a:rPr>
                        <a:t>Process Integration</a:t>
                      </a:r>
                    </a:p>
                  </a:txBody>
                  <a:tcPr>
                    <a:solidFill>
                      <a:srgbClr val="F2F2F2"/>
                    </a:solidFill>
                  </a:tcPr>
                </a:tc>
                <a:tc>
                  <a:txBody>
                    <a:bodyPr/>
                    <a:lstStyle/>
                    <a:p>
                      <a:pPr algn="l"/>
                      <a:r>
                        <a:rPr sz="900">
                          <a:solidFill>
                            <a:srgbClr val="000000"/>
                          </a:solidFill>
                        </a:rPr>
                        <a:t>Identify common tools across impacted lots and cross-check for maintenance, aborts, or rework events</a:t>
                      </a:r>
                    </a:p>
                  </a:txBody>
                  <a:tcPr>
                    <a:solidFill>
                      <a:srgbClr val="F2F2F2"/>
                    </a:solidFill>
                  </a:tcPr>
                </a:tc>
                <a:tc>
                  <a:txBody>
                    <a:bodyPr/>
                    <a:lstStyle/>
                    <a:p>
                      <a:pPr algn="ctr"/>
                      <a:r>
                        <a:rPr sz="900">
                          <a:solidFill>
                            <a:srgbClr val="000000"/>
                          </a:solidFill>
                        </a:rPr>
                        <a:t>2026-07-02</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Bad test signal in SIGE9HP with FEOL/BEOL mismatch is most consistent with BEOL copper-related electrical degradation rather than FEOL device failure. Prior BLIPS data shows similar signatures driven by Cu CMP overpolish causing loss of contact and SA nitride deposition conditions leading to excess Cu silicide formation and elevated resistance. These mechanisms are often tool/sequence dependent and wafer-position sensitive, indicating process-induced variability rather than intrinsic FEOL defectivity. [1][2]</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investigation on BEOL copper integration modules, specifically CMP endpoint control, cap nitride deposition sequencing, and tool conditioning effects. Correlate electrical failures to wafer position, recent tool maintenance/recipe changes, and multi-lot common tool usage. Validate whether signal is driven by contact resistance increase or open behavior before engaging FEOL RCA.</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INTG Team</a:t>
                      </a:r>
                    </a:p>
                  </a:txBody>
                  <a:tcPr/>
                </a:tc>
                <a:tc>
                  <a:txBody>
                    <a:bodyPr/>
                    <a:lstStyle/>
                    <a:p>
                      <a:pPr algn="l"/>
                      <a:r>
                        <a:rPr sz="900">
                          <a:solidFill>
                            <a:srgbClr val="000000"/>
                          </a:solidFill>
                        </a:rPr>
                        <a:t>Perform wafer-level correlation of failing signal vs. CMP endpoint metrics and check for overpolish signatures</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BEOL Module Engineer</a:t>
                      </a:r>
                    </a:p>
                  </a:txBody>
                  <a:tcPr>
                    <a:solidFill>
                      <a:srgbClr val="F2F2F2"/>
                    </a:solidFill>
                  </a:tcPr>
                </a:tc>
                <a:tc>
                  <a:txBody>
                    <a:bodyPr/>
                    <a:lstStyle/>
                    <a:p>
                      <a:pPr algn="l"/>
                      <a:r>
                        <a:rPr sz="900">
                          <a:solidFill>
                            <a:srgbClr val="000000"/>
                          </a:solidFill>
                        </a:rPr>
                        <a:t>Review recent SA nitride deposition runs for chamber conditioning, RF reflected power, and sequence after clean recipes</a:t>
                      </a:r>
                    </a:p>
                  </a:txBody>
                  <a:tcPr>
                    <a:solidFill>
                      <a:srgbClr val="F2F2F2"/>
                    </a:solidFill>
                  </a:tcPr>
                </a:tc>
                <a:tc>
                  <a:txBody>
                    <a:bodyPr/>
                    <a:lstStyle/>
                    <a:p>
                      <a:pPr algn="ctr"/>
                      <a:r>
                        <a:rPr sz="900">
                          <a:solidFill>
                            <a:srgbClr val="000000"/>
                          </a:solidFill>
                        </a:rPr>
                        <a:t>2026-07-01</a:t>
                      </a:r>
                    </a:p>
                  </a:txBody>
                  <a:tcPr>
                    <a:solidFill>
                      <a:srgbClr val="F2F2F2"/>
                    </a:solidFill>
                  </a:tcPr>
                </a:tc>
              </a:tr>
              <a:tr h="1005840">
                <a:tc>
                  <a:txBody>
                    <a:bodyPr/>
                    <a:lstStyle/>
                    <a:p>
                      <a:pPr algn="l"/>
                      <a:r>
                        <a:rPr sz="900">
                          <a:solidFill>
                            <a:srgbClr val="000000"/>
                          </a:solidFill>
                        </a:rPr>
                        <a:t>Yield/Characterization</a:t>
                      </a:r>
                    </a:p>
                  </a:txBody>
                  <a:tcPr/>
                </a:tc>
                <a:tc>
                  <a:txBody>
                    <a:bodyPr/>
                    <a:lstStyle/>
                    <a:p>
                      <a:pPr algn="l"/>
                      <a:r>
                        <a:rPr sz="900">
                          <a:solidFill>
                            <a:srgbClr val="000000"/>
                          </a:solidFill>
                        </a:rPr>
                        <a:t>Analyze electrical parametrics (Rline, via/contact resistance) to confirm Cu resistance shift vs. open failure mode</a:t>
                      </a:r>
                    </a:p>
                  </a:txBody>
                  <a:tcPr/>
                </a:tc>
                <a:tc>
                  <a:txBody>
                    <a:bodyPr/>
                    <a:lstStyle/>
                    <a:p>
                      <a:pPr algn="ctr"/>
                      <a:r>
                        <a:rPr sz="900">
                          <a:solidFill>
                            <a:srgbClr val="000000"/>
                          </a:solidFill>
                        </a:rPr>
                        <a:t>2026-06-30</a:t>
                      </a:r>
                    </a:p>
                  </a:txBody>
                  <a:tcPr/>
                </a:tc>
              </a:tr>
              <a:tr h="1005840">
                <a:tc>
                  <a:txBody>
                    <a:bodyPr/>
                    <a:lstStyle/>
                    <a:p>
                      <a:pPr algn="l"/>
                      <a:r>
                        <a:rPr sz="900">
                          <a:solidFill>
                            <a:srgbClr val="000000"/>
                          </a:solidFill>
                        </a:rPr>
                        <a:t>Process Integration</a:t>
                      </a:r>
                    </a:p>
                  </a:txBody>
                  <a:tcPr>
                    <a:solidFill>
                      <a:srgbClr val="F2F2F2"/>
                    </a:solidFill>
                  </a:tcPr>
                </a:tc>
                <a:tc>
                  <a:txBody>
                    <a:bodyPr/>
                    <a:lstStyle/>
                    <a:p>
                      <a:pPr algn="l"/>
                      <a:r>
                        <a:rPr sz="900">
                          <a:solidFill>
                            <a:srgbClr val="000000"/>
                          </a:solidFill>
                        </a:rPr>
                        <a:t>Identify common tools across impacted lots and cross-check for maintenance, aborts, or rework events</a:t>
                      </a:r>
                    </a:p>
                  </a:txBody>
                  <a:tcPr>
                    <a:solidFill>
                      <a:srgbClr val="F2F2F2"/>
                    </a:solidFill>
                  </a:tcPr>
                </a:tc>
                <a:tc>
                  <a:txBody>
                    <a:bodyPr/>
                    <a:lstStyle/>
                    <a:p>
                      <a:pPr algn="ctr"/>
                      <a:r>
                        <a:rPr sz="900">
                          <a:solidFill>
                            <a:srgbClr val="000000"/>
                          </a:solidFill>
                        </a:rPr>
                        <a:t>2026-07-02</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Bad test signal in SIGE9HP with FEOL/BEOL mismatch is most consistent with BEOL copper-related electrical degradation rather than FEOL device failure. Prior BLIPS data shows similar signatures driven by Cu CMP overpolish causing loss of contact and SA nitride deposition conditions leading to excess Cu silicide formation and elevated resistance. These mechanisms are often tool/sequence dependent and wafer-position sensitive, indicating process-induced variability rather than intrinsic FEOL defectivity. [1][2]</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investigation on BEOL copper integration modules, specifically CMP endpoint control, cap nitride deposition sequencing, and tool conditioning effects. Correlate electrical failures to wafer position, recent tool maintenance/recipe changes, and multi-lot common tool usage. Validate whether signal is driven by contact resistance increase or open behavior before engaging FEOL RCA.</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INTG Team</a:t>
                      </a:r>
                    </a:p>
                  </a:txBody>
                  <a:tcPr/>
                </a:tc>
                <a:tc>
                  <a:txBody>
                    <a:bodyPr/>
                    <a:lstStyle/>
                    <a:p>
                      <a:pPr algn="l"/>
                      <a:r>
                        <a:rPr sz="900">
                          <a:solidFill>
                            <a:srgbClr val="000000"/>
                          </a:solidFill>
                        </a:rPr>
                        <a:t>Perform wafer-level correlation of failing signal vs. CMP endpoint metrics and check for overpolish signatures</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BEOL Module Engineer</a:t>
                      </a:r>
                    </a:p>
                  </a:txBody>
                  <a:tcPr>
                    <a:solidFill>
                      <a:srgbClr val="F2F2F2"/>
                    </a:solidFill>
                  </a:tcPr>
                </a:tc>
                <a:tc>
                  <a:txBody>
                    <a:bodyPr/>
                    <a:lstStyle/>
                    <a:p>
                      <a:pPr algn="l"/>
                      <a:r>
                        <a:rPr sz="900">
                          <a:solidFill>
                            <a:srgbClr val="000000"/>
                          </a:solidFill>
                        </a:rPr>
                        <a:t>Review recent SA nitride deposition runs for chamber conditioning, RF reflected power, and sequence after clean recipes</a:t>
                      </a:r>
                    </a:p>
                  </a:txBody>
                  <a:tcPr>
                    <a:solidFill>
                      <a:srgbClr val="F2F2F2"/>
                    </a:solidFill>
                  </a:tcPr>
                </a:tc>
                <a:tc>
                  <a:txBody>
                    <a:bodyPr/>
                    <a:lstStyle/>
                    <a:p>
                      <a:pPr algn="ctr"/>
                      <a:r>
                        <a:rPr sz="900">
                          <a:solidFill>
                            <a:srgbClr val="000000"/>
                          </a:solidFill>
                        </a:rPr>
                        <a:t>2026-07-01</a:t>
                      </a:r>
                    </a:p>
                  </a:txBody>
                  <a:tcPr>
                    <a:solidFill>
                      <a:srgbClr val="F2F2F2"/>
                    </a:solidFill>
                  </a:tcPr>
                </a:tc>
              </a:tr>
              <a:tr h="1005840">
                <a:tc>
                  <a:txBody>
                    <a:bodyPr/>
                    <a:lstStyle/>
                    <a:p>
                      <a:pPr algn="l"/>
                      <a:r>
                        <a:rPr sz="900">
                          <a:solidFill>
                            <a:srgbClr val="000000"/>
                          </a:solidFill>
                        </a:rPr>
                        <a:t>Yield/Characterization</a:t>
                      </a:r>
                    </a:p>
                  </a:txBody>
                  <a:tcPr/>
                </a:tc>
                <a:tc>
                  <a:txBody>
                    <a:bodyPr/>
                    <a:lstStyle/>
                    <a:p>
                      <a:pPr algn="l"/>
                      <a:r>
                        <a:rPr sz="900">
                          <a:solidFill>
                            <a:srgbClr val="000000"/>
                          </a:solidFill>
                        </a:rPr>
                        <a:t>Analyze electrical parametrics (Rline, via/contact resistance) to confirm Cu resistance shift vs. open failure mode</a:t>
                      </a:r>
                    </a:p>
                  </a:txBody>
                  <a:tcPr/>
                </a:tc>
                <a:tc>
                  <a:txBody>
                    <a:bodyPr/>
                    <a:lstStyle/>
                    <a:p>
                      <a:pPr algn="ctr"/>
                      <a:r>
                        <a:rPr sz="900">
                          <a:solidFill>
                            <a:srgbClr val="000000"/>
                          </a:solidFill>
                        </a:rPr>
                        <a:t>2026-06-30</a:t>
                      </a:r>
                    </a:p>
                  </a:txBody>
                  <a:tcPr/>
                </a:tc>
              </a:tr>
              <a:tr h="1005840">
                <a:tc>
                  <a:txBody>
                    <a:bodyPr/>
                    <a:lstStyle/>
                    <a:p>
                      <a:pPr algn="l"/>
                      <a:r>
                        <a:rPr sz="900">
                          <a:solidFill>
                            <a:srgbClr val="000000"/>
                          </a:solidFill>
                        </a:rPr>
                        <a:t>Process Integration</a:t>
                      </a:r>
                    </a:p>
                  </a:txBody>
                  <a:tcPr>
                    <a:solidFill>
                      <a:srgbClr val="F2F2F2"/>
                    </a:solidFill>
                  </a:tcPr>
                </a:tc>
                <a:tc>
                  <a:txBody>
                    <a:bodyPr/>
                    <a:lstStyle/>
                    <a:p>
                      <a:pPr algn="l"/>
                      <a:r>
                        <a:rPr sz="900">
                          <a:solidFill>
                            <a:srgbClr val="000000"/>
                          </a:solidFill>
                        </a:rPr>
                        <a:t>Identify common tools across impacted lots and cross-check for maintenance, aborts, or rework events</a:t>
                      </a:r>
                    </a:p>
                  </a:txBody>
                  <a:tcPr>
                    <a:solidFill>
                      <a:srgbClr val="F2F2F2"/>
                    </a:solidFill>
                  </a:tcPr>
                </a:tc>
                <a:tc>
                  <a:txBody>
                    <a:bodyPr/>
                    <a:lstStyle/>
                    <a:p>
                      <a:pPr algn="ctr"/>
                      <a:r>
                        <a:rPr sz="900">
                          <a:solidFill>
                            <a:srgbClr val="000000"/>
                          </a:solidFill>
                        </a:rPr>
                        <a:t>2026-07-02</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Bad test signal in SIGE9HP with FEOL/BEOL mismatch is most consistent with BEOL copper-related electrical degradation rather than FEOL device failure. Prior BLIPS data shows similar signatures driven by Cu CMP overpolish causing loss of contact and SA nitride deposition conditions leading to excess Cu silicide formation and elevated resistance. These mechanisms are often tool/sequence dependent and wafer-position sensitive, indicating process-induced variability rather than intrinsic FEOL defectivity. [1][2]</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Localized BEOL failure signature with slot-specific abnormality and likely contact/via interface degradation.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investigation on BEOL copper integration modules, specifically CMP endpoint control, cap nitride deposition sequencing, and tool conditioning effects. Correlate electrical failures to wafer position, recent tool maintenance/recipe changes, and multi-lot common tool usage. Validate whether signal is driven by contact resistance increase or open behavior before engaging FEOL RCA.</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INTG Team</a:t>
                      </a:r>
                    </a:p>
                  </a:txBody>
                  <a:tcPr/>
                </a:tc>
                <a:tc>
                  <a:txBody>
                    <a:bodyPr/>
                    <a:lstStyle/>
                    <a:p>
                      <a:pPr algn="l"/>
                      <a:r>
                        <a:rPr sz="900">
                          <a:solidFill>
                            <a:srgbClr val="000000"/>
                          </a:solidFill>
                        </a:rPr>
                        <a:t>Perform wafer-level correlation of failing signal vs. CMP endpoint metrics and check for overpolish signatures</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BEOL Module Engineer</a:t>
                      </a:r>
                    </a:p>
                  </a:txBody>
                  <a:tcPr>
                    <a:solidFill>
                      <a:srgbClr val="F2F2F2"/>
                    </a:solidFill>
                  </a:tcPr>
                </a:tc>
                <a:tc>
                  <a:txBody>
                    <a:bodyPr/>
                    <a:lstStyle/>
                    <a:p>
                      <a:pPr algn="l"/>
                      <a:r>
                        <a:rPr sz="900">
                          <a:solidFill>
                            <a:srgbClr val="000000"/>
                          </a:solidFill>
                        </a:rPr>
                        <a:t>Review recent SA nitride deposition runs for chamber conditioning, RF reflected power, and sequence after clean recipes</a:t>
                      </a:r>
                    </a:p>
                  </a:txBody>
                  <a:tcPr>
                    <a:solidFill>
                      <a:srgbClr val="F2F2F2"/>
                    </a:solidFill>
                  </a:tcPr>
                </a:tc>
                <a:tc>
                  <a:txBody>
                    <a:bodyPr/>
                    <a:lstStyle/>
                    <a:p>
                      <a:pPr algn="ctr"/>
                      <a:r>
                        <a:rPr sz="900">
                          <a:solidFill>
                            <a:srgbClr val="000000"/>
                          </a:solidFill>
                        </a:rPr>
                        <a:t>2026-07-01</a:t>
                      </a:r>
                    </a:p>
                  </a:txBody>
                  <a:tcPr>
                    <a:solidFill>
                      <a:srgbClr val="F2F2F2"/>
                    </a:solidFill>
                  </a:tcPr>
                </a:tc>
              </a:tr>
              <a:tr h="1005840">
                <a:tc>
                  <a:txBody>
                    <a:bodyPr/>
                    <a:lstStyle/>
                    <a:p>
                      <a:pPr algn="l"/>
                      <a:r>
                        <a:rPr sz="900">
                          <a:solidFill>
                            <a:srgbClr val="000000"/>
                          </a:solidFill>
                        </a:rPr>
                        <a:t>Yield/Characterization</a:t>
                      </a:r>
                    </a:p>
                  </a:txBody>
                  <a:tcPr/>
                </a:tc>
                <a:tc>
                  <a:txBody>
                    <a:bodyPr/>
                    <a:lstStyle/>
                    <a:p>
                      <a:pPr algn="l"/>
                      <a:r>
                        <a:rPr sz="900">
                          <a:solidFill>
                            <a:srgbClr val="000000"/>
                          </a:solidFill>
                        </a:rPr>
                        <a:t>Analyze electrical parametrics (Rline, via/contact resistance) to confirm Cu resistance shift vs. open failure mode</a:t>
                      </a:r>
                    </a:p>
                  </a:txBody>
                  <a:tcPr/>
                </a:tc>
                <a:tc>
                  <a:txBody>
                    <a:bodyPr/>
                    <a:lstStyle/>
                    <a:p>
                      <a:pPr algn="ctr"/>
                      <a:r>
                        <a:rPr sz="900">
                          <a:solidFill>
                            <a:srgbClr val="000000"/>
                          </a:solidFill>
                        </a:rPr>
                        <a:t>2026-06-30</a:t>
                      </a:r>
                    </a:p>
                  </a:txBody>
                  <a:tcPr/>
                </a:tc>
              </a:tr>
              <a:tr h="1005840">
                <a:tc>
                  <a:txBody>
                    <a:bodyPr/>
                    <a:lstStyle/>
                    <a:p>
                      <a:pPr algn="l"/>
                      <a:r>
                        <a:rPr sz="900">
                          <a:solidFill>
                            <a:srgbClr val="000000"/>
                          </a:solidFill>
                        </a:rPr>
                        <a:t>Process Integration</a:t>
                      </a:r>
                    </a:p>
                  </a:txBody>
                  <a:tcPr>
                    <a:solidFill>
                      <a:srgbClr val="F2F2F2"/>
                    </a:solidFill>
                  </a:tcPr>
                </a:tc>
                <a:tc>
                  <a:txBody>
                    <a:bodyPr/>
                    <a:lstStyle/>
                    <a:p>
                      <a:pPr algn="l"/>
                      <a:r>
                        <a:rPr sz="900">
                          <a:solidFill>
                            <a:srgbClr val="000000"/>
                          </a:solidFill>
                        </a:rPr>
                        <a:t>Identify common tools across impacted lots and cross-check for maintenance, aborts, or rework events</a:t>
                      </a:r>
                    </a:p>
                  </a:txBody>
                  <a:tcPr>
                    <a:solidFill>
                      <a:srgbClr val="F2F2F2"/>
                    </a:solidFill>
                  </a:tcPr>
                </a:tc>
                <a:tc>
                  <a:txBody>
                    <a:bodyPr/>
                    <a:lstStyle/>
                    <a:p>
                      <a:pPr algn="ctr"/>
                      <a:r>
                        <a:rPr sz="900">
                          <a:solidFill>
                            <a:srgbClr val="000000"/>
                          </a:solidFill>
                        </a:rPr>
                        <a:t>2026-07-02</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Bad test signal in SIGE9HP with FEOL/BEOL mismatch is most consistent with BEOL copper-related electrical degradation rather than FEOL device failure. Prior BLIPS data shows similar signatures driven by Cu CMP overpolish causing loss of contact and SA nitride deposition conditions leading to excess Cu silicide formation and elevated resistance. These mechanisms are often tool/sequence dependent and wafer-position sensitive, indicating process-induced variability rather than intrinsic FEOL defectivity. [1][2]</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Not specified</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investigation on BEOL copper integration modules, specifically CMP endpoint control, cap nitride deposition sequencing, and tool conditioning effects. Correlate electrical failures to wafer position, recent tool maintenance/recipe changes, and multi-lot common tool usage. Validate whether signal is driven by contact resistance increase or open behavior before engaging FEOL RCA.</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INTG Team</a:t>
                      </a:r>
                    </a:p>
                  </a:txBody>
                  <a:tcPr/>
                </a:tc>
                <a:tc>
                  <a:txBody>
                    <a:bodyPr/>
                    <a:lstStyle/>
                    <a:p>
                      <a:pPr algn="l"/>
                      <a:r>
                        <a:rPr sz="900">
                          <a:solidFill>
                            <a:srgbClr val="000000"/>
                          </a:solidFill>
                        </a:rPr>
                        <a:t>Perform wafer-level correlation of failing signal vs. CMP endpoint metrics and check for overpolish signatures</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BEOL Module Engineer</a:t>
                      </a:r>
                    </a:p>
                  </a:txBody>
                  <a:tcPr>
                    <a:solidFill>
                      <a:srgbClr val="F2F2F2"/>
                    </a:solidFill>
                  </a:tcPr>
                </a:tc>
                <a:tc>
                  <a:txBody>
                    <a:bodyPr/>
                    <a:lstStyle/>
                    <a:p>
                      <a:pPr algn="l"/>
                      <a:r>
                        <a:rPr sz="900">
                          <a:solidFill>
                            <a:srgbClr val="000000"/>
                          </a:solidFill>
                        </a:rPr>
                        <a:t>Review recent SA nitride deposition runs for chamber conditioning, RF reflected power, and sequence after clean recipes</a:t>
                      </a:r>
                    </a:p>
                  </a:txBody>
                  <a:tcPr>
                    <a:solidFill>
                      <a:srgbClr val="F2F2F2"/>
                    </a:solidFill>
                  </a:tcPr>
                </a:tc>
                <a:tc>
                  <a:txBody>
                    <a:bodyPr/>
                    <a:lstStyle/>
                    <a:p>
                      <a:pPr algn="ctr"/>
                      <a:r>
                        <a:rPr sz="900">
                          <a:solidFill>
                            <a:srgbClr val="000000"/>
                          </a:solidFill>
                        </a:rPr>
                        <a:t>2026-07-01</a:t>
                      </a:r>
                    </a:p>
                  </a:txBody>
                  <a:tcPr>
                    <a:solidFill>
                      <a:srgbClr val="F2F2F2"/>
                    </a:solidFill>
                  </a:tcPr>
                </a:tc>
              </a:tr>
              <a:tr h="1005840">
                <a:tc>
                  <a:txBody>
                    <a:bodyPr/>
                    <a:lstStyle/>
                    <a:p>
                      <a:pPr algn="l"/>
                      <a:r>
                        <a:rPr sz="900">
                          <a:solidFill>
                            <a:srgbClr val="000000"/>
                          </a:solidFill>
                        </a:rPr>
                        <a:t>Yield/Characterization</a:t>
                      </a:r>
                    </a:p>
                  </a:txBody>
                  <a:tcPr/>
                </a:tc>
                <a:tc>
                  <a:txBody>
                    <a:bodyPr/>
                    <a:lstStyle/>
                    <a:p>
                      <a:pPr algn="l"/>
                      <a:r>
                        <a:rPr sz="900">
                          <a:solidFill>
                            <a:srgbClr val="000000"/>
                          </a:solidFill>
                        </a:rPr>
                        <a:t>Analyze electrical parametrics (Rline, via/contact resistance) to confirm Cu resistance shift vs. open failure mode</a:t>
                      </a:r>
                    </a:p>
                  </a:txBody>
                  <a:tcPr/>
                </a:tc>
                <a:tc>
                  <a:txBody>
                    <a:bodyPr/>
                    <a:lstStyle/>
                    <a:p>
                      <a:pPr algn="ctr"/>
                      <a:r>
                        <a:rPr sz="900">
                          <a:solidFill>
                            <a:srgbClr val="000000"/>
                          </a:solidFill>
                        </a:rPr>
                        <a:t>2026-06-30</a:t>
                      </a:r>
                    </a:p>
                  </a:txBody>
                  <a:tcPr/>
                </a:tc>
              </a:tr>
              <a:tr h="1005840">
                <a:tc>
                  <a:txBody>
                    <a:bodyPr/>
                    <a:lstStyle/>
                    <a:p>
                      <a:pPr algn="l"/>
                      <a:r>
                        <a:rPr sz="900">
                          <a:solidFill>
                            <a:srgbClr val="000000"/>
                          </a:solidFill>
                        </a:rPr>
                        <a:t>Process Integration</a:t>
                      </a:r>
                    </a:p>
                  </a:txBody>
                  <a:tcPr>
                    <a:solidFill>
                      <a:srgbClr val="F2F2F2"/>
                    </a:solidFill>
                  </a:tcPr>
                </a:tc>
                <a:tc>
                  <a:txBody>
                    <a:bodyPr/>
                    <a:lstStyle/>
                    <a:p>
                      <a:pPr algn="l"/>
                      <a:r>
                        <a:rPr sz="900">
                          <a:solidFill>
                            <a:srgbClr val="000000"/>
                          </a:solidFill>
                        </a:rPr>
                        <a:t>Identify common tools across impacted lots and cross-check for maintenance, aborts, or rework events</a:t>
                      </a:r>
                    </a:p>
                  </a:txBody>
                  <a:tcPr>
                    <a:solidFill>
                      <a:srgbClr val="F2F2F2"/>
                    </a:solidFill>
                  </a:tcPr>
                </a:tc>
                <a:tc>
                  <a:txBody>
                    <a:bodyPr/>
                    <a:lstStyle/>
                    <a:p>
                      <a:pPr algn="ctr"/>
                      <a:r>
                        <a:rPr sz="900">
                          <a:solidFill>
                            <a:srgbClr val="000000"/>
                          </a:solidFill>
                        </a:rPr>
                        <a:t>2026-07-02</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Bad test signal in SIGE9HP with FEOL/BEOL mismatch is most consistent with BEOL copper-related electrical degradation rather than FEOL device failure. Prior BLIPS data shows similar signatures driven by Cu CMP overpolish causing loss of contact and SA nitride deposition conditions leading to excess Cu silicide formation and elevated resistance. These mechanisms are often tool/sequence dependent and wafer-position sensitive, indicating process-induced variability rather than intrinsic FEOL defectivity. [1][2]</a:t>
            </a:r>
          </a:p>
        </p:txBody>
      </p:sp>
      <p:sp>
        <p:nvSpPr>
          <p:cNvPr id="7" name="Rounded Rectangle 6"/>
          <p:cNvSpPr/>
          <p:nvPr/>
        </p:nvSpPr>
        <p:spPr>
          <a:xfrm>
            <a:off x="502920" y="4709160"/>
            <a:ext cx="2743200" cy="548640"/>
          </a:xfrm>
          <a:prstGeom prst="round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00000"/>
                </a:solidFill>
              </a:rPr>
              <a:t>Confidence: Medium</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xyz example failure interpretation for BEOL copper integration</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Focus investigation on BEOL copper integration modules, specifically CMP endpoint control, cap nitride deposition sequencing, and tool conditioning effects. Correlate electrical failures to wafer position, recent tool maintenance/recipe changes, and multi-lot common tool usage. Validate whether signal is driven by contact resistance increase or open behavior before engaging FEOL RCA.</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517136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005840">
                <a:tc>
                  <a:txBody>
                    <a:bodyPr/>
                    <a:lstStyle/>
                    <a:p>
                      <a:pPr algn="l"/>
                      <a:r>
                        <a:rPr sz="900">
                          <a:solidFill>
                            <a:srgbClr val="000000"/>
                          </a:solidFill>
                        </a:rPr>
                        <a:t>INTG Team</a:t>
                      </a:r>
                    </a:p>
                  </a:txBody>
                  <a:tcPr/>
                </a:tc>
                <a:tc>
                  <a:txBody>
                    <a:bodyPr/>
                    <a:lstStyle/>
                    <a:p>
                      <a:pPr algn="l"/>
                      <a:r>
                        <a:rPr sz="900">
                          <a:solidFill>
                            <a:srgbClr val="000000"/>
                          </a:solidFill>
                        </a:rPr>
                        <a:t>Perform wafer-level correlation of failing signal vs. CMP endpoint metrics and check for overpolish signatures</a:t>
                      </a:r>
                    </a:p>
                  </a:txBody>
                  <a:tcPr/>
                </a:tc>
                <a:tc>
                  <a:txBody>
                    <a:bodyPr/>
                    <a:lstStyle/>
                    <a:p>
                      <a:pPr algn="ctr"/>
                      <a:r>
                        <a:rPr sz="900">
                          <a:solidFill>
                            <a:srgbClr val="000000"/>
                          </a:solidFill>
                        </a:rPr>
                        <a:t>2026-07-01</a:t>
                      </a:r>
                    </a:p>
                  </a:txBody>
                  <a:tcPr/>
                </a:tc>
              </a:tr>
              <a:tr h="1005840">
                <a:tc>
                  <a:txBody>
                    <a:bodyPr/>
                    <a:lstStyle/>
                    <a:p>
                      <a:pPr algn="l"/>
                      <a:r>
                        <a:rPr sz="900">
                          <a:solidFill>
                            <a:srgbClr val="000000"/>
                          </a:solidFill>
                        </a:rPr>
                        <a:t>BEOL Module Engineer</a:t>
                      </a:r>
                    </a:p>
                  </a:txBody>
                  <a:tcPr>
                    <a:solidFill>
                      <a:srgbClr val="F2F2F2"/>
                    </a:solidFill>
                  </a:tcPr>
                </a:tc>
                <a:tc>
                  <a:txBody>
                    <a:bodyPr/>
                    <a:lstStyle/>
                    <a:p>
                      <a:pPr algn="l"/>
                      <a:r>
                        <a:rPr sz="900">
                          <a:solidFill>
                            <a:srgbClr val="000000"/>
                          </a:solidFill>
                        </a:rPr>
                        <a:t>Review recent SA nitride deposition runs for chamber conditioning, RF reflected power, and sequence after clean recipes</a:t>
                      </a:r>
                    </a:p>
                  </a:txBody>
                  <a:tcPr>
                    <a:solidFill>
                      <a:srgbClr val="F2F2F2"/>
                    </a:solidFill>
                  </a:tcPr>
                </a:tc>
                <a:tc>
                  <a:txBody>
                    <a:bodyPr/>
                    <a:lstStyle/>
                    <a:p>
                      <a:pPr algn="ctr"/>
                      <a:r>
                        <a:rPr sz="900">
                          <a:solidFill>
                            <a:srgbClr val="000000"/>
                          </a:solidFill>
                        </a:rPr>
                        <a:t>2026-07-01</a:t>
                      </a:r>
                    </a:p>
                  </a:txBody>
                  <a:tcPr>
                    <a:solidFill>
                      <a:srgbClr val="F2F2F2"/>
                    </a:solidFill>
                  </a:tcPr>
                </a:tc>
              </a:tr>
              <a:tr h="1005840">
                <a:tc>
                  <a:txBody>
                    <a:bodyPr/>
                    <a:lstStyle/>
                    <a:p>
                      <a:pPr algn="l"/>
                      <a:r>
                        <a:rPr sz="900">
                          <a:solidFill>
                            <a:srgbClr val="000000"/>
                          </a:solidFill>
                        </a:rPr>
                        <a:t>Yield/Characterization</a:t>
                      </a:r>
                    </a:p>
                  </a:txBody>
                  <a:tcPr/>
                </a:tc>
                <a:tc>
                  <a:txBody>
                    <a:bodyPr/>
                    <a:lstStyle/>
                    <a:p>
                      <a:pPr algn="l"/>
                      <a:r>
                        <a:rPr sz="900">
                          <a:solidFill>
                            <a:srgbClr val="000000"/>
                          </a:solidFill>
                        </a:rPr>
                        <a:t>Analyze electrical parametrics (Rline, via/contact resistance) to confirm Cu resistance shift vs. open failure mode</a:t>
                      </a:r>
                    </a:p>
                  </a:txBody>
                  <a:tcPr/>
                </a:tc>
                <a:tc>
                  <a:txBody>
                    <a:bodyPr/>
                    <a:lstStyle/>
                    <a:p>
                      <a:pPr algn="ctr"/>
                      <a:r>
                        <a:rPr sz="900">
                          <a:solidFill>
                            <a:srgbClr val="000000"/>
                          </a:solidFill>
                        </a:rPr>
                        <a:t>2026-06-30</a:t>
                      </a:r>
                    </a:p>
                  </a:txBody>
                  <a:tcPr/>
                </a:tc>
              </a:tr>
              <a:tr h="1005840">
                <a:tc>
                  <a:txBody>
                    <a:bodyPr/>
                    <a:lstStyle/>
                    <a:p>
                      <a:pPr algn="l"/>
                      <a:r>
                        <a:rPr sz="900">
                          <a:solidFill>
                            <a:srgbClr val="000000"/>
                          </a:solidFill>
                        </a:rPr>
                        <a:t>Process Integration</a:t>
                      </a:r>
                    </a:p>
                  </a:txBody>
                  <a:tcPr>
                    <a:solidFill>
                      <a:srgbClr val="F2F2F2"/>
                    </a:solidFill>
                  </a:tcPr>
                </a:tc>
                <a:tc>
                  <a:txBody>
                    <a:bodyPr/>
                    <a:lstStyle/>
                    <a:p>
                      <a:pPr algn="l"/>
                      <a:r>
                        <a:rPr sz="900">
                          <a:solidFill>
                            <a:srgbClr val="000000"/>
                          </a:solidFill>
                        </a:rPr>
                        <a:t>Identify common tools across impacted lots and cross-check for maintenance, aborts, or rework events</a:t>
                      </a:r>
                    </a:p>
                  </a:txBody>
                  <a:tcPr>
                    <a:solidFill>
                      <a:srgbClr val="F2F2F2"/>
                    </a:solidFill>
                  </a:tcPr>
                </a:tc>
                <a:tc>
                  <a:txBody>
                    <a:bodyPr/>
                    <a:lstStyle/>
                    <a:p>
                      <a:pPr algn="ctr"/>
                      <a:r>
                        <a:rPr sz="900">
                          <a:solidFill>
                            <a:srgbClr val="000000"/>
                          </a:solidFill>
                        </a:rPr>
                        <a:t>2026-07-02</a:t>
                      </a:r>
                    </a:p>
                  </a:txBody>
                  <a:tcPr>
                    <a:solidFill>
                      <a:srgbClr val="F2F2F2"/>
                    </a:solidFill>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BEOL Excursion Summary</a:t>
            </a:r>
          </a:p>
        </p:txBody>
      </p:sp>
      <p:sp>
        <p:nvSpPr>
          <p:cNvPr id="3" name="TextBox 2"/>
          <p:cNvSpPr txBox="1"/>
          <p:nvPr/>
        </p:nvSpPr>
        <p:spPr>
          <a:xfrm>
            <a:off x="411480" y="868680"/>
            <a:ext cx="10972800" cy="365760"/>
          </a:xfrm>
          <a:prstGeom prst="rect">
            <a:avLst/>
          </a:prstGeom>
          <a:noFill/>
        </p:spPr>
        <p:txBody>
          <a:bodyPr wrap="none">
            <a:spAutoFit/>
          </a:bodyPr>
          <a:lstStyle/>
          <a:p>
            <a:pPr algn="l"/>
            <a:r>
              <a:rPr sz="1600" b="1">
                <a:solidFill>
                  <a:srgbClr val="595959"/>
                </a:solidFill>
              </a:rPr>
              <a:t>Rc Elevation and ViaFQ Opens — JSON Generated Report</a:t>
            </a:r>
          </a:p>
        </p:txBody>
      </p:sp>
      <p:sp>
        <p:nvSpPr>
          <p:cNvPr id="4" name="Rounded Rectangle 3"/>
          <p:cNvSpPr/>
          <p:nvPr/>
        </p:nvSpPr>
        <p:spPr>
          <a:xfrm>
            <a:off x="502920" y="1463040"/>
            <a:ext cx="10881360" cy="292608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607040" cy="274320"/>
          </a:xfrm>
          <a:prstGeom prst="rect">
            <a:avLst/>
          </a:prstGeom>
          <a:noFill/>
        </p:spPr>
        <p:txBody>
          <a:bodyPr wrap="none">
            <a:spAutoFit/>
          </a:bodyPr>
          <a:lstStyle/>
          <a:p>
            <a:pPr algn="l"/>
            <a:r>
              <a:rPr sz="1400" b="1">
                <a:solidFill>
                  <a:srgbClr val="1F4E79"/>
                </a:solidFill>
              </a:rPr>
              <a:t>Executive Summary</a:t>
            </a:r>
          </a:p>
        </p:txBody>
      </p:sp>
      <p:sp>
        <p:nvSpPr>
          <p:cNvPr id="6" name="TextBox 5"/>
          <p:cNvSpPr txBox="1"/>
          <p:nvPr/>
        </p:nvSpPr>
        <p:spPr>
          <a:xfrm>
            <a:off x="640080" y="1901952"/>
            <a:ext cx="10607040" cy="2377440"/>
          </a:xfrm>
          <a:prstGeom prst="rect">
            <a:avLst/>
          </a:prstGeom>
          <a:noFill/>
        </p:spPr>
        <p:txBody>
          <a:bodyPr wrap="square">
            <a:spAutoFit/>
          </a:bodyPr>
          <a:lstStyle/>
          <a:p>
            <a:pPr algn="l"/>
            <a:r>
              <a:rPr sz="1300">
                <a:solidFill>
                  <a:srgbClr val="000000"/>
                </a:solidFill>
              </a:rPr>
              <a:t>Yield loss on Bipolar_MBXP_NPN_CBEBC_Nom_BVcbo shows degradation between M2 and LM on identical sites, indicating parametric shift rather than intrinsic defectivity. Signature aligns with prior known test-induced degradation mechanisms impacting NPN structures.</a:t>
            </a:r>
          </a:p>
        </p:txBody>
      </p:sp>
      <p:sp>
        <p:nvSpPr>
          <p:cNvPr id="7" name="Rounded Rectangle 6"/>
          <p:cNvSpPr/>
          <p:nvPr/>
        </p:nvSpPr>
        <p:spPr>
          <a:xfrm>
            <a:off x="502920" y="4709160"/>
            <a:ext cx="2743200" cy="54864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Confidence: High</a:t>
            </a:r>
          </a:p>
        </p:txBody>
      </p:sp>
      <p:sp>
        <p:nvSpPr>
          <p:cNvPr id="8" name="Rounded Rectangle 7"/>
          <p:cNvSpPr/>
          <p:nvPr/>
        </p:nvSpPr>
        <p:spPr>
          <a:xfrm>
            <a:off x="3520440" y="4572000"/>
            <a:ext cx="7863840" cy="10058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663440"/>
            <a:ext cx="7589520" cy="274320"/>
          </a:xfrm>
          <a:prstGeom prst="rect">
            <a:avLst/>
          </a:prstGeom>
          <a:noFill/>
        </p:spPr>
        <p:txBody>
          <a:bodyPr wrap="none">
            <a:spAutoFit/>
          </a:bodyPr>
          <a:lstStyle/>
          <a:p>
            <a:pPr algn="l"/>
            <a:r>
              <a:rPr sz="1400" b="1">
                <a:solidFill>
                  <a:srgbClr val="1F4E79"/>
                </a:solidFill>
              </a:rPr>
              <a:t>Primary Failure Interpretation</a:t>
            </a:r>
          </a:p>
        </p:txBody>
      </p:sp>
      <p:sp>
        <p:nvSpPr>
          <p:cNvPr id="10" name="TextBox 9"/>
          <p:cNvSpPr txBox="1"/>
          <p:nvPr/>
        </p:nvSpPr>
        <p:spPr>
          <a:xfrm>
            <a:off x="3657600" y="5010912"/>
            <a:ext cx="7589520" cy="457200"/>
          </a:xfrm>
          <a:prstGeom prst="rect">
            <a:avLst/>
          </a:prstGeom>
          <a:noFill/>
        </p:spPr>
        <p:txBody>
          <a:bodyPr wrap="square">
            <a:spAutoFit/>
          </a:bodyPr>
          <a:lstStyle/>
          <a:p>
            <a:pPr algn="l"/>
            <a:r>
              <a:rPr sz="1300">
                <a:solidFill>
                  <a:srgbClr val="000000"/>
                </a:solidFill>
              </a:rPr>
              <a:t>Electrical overstress / measurement-induced damage at M2 causing degradation of BVcbo and Vbe at LM, not baseline FEOL defectivity</a:t>
            </a:r>
          </a:p>
        </p:txBody>
      </p:sp>
      <p:sp>
        <p:nvSpPr>
          <p:cNvPr id="11" name="TextBox 10"/>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Recommended Investigation Path</a:t>
            </a:r>
          </a:p>
        </p:txBody>
      </p:sp>
      <p:sp>
        <p:nvSpPr>
          <p:cNvPr id="3" name="Rounded Rectangle 2"/>
          <p:cNvSpPr/>
          <p:nvPr/>
        </p:nvSpPr>
        <p:spPr>
          <a:xfrm>
            <a:off x="502920" y="960120"/>
            <a:ext cx="10881360" cy="365760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51560"/>
            <a:ext cx="10607040" cy="274320"/>
          </a:xfrm>
          <a:prstGeom prst="rect">
            <a:avLst/>
          </a:prstGeom>
          <a:noFill/>
        </p:spPr>
        <p:txBody>
          <a:bodyPr wrap="none">
            <a:spAutoFit/>
          </a:bodyPr>
          <a:lstStyle/>
          <a:p>
            <a:pPr algn="l"/>
            <a:r>
              <a:rPr sz="1400" b="1">
                <a:solidFill>
                  <a:srgbClr val="1F4E79"/>
                </a:solidFill>
              </a:rPr>
              <a:t>Recommendation</a:t>
            </a:r>
          </a:p>
        </p:txBody>
      </p:sp>
      <p:sp>
        <p:nvSpPr>
          <p:cNvPr id="5" name="TextBox 4"/>
          <p:cNvSpPr txBox="1"/>
          <p:nvPr/>
        </p:nvSpPr>
        <p:spPr>
          <a:xfrm>
            <a:off x="640080" y="1399032"/>
            <a:ext cx="10607040" cy="3108960"/>
          </a:xfrm>
          <a:prstGeom prst="rect">
            <a:avLst/>
          </a:prstGeom>
          <a:noFill/>
        </p:spPr>
        <p:txBody>
          <a:bodyPr wrap="square">
            <a:spAutoFit/>
          </a:bodyPr>
          <a:lstStyle/>
          <a:p>
            <a:pPr algn="l"/>
            <a:r>
              <a:rPr sz="1300">
                <a:solidFill>
                  <a:srgbClr val="000000"/>
                </a:solidFill>
              </a:rPr>
              <a:t>Isolate test-induced damage vs process defect by re-testing fresh sites and cross-checking M2 vs LM deltas; implement test condition review and limit stress exposure on sensitive NPN structures</a:t>
            </a:r>
          </a:p>
        </p:txBody>
      </p:sp>
      <p:sp>
        <p:nvSpPr>
          <p:cNvPr id="6" name="Rounded Rectangle 5"/>
          <p:cNvSpPr/>
          <p:nvPr/>
        </p:nvSpPr>
        <p:spPr>
          <a:xfrm>
            <a:off x="502920" y="4892040"/>
            <a:ext cx="10881360" cy="1234440"/>
          </a:xfrm>
          <a:prstGeom prst="roundRect">
            <a:avLst/>
          </a:prstGeom>
          <a:solidFill>
            <a:srgbClr val="FFFFFF"/>
          </a:solidFill>
          <a:ln>
            <a:solidFill>
              <a:srgbClr val="DDE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83480"/>
            <a:ext cx="10607040" cy="274320"/>
          </a:xfrm>
          <a:prstGeom prst="rect">
            <a:avLst/>
          </a:prstGeom>
          <a:noFill/>
        </p:spPr>
        <p:txBody>
          <a:bodyPr wrap="none">
            <a:spAutoFit/>
          </a:bodyPr>
          <a:lstStyle/>
          <a:p>
            <a:pPr algn="l"/>
            <a:r>
              <a:rPr sz="1400" b="1">
                <a:solidFill>
                  <a:srgbClr val="1F4E79"/>
                </a:solidFill>
              </a:rPr>
              <a:t>Key Focus Areas</a:t>
            </a:r>
          </a:p>
        </p:txBody>
      </p:sp>
      <p:sp>
        <p:nvSpPr>
          <p:cNvPr id="8" name="TextBox 7"/>
          <p:cNvSpPr txBox="1"/>
          <p:nvPr/>
        </p:nvSpPr>
        <p:spPr>
          <a:xfrm>
            <a:off x="640080" y="5330952"/>
            <a:ext cx="10607040" cy="685800"/>
          </a:xfrm>
          <a:prstGeom prst="rect">
            <a:avLst/>
          </a:prstGeom>
          <a:noFill/>
        </p:spPr>
        <p:txBody>
          <a:bodyPr wrap="square">
            <a:spAutoFit/>
          </a:bodyPr>
          <a:lstStyle/>
          <a:p>
            <a:pPr algn="l"/>
            <a:r>
              <a:rPr sz="1300">
                <a:solidFill>
                  <a:srgbClr val="000000"/>
                </a:solidFill>
              </a:rPr>
              <a:t>1. W deposition abort / delay integrity
2. Fil quality, voiding, seams, or residues
3. BEOL Aluminum etch / CMP interaction
4. Slot tracking and wafer sequencing validation
5. FA cross-section confirmation</a:t>
            </a:r>
          </a:p>
        </p:txBody>
      </p:sp>
      <p:sp>
        <p:nvSpPr>
          <p:cNvPr id="9" name="TextBox 8"/>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none">
            <a:spAutoFit/>
          </a:bodyPr>
          <a:lstStyle/>
          <a:p>
            <a:pPr algn="l"/>
            <a:r>
              <a:rPr sz="2400" b="1">
                <a:solidFill>
                  <a:srgbClr val="1F4E79"/>
                </a:solidFill>
              </a:rPr>
              <a:t>Action Plan</a:t>
            </a:r>
          </a:p>
        </p:txBody>
      </p:sp>
      <p:graphicFrame>
        <p:nvGraphicFramePr>
          <p:cNvPr id="3" name="Table 2"/>
          <p:cNvGraphicFramePr>
            <a:graphicFrameLocks noGrp="1"/>
          </p:cNvGraphicFramePr>
          <p:nvPr/>
        </p:nvGraphicFramePr>
        <p:xfrm>
          <a:off x="411480" y="1005840"/>
          <a:ext cx="8961120" cy="44919900"/>
        </p:xfrm>
        <a:graphic>
          <a:graphicData uri="http://schemas.openxmlformats.org/drawingml/2006/table">
            <a:tbl>
              <a:tblPr firstRow="1" bandRow="1">
                <a:tableStyleId>{5C22544A-7EE6-4342-B048-85BDC9FD1C3A}</a:tableStyleId>
              </a:tblPr>
              <a:tblGrid>
                <a:gridCol w="2011680"/>
                <a:gridCol w="5486400"/>
                <a:gridCol w="1463040"/>
              </a:tblGrid>
              <a:tr h="41148000">
                <a:tc>
                  <a:txBody>
                    <a:bodyPr/>
                    <a:lstStyle/>
                    <a:p>
                      <a:pPr algn="ctr"/>
                      <a:r>
                        <a:rPr b="1" sz="1100">
                          <a:solidFill>
                            <a:srgbClr val="FFFFFF"/>
                          </a:solidFill>
                        </a:rPr>
                        <a:t>Owner</a:t>
                      </a:r>
                    </a:p>
                  </a:txBody>
                  <a:tcPr>
                    <a:solidFill>
                      <a:srgbClr val="1F4E79"/>
                    </a:solidFill>
                  </a:tcPr>
                </a:tc>
                <a:tc>
                  <a:txBody>
                    <a:bodyPr/>
                    <a:lstStyle/>
                    <a:p>
                      <a:pPr algn="ctr"/>
                      <a:r>
                        <a:rPr b="1" sz="1100">
                          <a:solidFill>
                            <a:srgbClr val="FFFFFF"/>
                          </a:solidFill>
                        </a:rPr>
                        <a:t>Action</a:t>
                      </a:r>
                    </a:p>
                  </a:txBody>
                  <a:tcPr>
                    <a:solidFill>
                      <a:srgbClr val="1F4E79"/>
                    </a:solidFill>
                  </a:tcPr>
                </a:tc>
                <a:tc>
                  <a:txBody>
                    <a:bodyPr/>
                    <a:lstStyle/>
                    <a:p>
                      <a:pPr algn="ctr"/>
                      <a:r>
                        <a:rPr b="1" sz="1100">
                          <a:solidFill>
                            <a:srgbClr val="FFFFFF"/>
                          </a:solidFill>
                        </a:rPr>
                        <a:t>Due Date</a:t>
                      </a:r>
                    </a:p>
                  </a:txBody>
                  <a:tcPr>
                    <a:solidFill>
                      <a:srgbClr val="1F4E79"/>
                    </a:solidFill>
                  </a:tcPr>
                </a:tc>
              </a:tr>
              <a:tr h="1257300">
                <a:tc>
                  <a:txBody>
                    <a:bodyPr/>
                    <a:lstStyle/>
                    <a:p>
                      <a:pPr algn="l"/>
                      <a:r>
                        <a:rPr sz="900">
                          <a:solidFill>
                            <a:srgbClr val="000000"/>
                          </a:solidFill>
                        </a:rPr>
                        <a:t>Test Engineering</a:t>
                      </a:r>
                    </a:p>
                  </a:txBody>
                  <a:tcPr/>
                </a:tc>
                <a:tc>
                  <a:txBody>
                    <a:bodyPr/>
                    <a:lstStyle/>
                    <a:p>
                      <a:pPr algn="l"/>
                      <a:r>
                        <a:rPr sz="900">
                          <a:solidFill>
                            <a:srgbClr val="000000"/>
                          </a:solidFill>
                        </a:rPr>
                        <a:t>Review M2 test conditions and probe stress levels impacting BVcbo-sensitive structures</a:t>
                      </a:r>
                    </a:p>
                  </a:txBody>
                  <a:tcPr/>
                </a:tc>
                <a:tc>
                  <a:txBody>
                    <a:bodyPr/>
                    <a:lstStyle/>
                    <a:p>
                      <a:pPr algn="ctr"/>
                      <a:r>
                        <a:rPr sz="900">
                          <a:solidFill>
                            <a:srgbClr val="000000"/>
                          </a:solidFill>
                        </a:rPr>
                        <a:t>2026-07-05</a:t>
                      </a:r>
                    </a:p>
                  </a:txBody>
                  <a:tcPr/>
                </a:tc>
              </a:tr>
              <a:tr h="1257300">
                <a:tc>
                  <a:txBody>
                    <a:bodyPr/>
                    <a:lstStyle/>
                    <a:p>
                      <a:pPr algn="l"/>
                      <a:r>
                        <a:rPr sz="900">
                          <a:solidFill>
                            <a:srgbClr val="000000"/>
                          </a:solidFill>
                        </a:rPr>
                        <a:t>Characterization</a:t>
                      </a:r>
                    </a:p>
                  </a:txBody>
                  <a:tcPr>
                    <a:solidFill>
                      <a:srgbClr val="F2F2F2"/>
                    </a:solidFill>
                  </a:tcPr>
                </a:tc>
                <a:tc>
                  <a:txBody>
                    <a:bodyPr/>
                    <a:lstStyle/>
                    <a:p>
                      <a:pPr algn="l"/>
                      <a:r>
                        <a:rPr sz="900">
                          <a:solidFill>
                            <a:srgbClr val="000000"/>
                          </a:solidFill>
                        </a:rPr>
                        <a:t>Run split test (fresh vs previously tested sites) to confirm measurement-induced degradation</a:t>
                      </a:r>
                    </a:p>
                  </a:txBody>
                  <a:tcPr>
                    <a:solidFill>
                      <a:srgbClr val="F2F2F2"/>
                    </a:solidFill>
                  </a:tcPr>
                </a:tc>
                <a:tc>
                  <a:txBody>
                    <a:bodyPr/>
                    <a:lstStyle/>
                    <a:p>
                      <a:pPr algn="ctr"/>
                      <a:r>
                        <a:rPr sz="900">
                          <a:solidFill>
                            <a:srgbClr val="000000"/>
                          </a:solidFill>
                        </a:rPr>
                        <a:t>2026-07-07</a:t>
                      </a:r>
                    </a:p>
                  </a:txBody>
                  <a:tcPr>
                    <a:solidFill>
                      <a:srgbClr val="F2F2F2"/>
                    </a:solidFill>
                  </a:tcPr>
                </a:tc>
              </a:tr>
              <a:tr h="1257300">
                <a:tc>
                  <a:txBody>
                    <a:bodyPr/>
                    <a:lstStyle/>
                    <a:p>
                      <a:pPr algn="l"/>
                      <a:r>
                        <a:rPr sz="900">
                          <a:solidFill>
                            <a:srgbClr val="000000"/>
                          </a:solidFill>
                        </a:rPr>
                        <a:t>Integration</a:t>
                      </a:r>
                    </a:p>
                  </a:txBody>
                  <a:tcPr/>
                </a:tc>
                <a:tc>
                  <a:txBody>
                    <a:bodyPr/>
                    <a:lstStyle/>
                    <a:p>
                      <a:pPr algn="l"/>
                      <a:r>
                        <a:rPr sz="900">
                          <a:solidFill>
                            <a:srgbClr val="000000"/>
                          </a:solidFill>
                        </a:rPr>
                        <a:t>Validate no FEOL process excursions by comparing to recent baseline lots with same flow</a:t>
                      </a:r>
                    </a:p>
                  </a:txBody>
                  <a:tcPr/>
                </a:tc>
                <a:tc>
                  <a:txBody>
                    <a:bodyPr/>
                    <a:lstStyle/>
                    <a:p>
                      <a:pPr algn="ctr"/>
                      <a:r>
                        <a:rPr sz="900">
                          <a:solidFill>
                            <a:srgbClr val="000000"/>
                          </a:solidFill>
                        </a:rPr>
                        <a:t>2026-07-08</a:t>
                      </a:r>
                    </a:p>
                  </a:txBody>
                  <a:tcPr/>
                </a:tc>
              </a:tr>
            </a:tbl>
          </a:graphicData>
        </a:graphic>
      </p:graphicFrame>
      <p:sp>
        <p:nvSpPr>
          <p:cNvPr id="4" name="TextBox 3"/>
          <p:cNvSpPr txBox="1"/>
          <p:nvPr/>
        </p:nvSpPr>
        <p:spPr>
          <a:xfrm>
            <a:off x="365760" y="6537960"/>
            <a:ext cx="11430000" cy="228600"/>
          </a:xfrm>
          <a:prstGeom prst="rect">
            <a:avLst/>
          </a:prstGeom>
          <a:noFill/>
        </p:spPr>
        <p:txBody>
          <a:bodyPr wrap="none">
            <a:spAutoFit/>
          </a:bodyPr>
          <a:lstStyle/>
          <a:p>
            <a:pPr algn="l"/>
            <a:r>
              <a:rPr sz="800" b="0">
                <a:solidFill>
                  <a:srgbClr val="595959"/>
                </a:solidFill>
              </a:rPr>
              <a:t>Generated from JSON analysis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LOBALFOUNDRIES_Standard_Light_2017">
  <a:themeElements>
    <a:clrScheme name="GLOBALFOUNDRIES">
      <a:dk1>
        <a:sysClr val="windowText" lastClr="000000"/>
      </a:dk1>
      <a:lt1>
        <a:sysClr val="window" lastClr="FFFFFF"/>
      </a:lt1>
      <a:dk2>
        <a:srgbClr val="807F83"/>
      </a:dk2>
      <a:lt2>
        <a:srgbClr val="E8E8E8"/>
      </a:lt2>
      <a:accent1>
        <a:srgbClr val="F47836"/>
      </a:accent1>
      <a:accent2>
        <a:srgbClr val="747377"/>
      </a:accent2>
      <a:accent3>
        <a:srgbClr val="7199C6"/>
      </a:accent3>
      <a:accent4>
        <a:srgbClr val="B2BB1E"/>
      </a:accent4>
      <a:accent5>
        <a:srgbClr val="E4A508"/>
      </a:accent5>
      <a:accent6>
        <a:srgbClr val="135B97"/>
      </a:accent6>
      <a:hlink>
        <a:srgbClr val="F47836"/>
      </a:hlink>
      <a:folHlink>
        <a:srgbClr val="807F8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solidFill>
            <a:schemeClr val="accent1"/>
          </a:solidFill>
          <a:miter lim="800000"/>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2">
              <a:lumMod val="60000"/>
              <a:lumOff val="40000"/>
            </a:schemeClr>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err="1" smtClean="0"/>
        </a:defPPr>
      </a:lstStyle>
    </a:txDef>
  </a:objectDefaults>
  <a:extraClrSchemeLst/>
</a:theme>
</file>

<file path=ppt/theme/theme2.xml><?xml version="1.0" encoding="utf-8"?>
<a:theme xmlns:a="http://schemas.openxmlformats.org/drawingml/2006/main" name="GF Light 2021">
  <a:themeElements>
    <a:clrScheme name="GlobalFoundries">
      <a:dk1>
        <a:srgbClr val="000000"/>
      </a:dk1>
      <a:lt1>
        <a:srgbClr val="FFFFFF"/>
      </a:lt1>
      <a:dk2>
        <a:srgbClr val="000000"/>
      </a:dk2>
      <a:lt2>
        <a:srgbClr val="43007A"/>
      </a:lt2>
      <a:accent1>
        <a:srgbClr val="762BB3"/>
      </a:accent1>
      <a:accent2>
        <a:srgbClr val="B3430C"/>
      </a:accent2>
      <a:accent3>
        <a:srgbClr val="47CBC4"/>
      </a:accent3>
      <a:accent4>
        <a:srgbClr val="FFDB31"/>
      </a:accent4>
      <a:accent5>
        <a:srgbClr val="FF6010"/>
      </a:accent5>
      <a:accent6>
        <a:srgbClr val="47CBC4"/>
      </a:accent6>
      <a:hlink>
        <a:srgbClr val="B676ED"/>
      </a:hlink>
      <a:folHlink>
        <a:srgbClr val="FF601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a:lstStyle>
        <a:defPPr algn="l">
          <a:defRPr kern="0" smtClean="0"/>
        </a:defPPr>
      </a:lstStyle>
    </a:txDef>
  </a:objectDefaults>
  <a:extraClrSchemeLst/>
  <a:extLst>
    <a:ext uri="{05A4C25C-085E-4340-85A3-A5531E510DB2}">
      <thm15:themeFamily xmlns:thm15="http://schemas.microsoft.com/office/thememl/2012/main" name="Presentation1" id="{7C4E2349-1B1E-46FF-8593-CA71321E88EE}" vid="{D7A28005-7D22-4D79-B18E-504CECBF4AE6}"/>
    </a:ext>
  </a:extLst>
</a:theme>
</file>

<file path=ppt/theme/theme3.xml><?xml version="1.0" encoding="utf-8"?>
<a:theme xmlns:a="http://schemas.openxmlformats.org/drawingml/2006/main" name="My GF Template">
  <a:themeElements>
    <a:clrScheme name="GLOBALFOUNDRIES">
      <a:dk1>
        <a:srgbClr val="000000"/>
      </a:dk1>
      <a:lt1>
        <a:srgbClr val="FFFFFF"/>
      </a:lt1>
      <a:dk2>
        <a:srgbClr val="807F83"/>
      </a:dk2>
      <a:lt2>
        <a:srgbClr val="E8E8E8"/>
      </a:lt2>
      <a:accent1>
        <a:srgbClr val="F47836"/>
      </a:accent1>
      <a:accent2>
        <a:srgbClr val="747377"/>
      </a:accent2>
      <a:accent3>
        <a:srgbClr val="7199C6"/>
      </a:accent3>
      <a:accent4>
        <a:srgbClr val="B2BB1E"/>
      </a:accent4>
      <a:accent5>
        <a:srgbClr val="E4A508"/>
      </a:accent5>
      <a:accent6>
        <a:srgbClr val="135B97"/>
      </a:accent6>
      <a:hlink>
        <a:srgbClr val="F47836"/>
      </a:hlink>
      <a:folHlink>
        <a:srgbClr val="807F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5DB9B07ECF4814B8563C6476AC2A506" ma:contentTypeVersion="14" ma:contentTypeDescription="Create a new document." ma:contentTypeScope="" ma:versionID="16f2cdf749d3266114ab7fedb774e4b7">
  <xsd:schema xmlns:xsd="http://www.w3.org/2001/XMLSchema" xmlns:xs="http://www.w3.org/2001/XMLSchema" xmlns:p="http://schemas.microsoft.com/office/2006/metadata/properties" xmlns:ns2="7596268c-49ec-47a4-9d37-0635b5e19326" xmlns:ns3="b226e6d5-8a0e-43c7-85e9-d7ed5eee6b8a" targetNamespace="http://schemas.microsoft.com/office/2006/metadata/properties" ma:root="true" ma:fieldsID="0f9ccfe9015d811ea210d956db6119a4" ns2:_="" ns3:_="">
    <xsd:import namespace="7596268c-49ec-47a4-9d37-0635b5e19326"/>
    <xsd:import namespace="b226e6d5-8a0e-43c7-85e9-d7ed5eee6b8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bjectDetectorVersions" minOccurs="0"/>
                <xsd:element ref="ns3:MediaServiceOCR" minOccurs="0"/>
                <xsd:element ref="ns3:MediaServiceGenerationTime" minOccurs="0"/>
                <xsd:element ref="ns3:MediaServiceEventHashCode" minOccurs="0"/>
                <xsd:element ref="ns3:MediaServiceSearchProperties" minOccurs="0"/>
                <xsd:element ref="ns3:MediaServiceBillingMetadata"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96268c-49ec-47a4-9d37-0635b5e1932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94f68407-e7d3-48a0-880c-91a0e258d4f7}" ma:internalName="TaxCatchAll" ma:showField="CatchAllData" ma:web="7596268c-49ec-47a4-9d37-0635b5e1932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226e6d5-8a0e-43c7-85e9-d7ed5eee6b8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d3e384a-0603-4237-b4be-ab878b26ee8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7596268c-49ec-47a4-9d37-0635b5e19326">
      <UserInfo>
        <DisplayName>Philips, Brett</DisplayName>
        <AccountId>57</AccountId>
        <AccountType/>
      </UserInfo>
      <UserInfo>
        <DisplayName>Zwonik, Robert</DisplayName>
        <AccountId>46</AccountId>
        <AccountType/>
      </UserInfo>
      <UserInfo>
        <DisplayName>Subhani, Khawaja Nizammuddin</DisplayName>
        <AccountId>26</AccountId>
        <AccountType/>
      </UserInfo>
      <UserInfo>
        <DisplayName>Kumar, Sumit (FAB9)</DisplayName>
        <AccountId>115</AccountId>
        <AccountType/>
      </UserInfo>
      <UserInfo>
        <DisplayName>Russell, Andrew</DisplayName>
        <AccountId>34</AccountId>
        <AccountType/>
      </UserInfo>
      <UserInfo>
        <DisplayName>Kuo, Roger</DisplayName>
        <AccountId>25</AccountId>
        <AccountType/>
      </UserInfo>
      <UserInfo>
        <DisplayName>Moon, Matthew</DisplayName>
        <AccountId>53</AccountId>
        <AccountType/>
      </UserInfo>
      <UserInfo>
        <DisplayName>Bedore, Steve</DisplayName>
        <AccountId>259</AccountId>
        <AccountType/>
      </UserInfo>
      <UserInfo>
        <DisplayName>Anderson, Felix</DisplayName>
        <AccountId>44</AccountId>
        <AccountType/>
      </UserInfo>
      <UserInfo>
        <DisplayName>Chung, Dean</DisplayName>
        <AccountId>68</AccountId>
        <AccountType/>
      </UserInfo>
      <UserInfo>
        <DisplayName>Thomas, Dave</DisplayName>
        <AccountId>132</AccountId>
        <AccountType/>
      </UserInfo>
      <UserInfo>
        <DisplayName>., Mritunjay</DisplayName>
        <AccountId>621</AccountId>
        <AccountType/>
      </UserInfo>
      <UserInfo>
        <DisplayName>Hauck Jr, Guy</DisplayName>
        <AccountId>367</AccountId>
        <AccountType/>
      </UserInfo>
      <UserInfo>
        <DisplayName>Devries, Mick</DisplayName>
        <AccountId>60</AccountId>
        <AccountType/>
      </UserInfo>
      <UserInfo>
        <DisplayName>Blaisdell, Loren</DisplayName>
        <AccountId>47</AccountId>
        <AccountType/>
      </UserInfo>
      <UserInfo>
        <DisplayName>Mosher, David</DisplayName>
        <AccountId>67</AccountId>
        <AccountType/>
      </UserInfo>
      <UserInfo>
        <DisplayName>Azevedo, Isabel</DisplayName>
        <AccountId>191</AccountId>
        <AccountType/>
      </UserInfo>
      <UserInfo>
        <DisplayName>Suresh Hegde, Reshma</DisplayName>
        <AccountId>817</AccountId>
        <AccountType/>
      </UserInfo>
      <UserInfo>
        <DisplayName>Chauhan, Naina</DisplayName>
        <AccountId>835</AccountId>
        <AccountType/>
      </UserInfo>
    </SharedWithUsers>
    <lcf76f155ced4ddcb4097134ff3c332f xmlns="b226e6d5-8a0e-43c7-85e9-d7ed5eee6b8a">
      <Terms xmlns="http://schemas.microsoft.com/office/infopath/2007/PartnerControls"/>
    </lcf76f155ced4ddcb4097134ff3c332f>
    <TaxCatchAll xmlns="7596268c-49ec-47a4-9d37-0635b5e1932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FE4AF6-C102-4AB0-81B0-61B0ECE7A4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96268c-49ec-47a4-9d37-0635b5e19326"/>
    <ds:schemaRef ds:uri="b226e6d5-8a0e-43c7-85e9-d7ed5eee6b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860B9D-BB9E-4167-93E8-E4AE46813038}">
  <ds:schemaRefs>
    <ds:schemaRef ds:uri="http://schemas.microsoft.com/office/2006/documentManagement/types"/>
    <ds:schemaRef ds:uri="b226e6d5-8a0e-43c7-85e9-d7ed5eee6b8a"/>
    <ds:schemaRef ds:uri="http://purl.org/dc/terms/"/>
    <ds:schemaRef ds:uri="http://schemas.microsoft.com/office/infopath/2007/PartnerControls"/>
    <ds:schemaRef ds:uri="http://schemas.microsoft.com/office/2006/metadata/properties"/>
    <ds:schemaRef ds:uri="http://purl.org/dc/elements/1.1/"/>
    <ds:schemaRef ds:uri="http://www.w3.org/XML/1998/namespace"/>
    <ds:schemaRef ds:uri="http://schemas.openxmlformats.org/package/2006/metadata/core-properties"/>
    <ds:schemaRef ds:uri="7596268c-49ec-47a4-9d37-0635b5e19326"/>
    <ds:schemaRef ds:uri="http://purl.org/dc/dcmitype/"/>
  </ds:schemaRefs>
</ds:datastoreItem>
</file>

<file path=customXml/itemProps3.xml><?xml version="1.0" encoding="utf-8"?>
<ds:datastoreItem xmlns:ds="http://schemas.openxmlformats.org/officeDocument/2006/customXml" ds:itemID="{63ED7260-F3E1-46A8-B00B-F6A55E6831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22064</TotalTime>
  <Words>1416</Words>
  <Application>Microsoft Office PowerPoint</Application>
  <PresentationFormat>On-screen Show (16:9)</PresentationFormat>
  <Paragraphs>149</Paragraphs>
  <Slides>12</Slides>
  <Notes>2</Notes>
  <HiddenSlides>0</HiddenSlides>
  <MMClips>0</MMClips>
  <ScaleCrop>false</ScaleCrop>
  <HeadingPairs>
    <vt:vector size="8" baseType="variant">
      <vt:variant>
        <vt:lpstr>Fonts Used</vt:lpstr>
      </vt:variant>
      <vt:variant>
        <vt:i4>3</vt:i4>
      </vt:variant>
      <vt:variant>
        <vt:lpstr>Theme</vt:lpstr>
      </vt:variant>
      <vt:variant>
        <vt:i4>4</vt:i4>
      </vt:variant>
      <vt:variant>
        <vt:lpstr>Embedded OLE Servers</vt:lpstr>
      </vt:variant>
      <vt:variant>
        <vt:i4>1</vt:i4>
      </vt:variant>
      <vt:variant>
        <vt:lpstr>Slide Titles</vt:lpstr>
      </vt:variant>
      <vt:variant>
        <vt:i4>12</vt:i4>
      </vt:variant>
    </vt:vector>
  </HeadingPairs>
  <TitlesOfParts>
    <vt:vector size="20" baseType="lpstr">
      <vt:lpstr>Arial Black</vt:lpstr>
      <vt:lpstr>Arial</vt:lpstr>
      <vt:lpstr>Noto Sans Symbols</vt:lpstr>
      <vt:lpstr>GLOBALFOUNDRIES_Standard_Light_2017</vt:lpstr>
      <vt:lpstr>GF Light 2021</vt:lpstr>
      <vt:lpstr>My GF Template</vt:lpstr>
      <vt:lpstr>Simple Light</vt:lpstr>
      <vt:lpstr>think-cell Slide</vt:lpstr>
      <vt:lpstr>Lot/Signal (Choose One) Investigation Summary</vt:lpstr>
      <vt:lpstr>Additional charts</vt:lpstr>
      <vt:lpstr>PowerPoint Presentation</vt:lpstr>
      <vt:lpstr>PowerPoint Presentation</vt:lpstr>
      <vt:lpstr>FEOL FET/Resistor Scrap Various DNA Strings and High Level POC</vt:lpstr>
      <vt:lpstr>Lot Investigation Summary 1 of 2</vt:lpstr>
      <vt:lpstr>Lot Investigation Summary 2 of 2</vt:lpstr>
      <vt:lpstr>BACKUP</vt:lpstr>
      <vt:lpstr>Bad Lot Investigation &amp; Problem-Solving (BLIPS) Expectations</vt:lpstr>
      <vt:lpstr>Title - edit &amp; clarify document name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Bad Lot Investigation &amp; Problem-Solving (BLIPS) Expectations</dc:title>
  <dc:creator>Zwonik, Robert</dc:creator>
  <cp:lastModifiedBy>Iyer, Shreya</cp:lastModifiedBy>
  <cp:revision>12</cp:revision>
  <dcterms:modified xsi:type="dcterms:W3CDTF">2026-06-25T18:38:32Z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0x010100C5DB9B07ECF4814B8563C6476AC2A506</vt:lpwstr>
  </property>
  <property fmtid="{D5CDD505-2E9C-101B-9397-08002B2CF9AE}" pid="3" name="Order">
    <vt:r8>11500</vt:r8>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MediaServiceImageTags">
    <vt:lpwstr/>
  </property>
  <property fmtid="{D5CDD505-2E9C-101B-9397-08002B2CF9AE}" pid="8" name="MSIP_Label_40ca57d1-3aa4-4263-b77d-b314ae31f9a4_Enabled">
    <vt:lpwstr>True</vt:lpwstr>
  </property>
  <property fmtid="{D5CDD505-2E9C-101B-9397-08002B2CF9AE}" pid="9" name="MSIP_Label_40ca57d1-3aa4-4263-b77d-b314ae31f9a4_SiteId">
    <vt:lpwstr>039f6d49-43bb-4a53-b299-4fa0c7fc2276</vt:lpwstr>
  </property>
  <property fmtid="{D5CDD505-2E9C-101B-9397-08002B2CF9AE}" pid="10" name="MSIP_Label_40ca57d1-3aa4-4263-b77d-b314ae31f9a4_SetDate">
    <vt:lpwstr>2026-03-29T12:45:39Z</vt:lpwstr>
  </property>
  <property fmtid="{D5CDD505-2E9C-101B-9397-08002B2CF9AE}" pid="11" name="MSIP_Label_40ca57d1-3aa4-4263-b77d-b314ae31f9a4_Name">
    <vt:lpwstr>GF Confidential – Need to know</vt:lpwstr>
  </property>
  <property fmtid="{D5CDD505-2E9C-101B-9397-08002B2CF9AE}" pid="12" name="MSIP_Label_40ca57d1-3aa4-4263-b77d-b314ae31f9a4_ActionId">
    <vt:lpwstr>e7bffc6b-bd4d-4747-8682-bf722fb6ffda</vt:lpwstr>
  </property>
  <property fmtid="{D5CDD505-2E9C-101B-9397-08002B2CF9AE}" pid="13" name="MSIP_Label_40ca57d1-3aa4-4263-b77d-b314ae31f9a4_Removed">
    <vt:lpwstr>False</vt:lpwstr>
  </property>
  <property fmtid="{D5CDD505-2E9C-101B-9397-08002B2CF9AE}" pid="14" name="MSIP_Label_40ca57d1-3aa4-4263-b77d-b314ae31f9a4_Extended_MSFT_Method">
    <vt:lpwstr>Standard</vt:lpwstr>
  </property>
  <property fmtid="{D5CDD505-2E9C-101B-9397-08002B2CF9AE}" pid="15" name="Sensitivity">
    <vt:lpwstr>GF Confidential – Need to know</vt:lpwstr>
  </property>
</Properties>
</file>