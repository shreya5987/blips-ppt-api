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5.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6.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7.xml" ContentType="application/vnd.openxmlformats-officedocument.theme+xml"/>
  <Override PartName="/ppt/tags/tag2.xml" ContentType="application/vnd.openxmlformats-officedocument.presentationml.tags+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4"/>
    <p:sldMasterId id="2147483705" r:id="rId5"/>
    <p:sldMasterId id="2147483754" r:id="rId6"/>
    <p:sldMasterId id="2147485420" r:id="rId7"/>
    <p:sldMasterId id="2147485440" r:id="rId8"/>
    <p:sldMasterId id="2147485465" r:id="rId9"/>
    <p:sldMasterId id="2147485476" r:id="rId10"/>
  </p:sldMasterIdLst>
  <p:notesMasterIdLst>
    <p:notesMasterId r:id="rId23"/>
  </p:notesMasterIdLst>
  <p:sldIdLst>
    <p:sldId id="345" r:id="rId11"/>
    <p:sldId id="367" r:id="rId12"/>
    <p:sldId id="357" r:id="rId13"/>
    <p:sldId id="368" r:id="rId14"/>
    <p:sldId id="257" r:id="rId15"/>
    <p:sldId id="347" r:id="rId16"/>
    <p:sldId id="362" r:id="rId17"/>
    <p:sldId id="351" r:id="rId18"/>
    <p:sldId id="348" r:id="rId19"/>
    <p:sldId id="277" r:id="rId20"/>
    <p:sldId id="360" r:id="rId21"/>
    <p:sldId id="356" r:id="rId22"/>
  </p:sldIdLst>
  <p:sldSz cx="9144000" cy="5143500" type="screen16x9"/>
  <p:notesSz cx="6858000" cy="9144000"/>
  <p:embeddedFontLst>
    <p:embeddedFont>
      <p:font typeface="Arial Black" panose="020B0A04020102020204" pitchFamily="34" charset="0"/>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923D5-3506-4AD6-B8D4-0A0C1F99AB9D}" v="217" dt="2026-06-23T19:48:03.745"/>
  </p1510:revLst>
</p1510:revInfo>
</file>

<file path=ppt/tableStyles.xml><?xml version="1.0" encoding="utf-8"?>
<a:tblStyleLst xmlns:a="http://schemas.openxmlformats.org/drawingml/2006/main" def="{69C7296A-8C0A-499D-8635-849B4D777B5C}">
  <a:tblStyle styleId="{69C7296A-8C0A-499D-8635-849B4D777B5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BC8E14-482A-4466-A9BD-FCEADBE156EC}"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44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font" Target="fonts/font1.fntdata"/><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
            </a:b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68593704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368593704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1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Master" Target="../slideMasters/slideMaster5.xml"/><Relationship Id="rId5" Type="http://schemas.openxmlformats.org/officeDocument/2006/relationships/image" Target="../media/image9.png"/><Relationship Id="rId4" Type="http://schemas.openxmlformats.org/officeDocument/2006/relationships/image" Target="../media/image1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 Id="rId4" Type="http://schemas.openxmlformats.org/officeDocument/2006/relationships/image" Target="../media/image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grayscl/>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val="0"/>
              </a:ext>
            </a:extLst>
          </a:blip>
          <a:srcRect/>
          <a:stretch/>
        </p:blipFill>
        <p:spPr>
          <a:xfrm>
            <a:off x="188810" y="-2156"/>
            <a:ext cx="8965276" cy="2571750"/>
          </a:xfrm>
          <a:prstGeom prst="rect">
            <a:avLst/>
          </a:prstGeom>
        </p:spPr>
      </p:pic>
      <p:sp>
        <p:nvSpPr>
          <p:cNvPr id="8" name="Rectangle 7"/>
          <p:cNvSpPr/>
          <p:nvPr/>
        </p:nvSpPr>
        <p:spPr>
          <a:xfrm>
            <a:off x="0" y="0"/>
            <a:ext cx="6705600" cy="257175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tretch/>
        </p:blipFill>
        <p:spPr bwMode="hidden">
          <a:xfrm>
            <a:off x="-1" y="2613957"/>
            <a:ext cx="3364301" cy="2529544"/>
          </a:xfrm>
          <a:prstGeom prst="rect">
            <a:avLst/>
          </a:prstGeom>
        </p:spPr>
      </p:pic>
      <p:sp>
        <p:nvSpPr>
          <p:cNvPr id="10" name="Rectangle 9"/>
          <p:cNvSpPr/>
          <p:nvPr/>
        </p:nvSpPr>
        <p:spPr>
          <a:xfrm>
            <a:off x="0" y="2571750"/>
            <a:ext cx="9144000" cy="1371600"/>
          </a:xfrm>
          <a:prstGeom prst="rect">
            <a:avLst/>
          </a:prstGeom>
          <a:gradFill flip="none" rotWithShape="1">
            <a:gsLst>
              <a:gs pos="0">
                <a:schemeClr val="bg1">
                  <a:alpha val="54000"/>
                </a:schemeClr>
              </a:gs>
              <a:gs pos="100000">
                <a:schemeClr val="bg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2571750"/>
            <a:ext cx="13716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ctrTitle"/>
          </p:nvPr>
        </p:nvSpPr>
        <p:spPr>
          <a:xfrm>
            <a:off x="914400" y="2686050"/>
            <a:ext cx="7315200" cy="685800"/>
          </a:xfrm>
        </p:spPr>
        <p:txBody>
          <a:bodyPr/>
          <a:lstStyle>
            <a:lvl1pPr>
              <a:defRPr sz="2400"/>
            </a:lvl1pPr>
          </a:lstStyle>
          <a:p>
            <a:r>
              <a:rPr lang="en-US"/>
              <a:t>Click to edit Master title style</a:t>
            </a:r>
          </a:p>
        </p:txBody>
      </p:sp>
      <p:sp>
        <p:nvSpPr>
          <p:cNvPr id="3" name="Subtitle 2"/>
          <p:cNvSpPr>
            <a:spLocks noGrp="1"/>
          </p:cNvSpPr>
          <p:nvPr>
            <p:ph type="subTitle" idx="1"/>
          </p:nvPr>
        </p:nvSpPr>
        <p:spPr>
          <a:xfrm>
            <a:off x="916253" y="3429000"/>
            <a:ext cx="7313348" cy="400050"/>
          </a:xfrm>
        </p:spPr>
        <p:txBody>
          <a:bodyPr>
            <a:normAutofit/>
          </a:bodyPr>
          <a:lstStyle>
            <a:lvl1pPr marL="0" indent="0" algn="l">
              <a:spcAft>
                <a:spcPts val="0"/>
              </a:spcAft>
              <a:buNone/>
              <a:defRPr sz="1350">
                <a:solidFill>
                  <a:schemeClr val="tx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5402" y="4343402"/>
            <a:ext cx="3124199" cy="304265"/>
          </a:xfrm>
          <a:prstGeom prst="rect">
            <a:avLst/>
          </a:prstGeom>
        </p:spPr>
      </p:pic>
    </p:spTree>
    <p:extLst>
      <p:ext uri="{BB962C8B-B14F-4D97-AF65-F5344CB8AC3E}">
        <p14:creationId xmlns:p14="http://schemas.microsoft.com/office/powerpoint/2010/main" val="3104411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auto"/>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4258177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auto">
          <a:xfrm>
            <a:off x="685800" y="1314450"/>
            <a:ext cx="7772400" cy="331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
        <p:nvSpPr>
          <p:cNvPr id="8" name="Text Placeholder 7"/>
          <p:cNvSpPr>
            <a:spLocks noGrp="1"/>
          </p:cNvSpPr>
          <p:nvPr>
            <p:ph type="body" sz="quarter" idx="13"/>
          </p:nvPr>
        </p:nvSpPr>
        <p:spPr>
          <a:xfrm>
            <a:off x="685800" y="857250"/>
            <a:ext cx="7772400" cy="228600"/>
          </a:xfrm>
        </p:spPr>
        <p:txBody>
          <a:bodyPr>
            <a:noAutofit/>
          </a:bodyPr>
          <a:lstStyle>
            <a:lvl1pPr marL="0" indent="0">
              <a:spcAft>
                <a:spcPts val="0"/>
              </a:spcAft>
              <a:buNone/>
              <a:defRPr sz="1350">
                <a:solidFill>
                  <a:schemeClr val="tx2">
                    <a:lumMod val="75000"/>
                  </a:schemeClr>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Tree>
    <p:extLst>
      <p:ext uri="{BB962C8B-B14F-4D97-AF65-F5344CB8AC3E}">
        <p14:creationId xmlns:p14="http://schemas.microsoft.com/office/powerpoint/2010/main" val="399526927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hidden">
          <a:xfrm>
            <a:off x="-1" y="2714553"/>
            <a:ext cx="6172201" cy="2428948"/>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bwMode="invGray">
          <a:xfrm>
            <a:off x="685800" y="1760220"/>
            <a:ext cx="7772400" cy="411480"/>
          </a:xfrm>
        </p:spPr>
        <p:txBody>
          <a:bodyPr anchor="t">
            <a:normAutofit/>
          </a:bodyPr>
          <a:lstStyle>
            <a:lvl1pPr marL="0" indent="0">
              <a:spcAft>
                <a:spcPts val="0"/>
              </a:spcAft>
              <a:buNone/>
              <a:defRPr sz="135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9006840" y="0"/>
            <a:ext cx="137160" cy="51435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52734068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Orange">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hidden">
          <a:xfrm>
            <a:off x="-1" y="2714553"/>
            <a:ext cx="6172201" cy="2428948"/>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bwMode="invGray">
          <a:xfrm>
            <a:off x="685800" y="1760220"/>
            <a:ext cx="7772400" cy="411480"/>
          </a:xfrm>
        </p:spPr>
        <p:txBody>
          <a:bodyPr anchor="t">
            <a:normAutofit/>
          </a:bodyPr>
          <a:lstStyle>
            <a:lvl1pPr marL="0" indent="0">
              <a:spcAft>
                <a:spcPts val="0"/>
              </a:spcAft>
              <a:buNone/>
              <a:defRPr sz="135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9006840" y="0"/>
            <a:ext cx="137160"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66968760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Header with Picture">
    <p:spTree>
      <p:nvGrpSpPr>
        <p:cNvPr id="1" name=""/>
        <p:cNvGrpSpPr/>
        <p:nvPr/>
      </p:nvGrpSpPr>
      <p:grpSpPr>
        <a:xfrm>
          <a:off x="0" y="0"/>
          <a:ext cx="0" cy="0"/>
          <a:chOff x="0" y="0"/>
          <a:chExt cx="0" cy="0"/>
        </a:xfrm>
      </p:grpSpPr>
      <p:sp>
        <p:nvSpPr>
          <p:cNvPr id="9" name="Picture Placeholder 2"/>
          <p:cNvSpPr>
            <a:spLocks noGrp="1"/>
          </p:cNvSpPr>
          <p:nvPr>
            <p:ph type="pic" idx="10"/>
          </p:nvPr>
        </p:nvSpPr>
        <p:spPr>
          <a:xfrm>
            <a:off x="137160" y="2286000"/>
            <a:ext cx="9006840" cy="2057400"/>
          </a:xfrm>
          <a:solidFill>
            <a:schemeClr val="bg2"/>
          </a:solidFill>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760220"/>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2286000"/>
            <a:ext cx="137160" cy="2057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8305173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bwMode="auto">
          <a:xfrm>
            <a:off x="685800" y="1085850"/>
            <a:ext cx="3749040" cy="3543300"/>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bwMode="auto">
          <a:xfrm>
            <a:off x="4709160" y="1085850"/>
            <a:ext cx="3749040" cy="3543300"/>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40197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1085853"/>
            <a:ext cx="3749040" cy="457199"/>
          </a:xfrm>
        </p:spPr>
        <p:txBody>
          <a:bodyPr anchor="ctr"/>
          <a:lstStyle>
            <a:lvl1pPr marL="0" indent="0">
              <a:spcAft>
                <a:spcPts val="0"/>
              </a:spcAft>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bwMode="auto">
          <a:xfrm>
            <a:off x="685800" y="1600200"/>
            <a:ext cx="3749040" cy="3028950"/>
          </a:xfrm>
        </p:spPr>
        <p:txBody>
          <a:bodyPr>
            <a:normAutofit/>
          </a:bodyPr>
          <a:lstStyle>
            <a:lvl1pPr>
              <a:defRPr sz="1350"/>
            </a:lvl1pPr>
            <a:lvl2pPr>
              <a:defRPr sz="1200"/>
            </a:lvl2pPr>
            <a:lvl3pPr>
              <a:defRPr sz="1050"/>
            </a:lvl3pPr>
            <a:lvl4pPr>
              <a:defRPr sz="900"/>
            </a:lvl4pPr>
            <a:lvl5pPr>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09160" y="1085853"/>
            <a:ext cx="3749040" cy="457199"/>
          </a:xfrm>
        </p:spPr>
        <p:txBody>
          <a:bodyPr anchor="ctr"/>
          <a:lstStyle>
            <a:lvl1pPr marL="0" indent="0">
              <a:spcAft>
                <a:spcPts val="0"/>
              </a:spcAft>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bwMode="auto">
          <a:xfrm>
            <a:off x="4709160" y="1600200"/>
            <a:ext cx="3749040" cy="3028950"/>
          </a:xfrm>
        </p:spPr>
        <p:txBody>
          <a:bodyPr>
            <a:normAutofit/>
          </a:bodyPr>
          <a:lstStyle>
            <a:lvl1pPr>
              <a:defRPr sz="1350"/>
            </a:lvl1pPr>
            <a:lvl2pPr>
              <a:defRPr sz="1200"/>
            </a:lvl2pPr>
            <a:lvl3pPr>
              <a:defRPr sz="1050"/>
            </a:lvl3pPr>
            <a:lvl4pPr>
              <a:defRPr sz="900"/>
            </a:lvl4pPr>
            <a:lvl5pPr>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632517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245292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
        <p:nvSpPr>
          <p:cNvPr id="6" name="Text Placeholder 7"/>
          <p:cNvSpPr>
            <a:spLocks noGrp="1"/>
          </p:cNvSpPr>
          <p:nvPr>
            <p:ph type="body" sz="quarter" idx="13"/>
          </p:nvPr>
        </p:nvSpPr>
        <p:spPr>
          <a:xfrm>
            <a:off x="685800" y="857250"/>
            <a:ext cx="7772400" cy="228600"/>
          </a:xfrm>
        </p:spPr>
        <p:txBody>
          <a:bodyPr>
            <a:noAutofit/>
          </a:bodyPr>
          <a:lstStyle>
            <a:lvl1pPr marL="0" indent="0">
              <a:spcAft>
                <a:spcPts val="0"/>
              </a:spcAft>
              <a:buNone/>
              <a:defRPr sz="1350">
                <a:solidFill>
                  <a:schemeClr val="tx2">
                    <a:lumMod val="75000"/>
                  </a:schemeClr>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Tree>
    <p:extLst>
      <p:ext uri="{BB962C8B-B14F-4D97-AF65-F5344CB8AC3E}">
        <p14:creationId xmlns:p14="http://schemas.microsoft.com/office/powerpoint/2010/main" val="117795734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51268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Content Placeholder 2"/>
          <p:cNvSpPr>
            <a:spLocks noGrp="1"/>
          </p:cNvSpPr>
          <p:nvPr>
            <p:ph idx="1"/>
          </p:nvPr>
        </p:nvSpPr>
        <p:spPr bwMode="auto">
          <a:xfrm>
            <a:off x="3124200" y="1085850"/>
            <a:ext cx="5334000" cy="3543300"/>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1" y="1085850"/>
            <a:ext cx="2286000" cy="3543300"/>
          </a:xfrm>
        </p:spPr>
        <p:txBody>
          <a:bodyPr>
            <a:normAutofit/>
          </a:bodyPr>
          <a:lstStyle>
            <a:lvl1pPr marL="0" indent="0">
              <a:spcAft>
                <a:spcPts val="900"/>
              </a:spcAft>
              <a:buNone/>
              <a:defRPr sz="1350">
                <a:solidFill>
                  <a:schemeClr val="tx2">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564645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Horizontal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60" y="1314450"/>
            <a:ext cx="8869680" cy="24574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2" y="3886200"/>
            <a:ext cx="7772399" cy="45720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84245375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Vertical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0" y="800100"/>
            <a:ext cx="3505200" cy="1485900"/>
          </a:xfrm>
        </p:spPr>
        <p:txBody>
          <a:bodyPr anchor="b"/>
          <a:lstStyle>
            <a:lvl1pPr algn="l">
              <a:defRPr sz="2100" b="0"/>
            </a:lvl1pPr>
          </a:lstStyle>
          <a:p>
            <a:r>
              <a:rPr lang="en-US"/>
              <a:t>Click to edit Master title style</a:t>
            </a:r>
          </a:p>
        </p:txBody>
      </p:sp>
      <p:sp>
        <p:nvSpPr>
          <p:cNvPr id="4" name="Text Placeholder 3"/>
          <p:cNvSpPr>
            <a:spLocks noGrp="1"/>
          </p:cNvSpPr>
          <p:nvPr>
            <p:ph type="body" sz="half" idx="2"/>
          </p:nvPr>
        </p:nvSpPr>
        <p:spPr>
          <a:xfrm>
            <a:off x="4953002" y="2388870"/>
            <a:ext cx="3505199" cy="68580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8" name="Rectangle 7"/>
          <p:cNvSpPr/>
          <p:nvPr/>
        </p:nvSpPr>
        <p:spPr>
          <a:xfrm>
            <a:off x="4434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0" y="0"/>
            <a:ext cx="137160" cy="8001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4434840" y="1483614"/>
            <a:ext cx="137160" cy="8023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Picture Placeholder 2"/>
          <p:cNvSpPr>
            <a:spLocks noGrp="1"/>
          </p:cNvSpPr>
          <p:nvPr>
            <p:ph type="pic" idx="1"/>
          </p:nvPr>
        </p:nvSpPr>
        <p:spPr>
          <a:xfrm>
            <a:off x="137160" y="0"/>
            <a:ext cx="4300728" cy="514350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Tree>
    <p:extLst>
      <p:ext uri="{BB962C8B-B14F-4D97-AF65-F5344CB8AC3E}">
        <p14:creationId xmlns:p14="http://schemas.microsoft.com/office/powerpoint/2010/main" val="25042882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12" name="Rectangle 11"/>
          <p:cNvSpPr/>
          <p:nvPr/>
        </p:nvSpPr>
        <p:spPr>
          <a:xfrm>
            <a:off x="0" y="1307306"/>
            <a:ext cx="9144000" cy="2343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61" y="1307306"/>
            <a:ext cx="4363403" cy="23431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3" y="3764757"/>
            <a:ext cx="3273552" cy="864394"/>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8" name="Picture Placeholder 2"/>
          <p:cNvSpPr>
            <a:spLocks noGrp="1"/>
          </p:cNvSpPr>
          <p:nvPr>
            <p:ph type="pic" idx="13"/>
          </p:nvPr>
        </p:nvSpPr>
        <p:spPr>
          <a:xfrm>
            <a:off x="4638676" y="1307306"/>
            <a:ext cx="4368165" cy="2343150"/>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9" name="Text Placeholder 3"/>
          <p:cNvSpPr>
            <a:spLocks noGrp="1"/>
          </p:cNvSpPr>
          <p:nvPr>
            <p:ph type="body" sz="half" idx="14"/>
          </p:nvPr>
        </p:nvSpPr>
        <p:spPr>
          <a:xfrm>
            <a:off x="5189221" y="3764757"/>
            <a:ext cx="3268980" cy="864394"/>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0498095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7" name="Rectangle 16"/>
          <p:cNvSpPr/>
          <p:nvPr/>
        </p:nvSpPr>
        <p:spPr>
          <a:xfrm>
            <a:off x="6002847" y="1307306"/>
            <a:ext cx="146304" cy="234543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1307306"/>
            <a:ext cx="9144000" cy="23454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p:cNvSpPr>
            <a:spLocks noGrp="1"/>
          </p:cNvSpPr>
          <p:nvPr>
            <p:ph type="title"/>
          </p:nvPr>
        </p:nvSpPr>
        <p:spPr>
          <a:xfrm>
            <a:off x="685800" y="171450"/>
            <a:ext cx="7772400" cy="628650"/>
          </a:xfrm>
        </p:spPr>
        <p:txBody>
          <a:bodyPr anchor="b"/>
          <a:lstStyle>
            <a:lvl1pPr algn="l">
              <a:defRPr sz="2100" b="0"/>
            </a:lvl1pPr>
          </a:lstStyle>
          <a:p>
            <a:r>
              <a:rPr lang="en-US"/>
              <a:t>Click to edit Master title style</a:t>
            </a:r>
          </a:p>
        </p:txBody>
      </p:sp>
      <p:sp>
        <p:nvSpPr>
          <p:cNvPr id="3" name="Picture Placeholder 2"/>
          <p:cNvSpPr>
            <a:spLocks noGrp="1"/>
          </p:cNvSpPr>
          <p:nvPr>
            <p:ph type="pic" idx="1"/>
          </p:nvPr>
        </p:nvSpPr>
        <p:spPr>
          <a:xfrm>
            <a:off x="137159"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85803"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
        <p:nvSpPr>
          <p:cNvPr id="18" name="Picture Placeholder 2"/>
          <p:cNvSpPr>
            <a:spLocks noGrp="1"/>
          </p:cNvSpPr>
          <p:nvPr>
            <p:ph type="pic" idx="15"/>
          </p:nvPr>
        </p:nvSpPr>
        <p:spPr>
          <a:xfrm>
            <a:off x="3140964"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8" name="Picture Placeholder 2"/>
          <p:cNvSpPr>
            <a:spLocks noGrp="1"/>
          </p:cNvSpPr>
          <p:nvPr>
            <p:ph type="pic" idx="13"/>
          </p:nvPr>
        </p:nvSpPr>
        <p:spPr>
          <a:xfrm>
            <a:off x="6145276" y="1307306"/>
            <a:ext cx="2862072" cy="2345436"/>
          </a:xfrm>
        </p:spPr>
        <p:txBody>
          <a:bodyPr tIns="27432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20" name="Text Placeholder 3"/>
          <p:cNvSpPr>
            <a:spLocks noGrp="1"/>
          </p:cNvSpPr>
          <p:nvPr>
            <p:ph type="body" sz="half" idx="17"/>
          </p:nvPr>
        </p:nvSpPr>
        <p:spPr>
          <a:xfrm>
            <a:off x="6466332"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3" name="Text Placeholder 3"/>
          <p:cNvSpPr>
            <a:spLocks noGrp="1"/>
          </p:cNvSpPr>
          <p:nvPr>
            <p:ph type="body" sz="half" idx="18"/>
          </p:nvPr>
        </p:nvSpPr>
        <p:spPr>
          <a:xfrm>
            <a:off x="3474720" y="3764758"/>
            <a:ext cx="2194560" cy="864395"/>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18588580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ull Frame Picture">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9144000" cy="5143500"/>
          </a:xfrm>
        </p:spPr>
        <p:txBody>
          <a:bodyPr tIns="1097280">
            <a:no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Tree>
    <p:extLst>
      <p:ext uri="{BB962C8B-B14F-4D97-AF65-F5344CB8AC3E}">
        <p14:creationId xmlns:p14="http://schemas.microsoft.com/office/powerpoint/2010/main" val="11712586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pic>
        <p:nvPicPr>
          <p:cNvPr id="16" name="Picture 15"/>
          <p:cNvPicPr>
            <a:picLocks noChangeAspect="1"/>
          </p:cNvPicPr>
          <p:nvPr/>
        </p:nvPicPr>
        <p:blipFill rotWithShape="1">
          <a:blip r:embed="rId2" cstate="print">
            <a:extLst>
              <a:ext uri="{28A0092B-C50C-407E-A947-70E740481C1C}">
                <a14:useLocalDpi xmlns:a14="http://schemas.microsoft.com/office/drawing/2010/main" val="0"/>
              </a:ext>
            </a:extLst>
          </a:blip>
          <a:stretch/>
        </p:blipFill>
        <p:spPr>
          <a:xfrm>
            <a:off x="0" y="4380620"/>
            <a:ext cx="1299371" cy="762883"/>
          </a:xfrm>
          <a:prstGeom prst="rect">
            <a:avLst/>
          </a:prstGeom>
        </p:spPr>
      </p:pic>
      <p:sp>
        <p:nvSpPr>
          <p:cNvPr id="10" name="Rectangle 9"/>
          <p:cNvSpPr/>
          <p:nvPr/>
        </p:nvSpPr>
        <p:spPr>
          <a:xfrm>
            <a:off x="9006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ectangle 12"/>
          <p:cNvSpPr/>
          <p:nvPr/>
        </p:nvSpPr>
        <p:spPr>
          <a:xfrm>
            <a:off x="0" y="1303666"/>
            <a:ext cx="137160" cy="1508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Text Placeholder 7"/>
          <p:cNvSpPr>
            <a:spLocks noGrp="1"/>
          </p:cNvSpPr>
          <p:nvPr>
            <p:ph type="body" sz="quarter" idx="13"/>
          </p:nvPr>
        </p:nvSpPr>
        <p:spPr>
          <a:xfrm>
            <a:off x="1371600" y="1314450"/>
            <a:ext cx="6400800" cy="1508760"/>
          </a:xfrm>
        </p:spPr>
        <p:txBody>
          <a:bodyPr>
            <a:noAutofit/>
          </a:bodyPr>
          <a:lstStyle>
            <a:lvl1pPr marL="0" indent="0">
              <a:lnSpc>
                <a:spcPct val="110000"/>
              </a:lnSpc>
              <a:spcAft>
                <a:spcPts val="0"/>
              </a:spcAft>
              <a:buNone/>
              <a:defRPr sz="2100">
                <a:solidFill>
                  <a:schemeClr val="tx1"/>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
        <p:nvSpPr>
          <p:cNvPr id="7" name="Date Placeholder 6"/>
          <p:cNvSpPr>
            <a:spLocks noGrp="1"/>
          </p:cNvSpPr>
          <p:nvPr>
            <p:ph type="dt" sz="half" idx="14"/>
          </p:nvPr>
        </p:nvSpPr>
        <p:spPr/>
        <p:txBody>
          <a:bodyPr/>
          <a:lstStyle/>
          <a:p>
            <a:endParaRPr lang="en-US"/>
          </a:p>
        </p:txBody>
      </p:sp>
      <p:sp>
        <p:nvSpPr>
          <p:cNvPr id="8" name="Footer Placeholder 7"/>
          <p:cNvSpPr>
            <a:spLocks noGrp="1"/>
          </p:cNvSpPr>
          <p:nvPr>
            <p:ph type="ftr" sz="quarter" idx="15"/>
          </p:nvPr>
        </p:nvSpPr>
        <p:spPr/>
        <p:txBody>
          <a:bodyPr/>
          <a:lstStyle/>
          <a:p>
            <a:endParaRPr lang="en-US"/>
          </a:p>
        </p:txBody>
      </p:sp>
      <p:sp>
        <p:nvSpPr>
          <p:cNvPr id="9" name="Slide Number Placeholder 8"/>
          <p:cNvSpPr>
            <a:spLocks noGrp="1"/>
          </p:cNvSpPr>
          <p:nvPr>
            <p:ph type="sldNum" sz="quarter" idx="16"/>
          </p:nvPr>
        </p:nvSpPr>
        <p:spPr/>
        <p:txBody>
          <a:bodyPr/>
          <a:lstStyle/>
          <a:p>
            <a:fld id="{00000000-1234-1234-1234-123412341234}" type="slidenum">
              <a:rPr lang="en" smtClean="0"/>
              <a:pPr/>
              <a:t>‹#›</a:t>
            </a:fld>
            <a:endParaRPr lang="en"/>
          </a:p>
        </p:txBody>
      </p:sp>
      <p:sp>
        <p:nvSpPr>
          <p:cNvPr id="14" name="Text Placeholder 7"/>
          <p:cNvSpPr>
            <a:spLocks noGrp="1"/>
          </p:cNvSpPr>
          <p:nvPr>
            <p:ph type="body" sz="quarter" idx="17"/>
          </p:nvPr>
        </p:nvSpPr>
        <p:spPr>
          <a:xfrm>
            <a:off x="4572000" y="2971800"/>
            <a:ext cx="3200400" cy="800100"/>
          </a:xfrm>
        </p:spPr>
        <p:txBody>
          <a:bodyPr>
            <a:noAutofit/>
          </a:bodyPr>
          <a:lstStyle>
            <a:lvl1pPr marL="0" indent="0">
              <a:lnSpc>
                <a:spcPct val="100000"/>
              </a:lnSpc>
              <a:spcBef>
                <a:spcPts val="0"/>
              </a:spcBef>
              <a:spcAft>
                <a:spcPts val="0"/>
              </a:spcAft>
              <a:buNone/>
              <a:defRPr sz="1350">
                <a:solidFill>
                  <a:schemeClr val="tx2"/>
                </a:solidFill>
              </a:defRPr>
            </a:lvl1pPr>
            <a:lvl2pPr marL="0" indent="0">
              <a:spcAft>
                <a:spcPts val="0"/>
              </a:spcAft>
              <a:buNone/>
              <a:defRPr sz="1350"/>
            </a:lvl2pPr>
            <a:lvl3pPr marL="0" indent="0">
              <a:spcAft>
                <a:spcPts val="0"/>
              </a:spcAft>
              <a:buNone/>
              <a:defRPr sz="1350"/>
            </a:lvl3pPr>
            <a:lvl4pPr marL="0" indent="0">
              <a:spcAft>
                <a:spcPts val="0"/>
              </a:spcAft>
              <a:buNone/>
              <a:defRPr sz="1350"/>
            </a:lvl4pPr>
            <a:lvl5pPr marL="0" indent="0">
              <a:spcAft>
                <a:spcPts val="0"/>
              </a:spcAft>
              <a:buNone/>
              <a:defRPr sz="1350"/>
            </a:lvl5pPr>
            <a:lvl6pPr marL="0" indent="0">
              <a:spcAft>
                <a:spcPts val="0"/>
              </a:spcAft>
              <a:buNone/>
              <a:defRPr sz="1350"/>
            </a:lvl6pPr>
            <a:lvl7pPr marL="0" indent="0">
              <a:spcAft>
                <a:spcPts val="0"/>
              </a:spcAft>
              <a:buNone/>
              <a:defRPr sz="1350"/>
            </a:lvl7pPr>
            <a:lvl8pPr marL="0" indent="0">
              <a:spcAft>
                <a:spcPts val="0"/>
              </a:spcAft>
              <a:buNone/>
              <a:defRPr sz="1350"/>
            </a:lvl8pPr>
            <a:lvl9pPr marL="0" indent="0">
              <a:spcAft>
                <a:spcPts val="0"/>
              </a:spcAft>
              <a:buNone/>
              <a:defRPr sz="1350"/>
            </a:lvl9pPr>
          </a:lstStyle>
          <a:p>
            <a:pPr lvl="0"/>
            <a:r>
              <a:rPr lang="en-US"/>
              <a:t>Click to edit Master text styles</a:t>
            </a:r>
          </a:p>
        </p:txBody>
      </p:sp>
      <p:sp>
        <p:nvSpPr>
          <p:cNvPr id="3" name="Text Placeholder 2"/>
          <p:cNvSpPr>
            <a:spLocks noGrp="1"/>
          </p:cNvSpPr>
          <p:nvPr>
            <p:ph type="body" sz="quarter" idx="18" hasCustomPrompt="1"/>
          </p:nvPr>
        </p:nvSpPr>
        <p:spPr>
          <a:xfrm>
            <a:off x="967239" y="1289368"/>
            <a:ext cx="334512" cy="212285"/>
          </a:xfrm>
          <a:blipFill>
            <a:blip r:embed="rId3"/>
            <a:stretch>
              <a:fillRect/>
            </a:stretch>
          </a:blipFill>
        </p:spPr>
        <p:txBody>
          <a:bodyPr>
            <a:normAutofit/>
          </a:bodyPr>
          <a:lstStyle>
            <a:lvl1pPr marL="0" indent="0">
              <a:spcAft>
                <a:spcPts val="0"/>
              </a:spcAft>
              <a:buNone/>
              <a:defRPr sz="750">
                <a:solidFill>
                  <a:schemeClr val="bg1"/>
                </a:solidFill>
              </a:defRPr>
            </a:lvl1pPr>
            <a:lvl2pPr marL="0" indent="0">
              <a:spcAft>
                <a:spcPts val="0"/>
              </a:spcAft>
              <a:buNone/>
              <a:defRPr sz="750"/>
            </a:lvl2pPr>
            <a:lvl3pPr marL="0" indent="0">
              <a:spcAft>
                <a:spcPts val="0"/>
              </a:spcAft>
              <a:buNone/>
              <a:defRPr sz="750"/>
            </a:lvl3pPr>
            <a:lvl4pPr marL="0" indent="0">
              <a:spcAft>
                <a:spcPts val="0"/>
              </a:spcAft>
              <a:buNone/>
              <a:defRPr sz="750"/>
            </a:lvl4pPr>
            <a:lvl5pPr marL="0" indent="0">
              <a:spcAft>
                <a:spcPts val="0"/>
              </a:spcAft>
              <a:buNone/>
              <a:defRPr sz="750"/>
            </a:lvl5pPr>
            <a:lvl6pPr marL="0" indent="0">
              <a:spcAft>
                <a:spcPts val="0"/>
              </a:spcAft>
              <a:buNone/>
              <a:defRPr sz="750"/>
            </a:lvl6pPr>
            <a:lvl7pPr marL="0" indent="0">
              <a:spcAft>
                <a:spcPts val="0"/>
              </a:spcAft>
              <a:buNone/>
              <a:defRPr sz="750"/>
            </a:lvl7pPr>
            <a:lvl8pPr marL="0" indent="0">
              <a:spcAft>
                <a:spcPts val="0"/>
              </a:spcAft>
              <a:buNone/>
              <a:defRPr sz="750"/>
            </a:lvl8pPr>
            <a:lvl9pPr marL="0" indent="0">
              <a:spcAft>
                <a:spcPts val="0"/>
              </a:spcAft>
              <a:buNone/>
              <a:defRPr sz="750"/>
            </a:lvl9pPr>
          </a:lstStyle>
          <a:p>
            <a:pPr lvl="0"/>
            <a:r>
              <a:rPr lang="en-US"/>
              <a:t> </a:t>
            </a:r>
          </a:p>
        </p:txBody>
      </p:sp>
      <p:sp>
        <p:nvSpPr>
          <p:cNvPr id="17" name="Text Placeholder 2"/>
          <p:cNvSpPr>
            <a:spLocks noGrp="1"/>
          </p:cNvSpPr>
          <p:nvPr>
            <p:ph type="body" sz="quarter" idx="19" hasCustomPrompt="1"/>
          </p:nvPr>
        </p:nvSpPr>
        <p:spPr>
          <a:xfrm>
            <a:off x="5715000" y="2400302"/>
            <a:ext cx="334512" cy="212285"/>
          </a:xfrm>
          <a:blipFill>
            <a:blip r:embed="rId4"/>
            <a:stretch>
              <a:fillRect/>
            </a:stretch>
          </a:blipFill>
        </p:spPr>
        <p:txBody>
          <a:bodyPr>
            <a:normAutofit/>
          </a:bodyPr>
          <a:lstStyle>
            <a:lvl1pPr marL="0" indent="0">
              <a:spcAft>
                <a:spcPts val="0"/>
              </a:spcAft>
              <a:buNone/>
              <a:defRPr sz="750">
                <a:solidFill>
                  <a:schemeClr val="bg1"/>
                </a:solidFill>
              </a:defRPr>
            </a:lvl1pPr>
            <a:lvl2pPr marL="0" indent="0">
              <a:spcAft>
                <a:spcPts val="0"/>
              </a:spcAft>
              <a:buNone/>
              <a:defRPr sz="750"/>
            </a:lvl2pPr>
            <a:lvl3pPr marL="0" indent="0">
              <a:spcAft>
                <a:spcPts val="0"/>
              </a:spcAft>
              <a:buNone/>
              <a:defRPr sz="750"/>
            </a:lvl3pPr>
            <a:lvl4pPr marL="0" indent="0">
              <a:spcAft>
                <a:spcPts val="0"/>
              </a:spcAft>
              <a:buNone/>
              <a:defRPr sz="750"/>
            </a:lvl4pPr>
            <a:lvl5pPr marL="0" indent="0">
              <a:spcAft>
                <a:spcPts val="0"/>
              </a:spcAft>
              <a:buNone/>
              <a:defRPr sz="750"/>
            </a:lvl5pPr>
            <a:lvl6pPr marL="0" indent="0">
              <a:spcAft>
                <a:spcPts val="0"/>
              </a:spcAft>
              <a:buNone/>
              <a:defRPr sz="750"/>
            </a:lvl6pPr>
            <a:lvl7pPr marL="0" indent="0">
              <a:spcAft>
                <a:spcPts val="0"/>
              </a:spcAft>
              <a:buNone/>
              <a:defRPr sz="750"/>
            </a:lvl7pPr>
            <a:lvl8pPr marL="0" indent="0">
              <a:spcAft>
                <a:spcPts val="0"/>
              </a:spcAft>
              <a:buNone/>
              <a:defRPr sz="750"/>
            </a:lvl8pPr>
            <a:lvl9pPr marL="0" indent="0">
              <a:spcAft>
                <a:spcPts val="0"/>
              </a:spcAft>
              <a:buNone/>
              <a:defRPr sz="750"/>
            </a:lvl9pPr>
          </a:lstStyle>
          <a:p>
            <a:pPr lvl="0"/>
            <a:r>
              <a:rPr lang="en-US"/>
              <a:t> </a:t>
            </a:r>
          </a:p>
        </p:txBody>
      </p:sp>
    </p:spTree>
    <p:extLst>
      <p:ext uri="{BB962C8B-B14F-4D97-AF65-F5344CB8AC3E}">
        <p14:creationId xmlns:p14="http://schemas.microsoft.com/office/powerpoint/2010/main" val="407890736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Thank You">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grayscl/>
            <a:extLst>
              <a:ext uri="{28A0092B-C50C-407E-A947-70E740481C1C}">
                <a14:useLocalDpi xmlns:a14="http://schemas.microsoft.com/office/drawing/2010/main" val="0"/>
              </a:ext>
            </a:extLst>
          </a:blip>
          <a:srcRect/>
          <a:stretch/>
        </p:blipFill>
        <p:spPr>
          <a:xfrm>
            <a:off x="0" y="2283843"/>
            <a:ext cx="9144000" cy="1746850"/>
          </a:xfrm>
          <a:prstGeom prst="rect">
            <a:avLst/>
          </a:prstGeom>
        </p:spPr>
      </p:pic>
      <p:sp>
        <p:nvSpPr>
          <p:cNvPr id="2" name="Title 1"/>
          <p:cNvSpPr>
            <a:spLocks noGrp="1"/>
          </p:cNvSpPr>
          <p:nvPr>
            <p:ph type="title"/>
          </p:nvPr>
        </p:nvSpPr>
        <p:spPr>
          <a:xfrm>
            <a:off x="685800" y="827532"/>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760220"/>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2283843"/>
            <a:ext cx="3581400" cy="174879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2283843"/>
            <a:ext cx="137160" cy="1748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2" y="4229102"/>
            <a:ext cx="3124199" cy="304265"/>
          </a:xfrm>
          <a:prstGeom prst="rect">
            <a:avLst/>
          </a:prstGeom>
        </p:spPr>
      </p:pic>
      <p:sp>
        <p:nvSpPr>
          <p:cNvPr id="14" name="Rectangle 13"/>
          <p:cNvSpPr/>
          <p:nvPr/>
        </p:nvSpPr>
        <p:spPr>
          <a:xfrm>
            <a:off x="682489" y="4642089"/>
            <a:ext cx="3432313" cy="114300"/>
          </a:xfrm>
          <a:prstGeom prst="rect">
            <a:avLst/>
          </a:prstGeom>
        </p:spPr>
        <p:txBody>
          <a:bodyPr lIns="0" tIns="0" rIns="0" bIns="0">
            <a:noAutofit/>
          </a:bodyPr>
          <a:lstStyle/>
          <a:p>
            <a:pPr>
              <a:lnSpc>
                <a:spcPct val="90000"/>
              </a:lnSpc>
              <a:spcBef>
                <a:spcPts val="375"/>
              </a:spcBef>
            </a:pPr>
            <a:r>
              <a:rPr lang="en-US" sz="675">
                <a:solidFill>
                  <a:schemeClr val="tx2"/>
                </a:solidFill>
              </a:rPr>
              <a:t>© 2018 GLOBALFOUNDRIES Inc. All rights reserved.</a:t>
            </a:r>
          </a:p>
          <a:p>
            <a:pPr>
              <a:lnSpc>
                <a:spcPct val="90000"/>
              </a:lnSpc>
              <a:spcBef>
                <a:spcPts val="375"/>
              </a:spcBef>
            </a:pPr>
            <a:endParaRPr lang="en-US" sz="675">
              <a:solidFill>
                <a:schemeClr val="tx2"/>
              </a:solidFill>
            </a:endParaRPr>
          </a:p>
        </p:txBody>
      </p:sp>
    </p:spTree>
    <p:extLst>
      <p:ext uri="{BB962C8B-B14F-4D97-AF65-F5344CB8AC3E}">
        <p14:creationId xmlns:p14="http://schemas.microsoft.com/office/powerpoint/2010/main" val="1022506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Thank You Trademark">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grayscl/>
            <a:extLst>
              <a:ext uri="{28A0092B-C50C-407E-A947-70E740481C1C}">
                <a14:useLocalDpi xmlns:a14="http://schemas.microsoft.com/office/drawing/2010/main" val="0"/>
              </a:ext>
            </a:extLst>
          </a:blip>
          <a:srcRect/>
          <a:stretch/>
        </p:blipFill>
        <p:spPr>
          <a:xfrm>
            <a:off x="0" y="1744218"/>
            <a:ext cx="9144000" cy="1746850"/>
          </a:xfrm>
          <a:prstGeom prst="rect">
            <a:avLst/>
          </a:prstGeom>
        </p:spPr>
      </p:pic>
      <p:sp>
        <p:nvSpPr>
          <p:cNvPr id="2" name="Title 1"/>
          <p:cNvSpPr>
            <a:spLocks noGrp="1"/>
          </p:cNvSpPr>
          <p:nvPr>
            <p:ph type="title"/>
          </p:nvPr>
        </p:nvSpPr>
        <p:spPr>
          <a:xfrm>
            <a:off x="685800" y="342900"/>
            <a:ext cx="7772400" cy="822960"/>
          </a:xfrm>
        </p:spPr>
        <p:txBody>
          <a:bodyPr anchor="b"/>
          <a:lstStyle>
            <a:lvl1pPr algn="l">
              <a:defRPr sz="2700" b="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85800" y="1275588"/>
            <a:ext cx="7772400" cy="411480"/>
          </a:xfrm>
        </p:spPr>
        <p:txBody>
          <a:bodyPr anchor="t">
            <a:normAutofit/>
          </a:bodyPr>
          <a:lstStyle>
            <a:lvl1pPr marL="0" indent="0">
              <a:spcAft>
                <a:spcPts val="0"/>
              </a:spcAft>
              <a:buNone/>
              <a:defRPr sz="1350">
                <a:solidFill>
                  <a:schemeClr val="tx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Rectangle 7"/>
          <p:cNvSpPr/>
          <p:nvPr/>
        </p:nvSpPr>
        <p:spPr>
          <a:xfrm>
            <a:off x="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p:cNvSpPr/>
          <p:nvPr/>
        </p:nvSpPr>
        <p:spPr>
          <a:xfrm>
            <a:off x="0" y="1744218"/>
            <a:ext cx="3581400" cy="1748790"/>
          </a:xfrm>
          <a:prstGeom prst="rect">
            <a:avLst/>
          </a:prstGeom>
          <a:gradFill>
            <a:gsLst>
              <a:gs pos="0">
                <a:schemeClr val="bg1">
                  <a:lumMod val="85000"/>
                  <a:lumOff val="15000"/>
                </a:schemeClr>
              </a:gs>
              <a:gs pos="100000">
                <a:srgbClr val="00000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p:cNvSpPr/>
          <p:nvPr/>
        </p:nvSpPr>
        <p:spPr>
          <a:xfrm>
            <a:off x="0" y="1744218"/>
            <a:ext cx="137160" cy="1748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2" y="3696237"/>
            <a:ext cx="3124199" cy="304265"/>
          </a:xfrm>
          <a:prstGeom prst="rect">
            <a:avLst/>
          </a:prstGeom>
        </p:spPr>
      </p:pic>
      <p:sp>
        <p:nvSpPr>
          <p:cNvPr id="13" name="Rectangle 12"/>
          <p:cNvSpPr/>
          <p:nvPr/>
        </p:nvSpPr>
        <p:spPr>
          <a:xfrm>
            <a:off x="685800" y="4205556"/>
            <a:ext cx="7772400" cy="977191"/>
          </a:xfrm>
          <a:prstGeom prst="rect">
            <a:avLst/>
          </a:prstGeom>
        </p:spPr>
        <p:txBody>
          <a:bodyPr wrap="square" lIns="0" tIns="0" rIns="0" bIns="0">
            <a:spAutoFit/>
          </a:bodyPr>
          <a:lstStyle/>
          <a:p>
            <a:pPr>
              <a:lnSpc>
                <a:spcPct val="100000"/>
              </a:lnSpc>
              <a:spcBef>
                <a:spcPts val="0"/>
              </a:spcBef>
              <a:spcAft>
                <a:spcPts val="225"/>
              </a:spcAft>
            </a:pPr>
            <a:r>
              <a:rPr lang="en-US" sz="600" b="1">
                <a:solidFill>
                  <a:schemeClr val="tx2"/>
                </a:solidFill>
              </a:rPr>
              <a:t>The information contained herein [is confidential and] is the property of GLOBALFOUNDRIES and/or its licensors.</a:t>
            </a:r>
          </a:p>
          <a:p>
            <a:pPr>
              <a:lnSpc>
                <a:spcPct val="100000"/>
              </a:lnSpc>
              <a:spcBef>
                <a:spcPts val="0"/>
              </a:spcBef>
              <a:spcAft>
                <a:spcPts val="225"/>
              </a:spcAft>
            </a:pPr>
            <a:r>
              <a:rPr lang="en-US" sz="600" b="1">
                <a:solidFill>
                  <a:schemeClr val="tx2"/>
                </a:solidFill>
              </a:rPr>
              <a:t>This document is for informational purposes only, is current only as of the date of publication and is subject to change by GLOBALFOUNDRIES at any time without notice.</a:t>
            </a:r>
          </a:p>
          <a:p>
            <a:pPr>
              <a:lnSpc>
                <a:spcPct val="100000"/>
              </a:lnSpc>
              <a:spcBef>
                <a:spcPts val="0"/>
              </a:spcBef>
              <a:spcAft>
                <a:spcPts val="225"/>
              </a:spcAft>
            </a:pPr>
            <a:r>
              <a:rPr lang="en-US" sz="600" b="1">
                <a:solidFill>
                  <a:schemeClr val="tx2"/>
                </a:solidFill>
              </a:rPr>
              <a:t>GLOBALFOUNDRIES, the GLOBALFOUNDRIES logo and combinations thereof are trademarks of GLOBALFOUNDRIES Inc. in the United States and/or other jurisdictions. Other product or service names are for identification purposes only and may be trademarks or service marks of their respective owners.</a:t>
            </a:r>
          </a:p>
          <a:p>
            <a:pPr>
              <a:lnSpc>
                <a:spcPct val="100000"/>
              </a:lnSpc>
              <a:spcBef>
                <a:spcPts val="0"/>
              </a:spcBef>
              <a:spcAft>
                <a:spcPts val="225"/>
              </a:spcAft>
            </a:pPr>
            <a:r>
              <a:rPr lang="en-US" sz="600" b="1">
                <a:solidFill>
                  <a:schemeClr val="tx2"/>
                </a:solidFill>
              </a:rPr>
              <a:t>© GLOBALFOUNDRIES Inc. 2018. Unless otherwise indicated, all rights reserved. Do not copy or redistribute except as expressly permitted by GLOBALFOUNDRIES.</a:t>
            </a:r>
            <a:endParaRPr lang="en-US" sz="600">
              <a:solidFill>
                <a:schemeClr val="tx2"/>
              </a:solidFill>
            </a:endParaRPr>
          </a:p>
        </p:txBody>
      </p:sp>
    </p:spTree>
    <p:extLst>
      <p:ext uri="{BB962C8B-B14F-4D97-AF65-F5344CB8AC3E}">
        <p14:creationId xmlns:p14="http://schemas.microsoft.com/office/powerpoint/2010/main" val="28121319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0000140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16952" y="171450"/>
            <a:ext cx="841248" cy="445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71450"/>
            <a:ext cx="6553200" cy="445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30579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_Openin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18F8322D-F6D0-FD48-8ECA-70197A18213F}"/>
              </a:ext>
            </a:extLst>
          </p:cNvPr>
          <p:cNvSpPr>
            <a:spLocks noGrp="1"/>
          </p:cNvSpPr>
          <p:nvPr>
            <p:ph type="pic" sz="quarter" idx="12"/>
          </p:nvPr>
        </p:nvSpPr>
        <p:spPr>
          <a:xfrm>
            <a:off x="1556734" y="2"/>
            <a:ext cx="7596509"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2" name="Footer Placeholder 3">
            <a:extLst>
              <a:ext uri="{FF2B5EF4-FFF2-40B4-BE49-F238E27FC236}">
                <a16:creationId xmlns:a16="http://schemas.microsoft.com/office/drawing/2014/main" id="{634843C3-62CF-5B4B-A33C-CB8BBE06B650}"/>
              </a:ext>
            </a:extLst>
          </p:cNvPr>
          <p:cNvSpPr>
            <a:spLocks noGrp="1"/>
          </p:cNvSpPr>
          <p:nvPr>
            <p:ph type="ftr" sz="quarter" idx="5"/>
          </p:nvPr>
        </p:nvSpPr>
        <p:spPr>
          <a:xfrm>
            <a:off x="6922477" y="4814516"/>
            <a:ext cx="1745331" cy="107433"/>
          </a:xfrm>
          <a:prstGeom prst="rect">
            <a:avLst/>
          </a:prstGeom>
        </p:spPr>
        <p:txBody>
          <a:bodyPr/>
          <a:lstStyle>
            <a:lvl1pPr>
              <a:defRPr sz="637" baseline="0">
                <a:latin typeface="Arial" panose="020B0604020202020204" pitchFamily="34" charset="0"/>
              </a:defRPr>
            </a:lvl1pPr>
          </a:lstStyle>
          <a:p>
            <a:endParaRPr lang="en-US"/>
          </a:p>
        </p:txBody>
      </p:sp>
      <p:sp>
        <p:nvSpPr>
          <p:cNvPr id="10" name="Text Placeholder Ttle">
            <a:extLst>
              <a:ext uri="{FF2B5EF4-FFF2-40B4-BE49-F238E27FC236}">
                <a16:creationId xmlns:a16="http://schemas.microsoft.com/office/drawing/2014/main" id="{1D014202-442C-6C41-9DD1-D92C2019E40E}"/>
              </a:ext>
            </a:extLst>
          </p:cNvPr>
          <p:cNvSpPr>
            <a:spLocks noGrp="1"/>
          </p:cNvSpPr>
          <p:nvPr>
            <p:ph type="body" sz="quarter" idx="10" hasCustomPrompt="1"/>
          </p:nvPr>
        </p:nvSpPr>
        <p:spPr>
          <a:xfrm>
            <a:off x="1924109" y="2086469"/>
            <a:ext cx="4445809" cy="1236085"/>
          </a:xfrm>
        </p:spPr>
        <p:txBody>
          <a:bodyPr anchor="b" anchorCtr="0">
            <a:normAutofit/>
          </a:bodyPr>
          <a:lstStyle>
            <a:lvl1pPr>
              <a:lnSpc>
                <a:spcPts val="4775"/>
              </a:lnSpc>
              <a:spcBef>
                <a:spcPts val="0"/>
              </a:spcBef>
              <a:spcAft>
                <a:spcPts val="1364"/>
              </a:spcAft>
              <a:defRPr sz="4366" b="0" i="0" baseline="0">
                <a:solidFill>
                  <a:schemeClr val="bg1"/>
                </a:solidFill>
                <a:latin typeface="Arial Black" panose="020B0604020202020204" pitchFamily="34" charset="0"/>
              </a:defRPr>
            </a:lvl1pPr>
          </a:lstStyle>
          <a:p>
            <a:pPr lvl="0"/>
            <a:r>
              <a:rPr lang="en-US"/>
              <a:t>Click to add title</a:t>
            </a:r>
          </a:p>
        </p:txBody>
      </p:sp>
      <p:sp>
        <p:nvSpPr>
          <p:cNvPr id="11" name="Text Placeholder Date">
            <a:extLst>
              <a:ext uri="{FF2B5EF4-FFF2-40B4-BE49-F238E27FC236}">
                <a16:creationId xmlns:a16="http://schemas.microsoft.com/office/drawing/2014/main" id="{99A11649-992A-9041-8A59-3BC29D989A10}"/>
              </a:ext>
            </a:extLst>
          </p:cNvPr>
          <p:cNvSpPr>
            <a:spLocks noGrp="1"/>
          </p:cNvSpPr>
          <p:nvPr>
            <p:ph type="body" sz="quarter" idx="11" hasCustomPrompt="1"/>
          </p:nvPr>
        </p:nvSpPr>
        <p:spPr>
          <a:xfrm>
            <a:off x="1924255" y="3576769"/>
            <a:ext cx="2385643" cy="377938"/>
          </a:xfrm>
        </p:spPr>
        <p:txBody>
          <a:bodyPr>
            <a:normAutofit/>
          </a:bodyPr>
          <a:lstStyle>
            <a:lvl1pPr>
              <a:defRPr sz="1637" baseline="0">
                <a:solidFill>
                  <a:schemeClr val="bg1"/>
                </a:solidFill>
                <a:latin typeface="Arial" panose="020B0604020202020204" pitchFamily="34" charset="0"/>
              </a:defRPr>
            </a:lvl1pPr>
          </a:lstStyle>
          <a:p>
            <a:pPr lvl="0"/>
            <a:r>
              <a:rPr lang="en-US"/>
              <a:t>Month, Day, Year</a:t>
            </a:r>
          </a:p>
          <a:p>
            <a:pPr lvl="1"/>
            <a:endParaRPr lang="en-US"/>
          </a:p>
        </p:txBody>
      </p:sp>
      <p:pic>
        <p:nvPicPr>
          <p:cNvPr id="8" name="Logo" descr="Logo&#10;&#10;Description automatically generated">
            <a:extLst>
              <a:ext uri="{FF2B5EF4-FFF2-40B4-BE49-F238E27FC236}">
                <a16:creationId xmlns:a16="http://schemas.microsoft.com/office/drawing/2014/main" id="{451685C8-C13E-4718-9B3B-64BDCAFB0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495" y="702031"/>
            <a:ext cx="3597044" cy="701813"/>
          </a:xfrm>
          <a:prstGeom prst="rect">
            <a:avLst/>
          </a:prstGeom>
        </p:spPr>
      </p:pic>
    </p:spTree>
    <p:extLst>
      <p:ext uri="{BB962C8B-B14F-4D97-AF65-F5344CB8AC3E}">
        <p14:creationId xmlns:p14="http://schemas.microsoft.com/office/powerpoint/2010/main" val="588546935"/>
      </p:ext>
    </p:extLst>
  </p:cSld>
  <p:clrMapOvr>
    <a:masterClrMapping/>
  </p:clrMapOvr>
  <p:hf sldNum="0" hdr="0" ftr="0" dt="0"/>
  <p:extLst>
    <p:ext uri="{DCECCB84-F9BA-43D5-87BE-67443E8EF086}">
      <p15:sldGuideLst xmlns:p15="http://schemas.microsoft.com/office/powerpoint/2012/main">
        <p15:guide id="1" orient="horz" pos="1930" userDrawn="1">
          <p15:clr>
            <a:srgbClr val="FBAE40"/>
          </p15:clr>
        </p15:guide>
        <p15:guide id="2" pos="14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with SmallPictur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292747" y="4232470"/>
            <a:ext cx="7851536" cy="910870"/>
          </a:xfrm>
          <a:custGeom>
            <a:avLst/>
            <a:gdLst/>
            <a:ahLst/>
            <a:cxnLst/>
            <a:rect l="l" t="t" r="r" b="b"/>
            <a:pathLst>
              <a:path w="17262475" h="2002790">
                <a:moveTo>
                  <a:pt x="17261851" y="0"/>
                </a:moveTo>
                <a:lnTo>
                  <a:pt x="0" y="0"/>
                </a:lnTo>
                <a:lnTo>
                  <a:pt x="0" y="2002347"/>
                </a:lnTo>
                <a:lnTo>
                  <a:pt x="17261851" y="2002347"/>
                </a:lnTo>
                <a:lnTo>
                  <a:pt x="17261851" y="0"/>
                </a:lnTo>
                <a:close/>
              </a:path>
            </a:pathLst>
          </a:custGeom>
          <a:solidFill>
            <a:srgbClr val="FFDC34"/>
          </a:solidFill>
        </p:spPr>
        <p:txBody>
          <a:bodyPr wrap="square" lIns="0" tIns="0" rIns="0" bIns="0" rtlCol="0"/>
          <a:lstStyle/>
          <a:p>
            <a:endParaRPr sz="637"/>
          </a:p>
        </p:txBody>
      </p:sp>
      <p:sp>
        <p:nvSpPr>
          <p:cNvPr id="18" name="bg object 18"/>
          <p:cNvSpPr/>
          <p:nvPr/>
        </p:nvSpPr>
        <p:spPr>
          <a:xfrm>
            <a:off x="825813" y="3013660"/>
            <a:ext cx="197552" cy="197538"/>
          </a:xfrm>
          <a:custGeom>
            <a:avLst/>
            <a:gdLst/>
            <a:ahLst/>
            <a:cxnLst/>
            <a:rect l="l" t="t" r="r" b="b"/>
            <a:pathLst>
              <a:path w="434339" h="434340">
                <a:moveTo>
                  <a:pt x="434007" y="0"/>
                </a:moveTo>
                <a:lnTo>
                  <a:pt x="0" y="0"/>
                </a:lnTo>
                <a:lnTo>
                  <a:pt x="0" y="434007"/>
                </a:lnTo>
                <a:lnTo>
                  <a:pt x="434007" y="434007"/>
                </a:lnTo>
                <a:lnTo>
                  <a:pt x="434007" y="0"/>
                </a:lnTo>
                <a:close/>
              </a:path>
            </a:pathLst>
          </a:custGeom>
          <a:solidFill>
            <a:srgbClr val="43007A"/>
          </a:solidFill>
        </p:spPr>
        <p:txBody>
          <a:bodyPr wrap="square" lIns="0" tIns="0" rIns="0" bIns="0" rtlCol="0"/>
          <a:lstStyle/>
          <a:p>
            <a:endParaRPr sz="637"/>
          </a:p>
        </p:txBody>
      </p:sp>
      <p:sp>
        <p:nvSpPr>
          <p:cNvPr id="19" name="bg object 19"/>
          <p:cNvSpPr/>
          <p:nvPr/>
        </p:nvSpPr>
        <p:spPr>
          <a:xfrm>
            <a:off x="825813" y="2767796"/>
            <a:ext cx="198419" cy="198405"/>
          </a:xfrm>
          <a:custGeom>
            <a:avLst/>
            <a:gdLst/>
            <a:ahLst/>
            <a:cxnLst/>
            <a:rect l="l" t="t" r="r" b="b"/>
            <a:pathLst>
              <a:path w="436244" h="436245">
                <a:moveTo>
                  <a:pt x="436122" y="0"/>
                </a:moveTo>
                <a:lnTo>
                  <a:pt x="0" y="0"/>
                </a:lnTo>
                <a:lnTo>
                  <a:pt x="0" y="436143"/>
                </a:lnTo>
                <a:lnTo>
                  <a:pt x="436122" y="436143"/>
                </a:lnTo>
                <a:lnTo>
                  <a:pt x="436122" y="0"/>
                </a:lnTo>
                <a:close/>
              </a:path>
            </a:pathLst>
          </a:custGeom>
          <a:solidFill>
            <a:srgbClr val="43007A"/>
          </a:solidFill>
        </p:spPr>
        <p:txBody>
          <a:bodyPr wrap="square" lIns="0" tIns="0" rIns="0" bIns="0" rtlCol="0"/>
          <a:lstStyle/>
          <a:p>
            <a:endParaRPr sz="637"/>
          </a:p>
        </p:txBody>
      </p:sp>
      <p:sp>
        <p:nvSpPr>
          <p:cNvPr id="2" name="Holder 2"/>
          <p:cNvSpPr>
            <a:spLocks noGrp="1"/>
          </p:cNvSpPr>
          <p:nvPr>
            <p:ph type="ctrTitle"/>
          </p:nvPr>
        </p:nvSpPr>
        <p:spPr>
          <a:xfrm>
            <a:off x="1257263" y="2664165"/>
            <a:ext cx="7569360" cy="625960"/>
          </a:xfrm>
          <a:prstGeom prst="rect">
            <a:avLst/>
          </a:prstGeom>
        </p:spPr>
        <p:txBody>
          <a:bodyPr wrap="square" lIns="0" tIns="0" rIns="0" bIns="0" anchor="ctr" anchorCtr="0">
            <a:normAutofit/>
          </a:bodyPr>
          <a:lstStyle>
            <a:lvl1pPr>
              <a:lnSpc>
                <a:spcPct val="100000"/>
              </a:lnSpc>
              <a:spcBef>
                <a:spcPts val="0"/>
              </a:spcBef>
              <a:defRPr sz="3638" b="0" i="0" baseline="0">
                <a:solidFill>
                  <a:schemeClr val="bg2"/>
                </a:solidFill>
              </a:defRPr>
            </a:lvl1pPr>
          </a:lstStyle>
          <a:p>
            <a:r>
              <a:rPr lang="en-US"/>
              <a:t>Click to edit Master title style</a:t>
            </a:r>
            <a:endParaRPr/>
          </a:p>
        </p:txBody>
      </p:sp>
      <p:sp>
        <p:nvSpPr>
          <p:cNvPr id="3" name="Holder 3"/>
          <p:cNvSpPr>
            <a:spLocks noGrp="1"/>
          </p:cNvSpPr>
          <p:nvPr>
            <p:ph type="subTitle" idx="4" hasCustomPrompt="1"/>
          </p:nvPr>
        </p:nvSpPr>
        <p:spPr>
          <a:xfrm>
            <a:off x="1279467" y="3469193"/>
            <a:ext cx="6400800" cy="335926"/>
          </a:xfrm>
          <a:prstGeom prst="rect">
            <a:avLst/>
          </a:prstGeom>
        </p:spPr>
        <p:txBody>
          <a:bodyPr wrap="square" lIns="0" tIns="0" rIns="0" bIns="0">
            <a:spAutoFit/>
          </a:bodyPr>
          <a:lstStyle>
            <a:lvl1pPr>
              <a:lnSpc>
                <a:spcPct val="100000"/>
              </a:lnSpc>
              <a:defRPr sz="1637" baseline="0">
                <a:solidFill>
                  <a:schemeClr val="tx1"/>
                </a:solidFill>
                <a:latin typeface="Arial" panose="020B0604020202020204" pitchFamily="34" charset="0"/>
              </a:defRPr>
            </a:lvl1pPr>
          </a:lstStyle>
          <a:p>
            <a:r>
              <a:rPr lang="en-US"/>
              <a:t>Click to add text</a:t>
            </a:r>
            <a:endParaRPr/>
          </a:p>
        </p:txBody>
      </p:sp>
      <p:sp>
        <p:nvSpPr>
          <p:cNvPr id="7" name="Picture Placeholder 6">
            <a:extLst>
              <a:ext uri="{FF2B5EF4-FFF2-40B4-BE49-F238E27FC236}">
                <a16:creationId xmlns:a16="http://schemas.microsoft.com/office/drawing/2014/main" id="{DF9848FC-4B31-B34D-BA57-86DDBFBC688F}"/>
              </a:ext>
            </a:extLst>
          </p:cNvPr>
          <p:cNvSpPr>
            <a:spLocks noGrp="1"/>
          </p:cNvSpPr>
          <p:nvPr>
            <p:ph type="pic" sz="quarter" idx="16"/>
          </p:nvPr>
        </p:nvSpPr>
        <p:spPr>
          <a:xfrm>
            <a:off x="1292464" y="2"/>
            <a:ext cx="7851537" cy="260841"/>
          </a:xfrm>
          <a:solidFill>
            <a:schemeClr val="bg1">
              <a:lumMod val="85000"/>
            </a:schemeClr>
          </a:solidFill>
        </p:spPr>
        <p:txBody>
          <a:bodyPr/>
          <a:lstStyle>
            <a:lvl1pPr marL="0" marR="0" indent="0" algn="ctr" defTabSz="41586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Click icon to add picture</a:t>
            </a:r>
          </a:p>
        </p:txBody>
      </p:sp>
      <p:sp>
        <p:nvSpPr>
          <p:cNvPr id="10" name="Footer Placeholder 3">
            <a:extLst>
              <a:ext uri="{FF2B5EF4-FFF2-40B4-BE49-F238E27FC236}">
                <a16:creationId xmlns:a16="http://schemas.microsoft.com/office/drawing/2014/main" id="{F03DE273-C4B9-4E75-AFC4-88EDEC2DAC89}"/>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467417"/>
      </p:ext>
    </p:extLst>
  </p:cSld>
  <p:clrMapOvr>
    <a:masterClrMapping/>
  </p:clrMapOvr>
  <p:hf sldNum="0" hdr="0" ftr="0" dt="0"/>
  <p:extLst>
    <p:ext uri="{DCECCB84-F9BA-43D5-87BE-67443E8EF086}">
      <p15:sldGuideLst xmlns:p15="http://schemas.microsoft.com/office/powerpoint/2012/main">
        <p15:guide id="1" orient="horz" pos="2890" userDrawn="1">
          <p15:clr>
            <a:srgbClr val="FBAE40"/>
          </p15:clr>
        </p15:guide>
        <p15:guide id="2" pos="633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1" y="298877"/>
            <a:ext cx="741602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49851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Black">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7AE8A58-B98A-2A41-8AA6-221B32D3947B}"/>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7D1CEE56-B27E-DE42-A714-ADC77582EE14}"/>
              </a:ext>
            </a:extLst>
          </p:cNvPr>
          <p:cNvSpPr txBox="1">
            <a:spLocks noGrp="1"/>
          </p:cNvSpPr>
          <p:nvPr>
            <p:ph type="title"/>
          </p:nvPr>
        </p:nvSpPr>
        <p:spPr>
          <a:xfrm>
            <a:off x="621801" y="298877"/>
            <a:ext cx="7416025" cy="1505156"/>
          </a:xfrm>
          <a:prstGeom prst="rect">
            <a:avLst/>
          </a:prstGeom>
        </p:spPr>
        <p:txBody>
          <a:bodyPr vert="horz" wrap="square" lIns="0" tIns="12065" rIns="0" bIns="0" rtlCol="0">
            <a:spAutoFit/>
          </a:bodyPr>
          <a:lstStyle>
            <a:lvl1pPr marL="12700">
              <a:lnSpc>
                <a:spcPct val="100000"/>
              </a:lnSpc>
              <a:spcBef>
                <a:spcPts val="95"/>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7" name="Footer Placeholder 3">
            <a:extLst>
              <a:ext uri="{FF2B5EF4-FFF2-40B4-BE49-F238E27FC236}">
                <a16:creationId xmlns:a16="http://schemas.microsoft.com/office/drawing/2014/main" id="{815548B5-D5E7-431E-88A3-907D8C1B8E7C}"/>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4865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Only_Purple">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E9065142-D5F6-2247-8914-8532F440046F}"/>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D6DD737C-628A-714C-9D17-705D709E9549}"/>
              </a:ext>
            </a:extLst>
          </p:cNvPr>
          <p:cNvSpPr txBox="1">
            <a:spLocks noGrp="1"/>
          </p:cNvSpPr>
          <p:nvPr>
            <p:ph type="title"/>
          </p:nvPr>
        </p:nvSpPr>
        <p:spPr>
          <a:xfrm>
            <a:off x="618153" y="302525"/>
            <a:ext cx="741602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4CC2AA49-DE27-5049-AF78-1C4BC83D1A49}"/>
              </a:ext>
            </a:extLst>
          </p:cNvPr>
          <p:cNvSpPr>
            <a:spLocks noGrp="1"/>
          </p:cNvSpPr>
          <p:nvPr>
            <p:ph type="body" sz="quarter" idx="16" hasCustomPrompt="1"/>
          </p:nvPr>
        </p:nvSpPr>
        <p:spPr>
          <a:xfrm>
            <a:off x="618151" y="944176"/>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3E695C8A-6424-41C7-8903-6871B25A805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978985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Only_Black">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7529BCB9-ABDD-7F43-9F75-B2297F56404F}"/>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A732B48E-6C62-8244-9A7C-4B7253DA89C9}"/>
              </a:ext>
            </a:extLst>
          </p:cNvPr>
          <p:cNvSpPr txBox="1">
            <a:spLocks noGrp="1"/>
          </p:cNvSpPr>
          <p:nvPr>
            <p:ph type="title"/>
          </p:nvPr>
        </p:nvSpPr>
        <p:spPr>
          <a:xfrm>
            <a:off x="618153" y="302525"/>
            <a:ext cx="7416025" cy="1505156"/>
          </a:xfrm>
          <a:prstGeom prst="rect">
            <a:avLst/>
          </a:prstGeom>
        </p:spPr>
        <p:txBody>
          <a:bodyPr vert="horz" wrap="square" lIns="0" tIns="12065" rIns="0" bIns="0" rtlCol="0">
            <a:spAutoFit/>
          </a:bodyPr>
          <a:lstStyle>
            <a:lvl1pPr marL="12700">
              <a:lnSpc>
                <a:spcPct val="100000"/>
              </a:lnSpc>
              <a:spcBef>
                <a:spcPts val="95"/>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FB1ED3FE-E055-A146-94DA-558D536F5FB8}"/>
              </a:ext>
            </a:extLst>
          </p:cNvPr>
          <p:cNvSpPr>
            <a:spLocks noGrp="1"/>
          </p:cNvSpPr>
          <p:nvPr>
            <p:ph type="body" sz="quarter" idx="16" hasCustomPrompt="1"/>
          </p:nvPr>
        </p:nvSpPr>
        <p:spPr>
          <a:xfrm>
            <a:off x="618151" y="944176"/>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8" name="Footer Placeholder 3">
            <a:extLst>
              <a:ext uri="{FF2B5EF4-FFF2-40B4-BE49-F238E27FC236}">
                <a16:creationId xmlns:a16="http://schemas.microsoft.com/office/drawing/2014/main" id="{B86FE90A-49BD-41A5-9067-05581F0CBAB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0447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6" y="298872"/>
            <a:ext cx="7877127"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6" y="1204580"/>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0" y="1878634"/>
            <a:ext cx="7902080"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5197567"/>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nd Content_Black">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6" y="298872"/>
            <a:ext cx="7877127" cy="1505156"/>
          </a:xfrm>
          <a:prstGeom prst="rect">
            <a:avLst/>
          </a:prstGeom>
        </p:spPr>
        <p:txBody>
          <a:bodyPr vert="horz" wrap="square" lIns="0" tIns="12065" rIns="0" bIns="0" rtlCol="0">
            <a:spAutoFit/>
          </a:bodyPr>
          <a:lstStyle>
            <a:lvl1pPr marL="12700">
              <a:lnSpc>
                <a:spcPct val="100000"/>
              </a:lnSpc>
              <a:spcBef>
                <a:spcPts val="95"/>
              </a:spcBef>
              <a:defRPr sz="3638">
                <a:solidFill>
                  <a:schemeClr val="tx1"/>
                </a:solidFill>
              </a:defRPr>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6" y="1204580"/>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0" y="1878634"/>
            <a:ext cx="7902080"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D70243D2-D83B-44EB-AB49-14897F4F7A9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3046985"/>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7" name="object 2">
            <a:extLst>
              <a:ext uri="{FF2B5EF4-FFF2-40B4-BE49-F238E27FC236}">
                <a16:creationId xmlns:a16="http://schemas.microsoft.com/office/drawing/2014/main" id="{7171EA4B-8F25-CF40-90EF-4C3871F85478}"/>
              </a:ext>
            </a:extLst>
          </p:cNvPr>
          <p:cNvGrpSpPr/>
          <p:nvPr/>
        </p:nvGrpSpPr>
        <p:grpSpPr>
          <a:xfrm>
            <a:off x="4420510" y="2"/>
            <a:ext cx="4723631" cy="5143211"/>
            <a:chOff x="9718981" y="0"/>
            <a:chExt cx="10385425" cy="11308715"/>
          </a:xfrm>
        </p:grpSpPr>
        <p:sp>
          <p:nvSpPr>
            <p:cNvPr id="8" name="object 3">
              <a:extLst>
                <a:ext uri="{FF2B5EF4-FFF2-40B4-BE49-F238E27FC236}">
                  <a16:creationId xmlns:a16="http://schemas.microsoft.com/office/drawing/2014/main" id="{8BB247A8-0EF4-D349-B0F5-9A51C4CE7D8D}"/>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9" name="object 4">
              <a:extLst>
                <a:ext uri="{FF2B5EF4-FFF2-40B4-BE49-F238E27FC236}">
                  <a16:creationId xmlns:a16="http://schemas.microsoft.com/office/drawing/2014/main" id="{B0FD7BB0-69F9-2C42-99D0-4A2903568EEE}"/>
                </a:ext>
              </a:extLst>
            </p:cNvPr>
            <p:cNvSpPr/>
            <p:nvPr/>
          </p:nvSpPr>
          <p:spPr>
            <a:xfrm>
              <a:off x="9718979" y="2775057"/>
              <a:ext cx="655955" cy="1581785"/>
            </a:xfrm>
            <a:custGeom>
              <a:avLst/>
              <a:gdLst/>
              <a:ahLst/>
              <a:cxnLst/>
              <a:rect l="l" t="t" r="r" b="b"/>
              <a:pathLst>
                <a:path w="655954" h="1581785">
                  <a:moveTo>
                    <a:pt x="655650" y="925753"/>
                  </a:moveTo>
                  <a:lnTo>
                    <a:pt x="0" y="925753"/>
                  </a:lnTo>
                  <a:lnTo>
                    <a:pt x="0" y="1581442"/>
                  </a:lnTo>
                  <a:lnTo>
                    <a:pt x="655650" y="1581442"/>
                  </a:lnTo>
                  <a:lnTo>
                    <a:pt x="655650" y="925753"/>
                  </a:lnTo>
                  <a:close/>
                </a:path>
                <a:path w="655954" h="1581785">
                  <a:moveTo>
                    <a:pt x="655650" y="0"/>
                  </a:moveTo>
                  <a:lnTo>
                    <a:pt x="0" y="0"/>
                  </a:lnTo>
                  <a:lnTo>
                    <a:pt x="0" y="655688"/>
                  </a:lnTo>
                  <a:lnTo>
                    <a:pt x="655650" y="655688"/>
                  </a:lnTo>
                  <a:lnTo>
                    <a:pt x="655650" y="0"/>
                  </a:lnTo>
                  <a:close/>
                </a:path>
              </a:pathLst>
            </a:custGeom>
            <a:solidFill>
              <a:srgbClr val="FF6012"/>
            </a:solidFill>
          </p:spPr>
          <p:txBody>
            <a:bodyPr wrap="square" lIns="0" tIns="0" rIns="0" bIns="0" rtlCol="0"/>
            <a:lstStyle/>
            <a:p>
              <a:endParaRPr sz="637"/>
            </a:p>
          </p:txBody>
        </p:sp>
      </p:grpSp>
      <p:sp>
        <p:nvSpPr>
          <p:cNvPr id="23" name="Text Placeholder 22">
            <a:extLst>
              <a:ext uri="{FF2B5EF4-FFF2-40B4-BE49-F238E27FC236}">
                <a16:creationId xmlns:a16="http://schemas.microsoft.com/office/drawing/2014/main" id="{41DC7188-A6E8-284F-869C-2F3D66E4C6F1}"/>
              </a:ext>
            </a:extLst>
          </p:cNvPr>
          <p:cNvSpPr>
            <a:spLocks noGrp="1"/>
          </p:cNvSpPr>
          <p:nvPr>
            <p:ph type="body" sz="quarter" idx="13" hasCustomPrompt="1"/>
          </p:nvPr>
        </p:nvSpPr>
        <p:spPr>
          <a:xfrm>
            <a:off x="5507773" y="1141098"/>
            <a:ext cx="3015267" cy="2904435"/>
          </a:xfrm>
          <a:prstGeom prst="rect">
            <a:avLst/>
          </a:prstGeom>
        </p:spPr>
        <p:txBody>
          <a:bodyPr lIns="0" tIns="0" bIns="0">
            <a:noAutofit/>
          </a:bodyPr>
          <a:lstStyle>
            <a:lvl1pPr marL="155951" indent="-365965">
              <a:lnSpc>
                <a:spcPct val="200000"/>
              </a:lnSpc>
              <a:buClr>
                <a:schemeClr val="bg2"/>
              </a:buClr>
              <a:buFont typeface="+mj-lt"/>
              <a:buAutoNum type="arabicPeriod"/>
              <a:defRPr sz="1637" b="1" i="0" spc="0" baseline="0">
                <a:solidFill>
                  <a:schemeClr val="bg2"/>
                </a:solidFill>
                <a:latin typeface="Arial" panose="020B0604020202020204" pitchFamily="34" charset="0"/>
              </a:defRPr>
            </a:lvl1pPr>
            <a:lvl2pPr marL="207935" indent="0">
              <a:buClr>
                <a:schemeClr val="tx1"/>
              </a:buClr>
              <a:buFont typeface="+mj-lt"/>
              <a:buNone/>
              <a:defRPr sz="1615" b="1" i="0" spc="0" baseline="0">
                <a:solidFill>
                  <a:schemeClr val="tx1"/>
                </a:solidFill>
                <a:latin typeface="Arial" panose="020B0604020202020204" pitchFamily="34" charset="0"/>
              </a:defRPr>
            </a:lvl2pPr>
            <a:lvl3pPr marL="571820" indent="-155951">
              <a:buClr>
                <a:schemeClr val="tx1"/>
              </a:buClr>
              <a:buFont typeface="+mj-lt"/>
              <a:buAutoNum type="arabicPeriod"/>
              <a:defRPr sz="1615" b="1" i="0" spc="0" baseline="0">
                <a:solidFill>
                  <a:schemeClr val="tx1"/>
                </a:solidFill>
                <a:latin typeface="Arial" panose="020B0604020202020204" pitchFamily="34" charset="0"/>
              </a:defRPr>
            </a:lvl3pPr>
            <a:lvl4pPr marL="779755" indent="-155951">
              <a:buClr>
                <a:schemeClr val="tx1"/>
              </a:buClr>
              <a:buFont typeface="+mj-lt"/>
              <a:buAutoNum type="arabicPeriod"/>
              <a:defRPr sz="1615" b="1" i="0" spc="0" baseline="0">
                <a:solidFill>
                  <a:schemeClr val="tx1"/>
                </a:solidFill>
                <a:latin typeface="Arial" panose="020B0604020202020204" pitchFamily="34" charset="0"/>
              </a:defRPr>
            </a:lvl4pPr>
            <a:lvl5pPr marL="987689" indent="-155951">
              <a:buClr>
                <a:schemeClr val="tx1"/>
              </a:buClr>
              <a:buFont typeface="+mj-lt"/>
              <a:buAutoNum type="arabicPeriod"/>
              <a:defRPr sz="1615" b="1" i="0" spc="0" baseline="0">
                <a:solidFill>
                  <a:schemeClr val="tx1"/>
                </a:solidFill>
                <a:latin typeface="Arial" panose="020B0604020202020204" pitchFamily="34" charset="0"/>
              </a:defRPr>
            </a:lvl5pPr>
          </a:lstStyle>
          <a:p>
            <a:pPr lvl="0"/>
            <a:r>
              <a:rPr lang="en-US"/>
              <a:t>Click to write agenda</a:t>
            </a:r>
          </a:p>
          <a:p>
            <a:pPr lvl="0"/>
            <a:r>
              <a:rPr lang="en-US" err="1"/>
              <a:t>Consectetuer</a:t>
            </a:r>
            <a:r>
              <a:rPr lang="en-US"/>
              <a:t> </a:t>
            </a:r>
            <a:r>
              <a:rPr lang="en-US" err="1"/>
              <a:t>Adipiscing</a:t>
            </a:r>
            <a:endParaRPr lang="en-US"/>
          </a:p>
          <a:p>
            <a:pPr lvl="0"/>
            <a:r>
              <a:rPr lang="en-US"/>
              <a:t>Dolore Magna</a:t>
            </a:r>
          </a:p>
          <a:p>
            <a:pPr lvl="0"/>
            <a:r>
              <a:rPr lang="en-US" err="1"/>
              <a:t>Quis</a:t>
            </a:r>
            <a:r>
              <a:rPr lang="en-US"/>
              <a:t> </a:t>
            </a:r>
            <a:r>
              <a:rPr lang="en-US" err="1"/>
              <a:t>Nostrud</a:t>
            </a:r>
            <a:endParaRPr lang="en-US"/>
          </a:p>
          <a:p>
            <a:pPr lvl="0"/>
            <a:r>
              <a:rPr lang="en-US"/>
              <a:t>Duis </a:t>
            </a:r>
            <a:r>
              <a:rPr lang="en-US" err="1"/>
              <a:t>Autem</a:t>
            </a:r>
            <a:r>
              <a:rPr lang="en-US"/>
              <a:t> Vel </a:t>
            </a:r>
            <a:r>
              <a:rPr lang="en-US" err="1"/>
              <a:t>Iruire</a:t>
            </a:r>
            <a:endParaRPr lang="en-US"/>
          </a:p>
          <a:p>
            <a:pPr lvl="0"/>
            <a:r>
              <a:rPr lang="en-US"/>
              <a:t>Lorem Ipsum</a:t>
            </a:r>
          </a:p>
        </p:txBody>
      </p:sp>
      <p:sp>
        <p:nvSpPr>
          <p:cNvPr id="3" name="Text Placeholder 2">
            <a:extLst>
              <a:ext uri="{FF2B5EF4-FFF2-40B4-BE49-F238E27FC236}">
                <a16:creationId xmlns:a16="http://schemas.microsoft.com/office/drawing/2014/main" id="{FCF3393F-0F79-C34E-865C-16F486573141}"/>
              </a:ext>
            </a:extLst>
          </p:cNvPr>
          <p:cNvSpPr>
            <a:spLocks noGrp="1"/>
          </p:cNvSpPr>
          <p:nvPr>
            <p:ph type="body" sz="quarter" idx="15"/>
          </p:nvPr>
        </p:nvSpPr>
        <p:spPr>
          <a:xfrm>
            <a:off x="1036859" y="1262050"/>
            <a:ext cx="2495395" cy="5374548"/>
          </a:xfrm>
        </p:spPr>
        <p:txBody>
          <a:bodyPr wrap="square">
            <a:sp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text styles</a:t>
            </a:r>
          </a:p>
        </p:txBody>
      </p:sp>
      <p:sp>
        <p:nvSpPr>
          <p:cNvPr id="10" name="Footer Placeholder 3">
            <a:extLst>
              <a:ext uri="{FF2B5EF4-FFF2-40B4-BE49-F238E27FC236}">
                <a16:creationId xmlns:a16="http://schemas.microsoft.com/office/drawing/2014/main" id="{CEE948D3-0893-4239-8449-557578DCEE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4448435"/>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433D690E-73C2-E543-AECD-261C959F30DA}"/>
              </a:ext>
            </a:extLst>
          </p:cNvPr>
          <p:cNvGrpSpPr/>
          <p:nvPr/>
        </p:nvGrpSpPr>
        <p:grpSpPr>
          <a:xfrm>
            <a:off x="1" y="119"/>
            <a:ext cx="3365315" cy="5142922"/>
            <a:chOff x="0" y="261"/>
            <a:chExt cx="7399020" cy="11308080"/>
          </a:xfrm>
        </p:grpSpPr>
        <p:sp>
          <p:nvSpPr>
            <p:cNvPr id="5" name="object 3">
              <a:extLst>
                <a:ext uri="{FF2B5EF4-FFF2-40B4-BE49-F238E27FC236}">
                  <a16:creationId xmlns:a16="http://schemas.microsoft.com/office/drawing/2014/main" id="{D1CE06DC-AF9D-6940-AB04-89308B41256D}"/>
                </a:ext>
              </a:extLst>
            </p:cNvPr>
            <p:cNvSpPr/>
            <p:nvPr/>
          </p:nvSpPr>
          <p:spPr>
            <a:xfrm>
              <a:off x="0" y="261"/>
              <a:ext cx="6873240" cy="11308080"/>
            </a:xfrm>
            <a:custGeom>
              <a:avLst/>
              <a:gdLst/>
              <a:ahLst/>
              <a:cxnLst/>
              <a:rect l="l" t="t" r="r" b="b"/>
              <a:pathLst>
                <a:path w="6873240" h="11308080">
                  <a:moveTo>
                    <a:pt x="6872775" y="0"/>
                  </a:moveTo>
                  <a:lnTo>
                    <a:pt x="0" y="0"/>
                  </a:lnTo>
                  <a:lnTo>
                    <a:pt x="0" y="11308032"/>
                  </a:lnTo>
                  <a:lnTo>
                    <a:pt x="6872775" y="11308032"/>
                  </a:lnTo>
                  <a:lnTo>
                    <a:pt x="6872775" y="0"/>
                  </a:lnTo>
                  <a:close/>
                </a:path>
              </a:pathLst>
            </a:custGeom>
            <a:solidFill>
              <a:srgbClr val="FFDC34"/>
            </a:solidFill>
          </p:spPr>
          <p:txBody>
            <a:bodyPr wrap="square" lIns="0" tIns="0" rIns="0" bIns="0" rtlCol="0"/>
            <a:lstStyle/>
            <a:p>
              <a:endParaRPr sz="637"/>
            </a:p>
          </p:txBody>
        </p:sp>
        <p:sp>
          <p:nvSpPr>
            <p:cNvPr id="6" name="object 4">
              <a:extLst>
                <a:ext uri="{FF2B5EF4-FFF2-40B4-BE49-F238E27FC236}">
                  <a16:creationId xmlns:a16="http://schemas.microsoft.com/office/drawing/2014/main" id="{F8DA929D-0FD4-4742-8E23-891163AED921}"/>
                </a:ext>
              </a:extLst>
            </p:cNvPr>
            <p:cNvSpPr/>
            <p:nvPr/>
          </p:nvSpPr>
          <p:spPr>
            <a:xfrm>
              <a:off x="6347041" y="4459979"/>
              <a:ext cx="1051560" cy="2350135"/>
            </a:xfrm>
            <a:custGeom>
              <a:avLst/>
              <a:gdLst/>
              <a:ahLst/>
              <a:cxnLst/>
              <a:rect l="l" t="t" r="r" b="b"/>
              <a:pathLst>
                <a:path w="1051559" h="2350134">
                  <a:moveTo>
                    <a:pt x="1046365" y="1303375"/>
                  </a:moveTo>
                  <a:lnTo>
                    <a:pt x="0" y="1303375"/>
                  </a:lnTo>
                  <a:lnTo>
                    <a:pt x="0" y="2349728"/>
                  </a:lnTo>
                  <a:lnTo>
                    <a:pt x="1046365" y="2349728"/>
                  </a:lnTo>
                  <a:lnTo>
                    <a:pt x="1046365" y="1303375"/>
                  </a:lnTo>
                  <a:close/>
                </a:path>
                <a:path w="1051559" h="2350134">
                  <a:moveTo>
                    <a:pt x="1051458" y="0"/>
                  </a:moveTo>
                  <a:lnTo>
                    <a:pt x="0" y="0"/>
                  </a:lnTo>
                  <a:lnTo>
                    <a:pt x="0" y="1051509"/>
                  </a:lnTo>
                  <a:lnTo>
                    <a:pt x="1051458" y="1051509"/>
                  </a:lnTo>
                  <a:lnTo>
                    <a:pt x="1051458" y="0"/>
                  </a:lnTo>
                  <a:close/>
                </a:path>
              </a:pathLst>
            </a:custGeom>
            <a:solidFill>
              <a:srgbClr val="FF6012"/>
            </a:solidFill>
          </p:spPr>
          <p:txBody>
            <a:bodyPr wrap="square" lIns="0" tIns="0" rIns="0" bIns="0" rtlCol="0"/>
            <a:lstStyle/>
            <a:p>
              <a:endParaRPr sz="637"/>
            </a:p>
          </p:txBody>
        </p:sp>
      </p:grpSp>
      <p:sp>
        <p:nvSpPr>
          <p:cNvPr id="8" name="Text Placeholder 2">
            <a:extLst>
              <a:ext uri="{FF2B5EF4-FFF2-40B4-BE49-F238E27FC236}">
                <a16:creationId xmlns:a16="http://schemas.microsoft.com/office/drawing/2014/main" id="{EE029FD0-A527-4C46-8DD7-528E1B9240BB}"/>
              </a:ext>
            </a:extLst>
          </p:cNvPr>
          <p:cNvSpPr>
            <a:spLocks noGrp="1"/>
          </p:cNvSpPr>
          <p:nvPr>
            <p:ph type="body" sz="quarter" idx="15" hasCustomPrompt="1"/>
          </p:nvPr>
        </p:nvSpPr>
        <p:spPr>
          <a:xfrm>
            <a:off x="3774862" y="1554990"/>
            <a:ext cx="3780895" cy="2015669"/>
          </a:xfrm>
        </p:spPr>
        <p:txBody>
          <a:bodyPr wrap="square" anchor="ctr" anchorCtr="0">
            <a:norm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title style</a:t>
            </a:r>
          </a:p>
        </p:txBody>
      </p:sp>
    </p:spTree>
    <p:extLst>
      <p:ext uri="{BB962C8B-B14F-4D97-AF65-F5344CB8AC3E}">
        <p14:creationId xmlns:p14="http://schemas.microsoft.com/office/powerpoint/2010/main" val="1766119928"/>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Two Column Bullets">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594F07A-A758-B642-BDEE-246A567C40D2}"/>
              </a:ext>
            </a:extLst>
          </p:cNvPr>
          <p:cNvSpPr/>
          <p:nvPr/>
        </p:nvSpPr>
        <p:spPr>
          <a:xfrm>
            <a:off x="1740" y="0"/>
            <a:ext cx="3130217" cy="5143500"/>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5" name="object 3">
            <a:extLst>
              <a:ext uri="{FF2B5EF4-FFF2-40B4-BE49-F238E27FC236}">
                <a16:creationId xmlns:a16="http://schemas.microsoft.com/office/drawing/2014/main" id="{F5B28557-C1F6-1946-8EF0-F96003EE2F17}"/>
              </a:ext>
            </a:extLst>
          </p:cNvPr>
          <p:cNvSpPr txBox="1">
            <a:spLocks noGrp="1"/>
          </p:cNvSpPr>
          <p:nvPr>
            <p:ph type="title"/>
          </p:nvPr>
        </p:nvSpPr>
        <p:spPr>
          <a:xfrm>
            <a:off x="742603" y="-2585195"/>
            <a:ext cx="1862239" cy="5237588"/>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37" name="Text Placeholder 20">
            <a:extLst>
              <a:ext uri="{FF2B5EF4-FFF2-40B4-BE49-F238E27FC236}">
                <a16:creationId xmlns:a16="http://schemas.microsoft.com/office/drawing/2014/main" id="{B946E070-C498-4E4C-9279-D50B03F6E313}"/>
              </a:ext>
            </a:extLst>
          </p:cNvPr>
          <p:cNvSpPr>
            <a:spLocks noGrp="1"/>
          </p:cNvSpPr>
          <p:nvPr>
            <p:ph type="body" sz="quarter" idx="16" hasCustomPrompt="1"/>
          </p:nvPr>
        </p:nvSpPr>
        <p:spPr>
          <a:xfrm>
            <a:off x="773653" y="2875470"/>
            <a:ext cx="1823891" cy="251928"/>
          </a:xfrm>
        </p:spPr>
        <p:txBody>
          <a:bodyPr/>
          <a:lstStyle>
            <a:lvl1pPr>
              <a:lnSpc>
                <a:spcPct val="100000"/>
              </a:lnSpc>
              <a:defRPr sz="1637" baseline="0">
                <a:latin typeface="Arial" panose="020B0604020202020204" pitchFamily="34" charset="0"/>
              </a:defRPr>
            </a:lvl1pPr>
          </a:lstStyle>
          <a:p>
            <a:pPr lvl="0"/>
            <a:r>
              <a:rPr lang="en-US"/>
              <a:t>Click to add text</a:t>
            </a:r>
          </a:p>
        </p:txBody>
      </p:sp>
      <p:sp>
        <p:nvSpPr>
          <p:cNvPr id="42" name="Text Placeholder 41">
            <a:extLst>
              <a:ext uri="{FF2B5EF4-FFF2-40B4-BE49-F238E27FC236}">
                <a16:creationId xmlns:a16="http://schemas.microsoft.com/office/drawing/2014/main" id="{533E3CEE-7F39-5F4F-9856-6E91B2BE0F38}"/>
              </a:ext>
            </a:extLst>
          </p:cNvPr>
          <p:cNvSpPr>
            <a:spLocks noGrp="1"/>
          </p:cNvSpPr>
          <p:nvPr>
            <p:ph type="body" sz="quarter" idx="20" hasCustomPrompt="1"/>
          </p:nvPr>
        </p:nvSpPr>
        <p:spPr>
          <a:xfrm>
            <a:off x="3741567" y="1285894"/>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43" name="Text Placeholder 41">
            <a:extLst>
              <a:ext uri="{FF2B5EF4-FFF2-40B4-BE49-F238E27FC236}">
                <a16:creationId xmlns:a16="http://schemas.microsoft.com/office/drawing/2014/main" id="{42E58E90-360B-6D41-B969-E8933D7FEB80}"/>
              </a:ext>
            </a:extLst>
          </p:cNvPr>
          <p:cNvSpPr>
            <a:spLocks noGrp="1"/>
          </p:cNvSpPr>
          <p:nvPr>
            <p:ph type="body" sz="quarter" idx="21" hasCustomPrompt="1"/>
          </p:nvPr>
        </p:nvSpPr>
        <p:spPr>
          <a:xfrm>
            <a:off x="6433965" y="1285894"/>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3" name="Text Placeholder 7">
            <a:extLst>
              <a:ext uri="{FF2B5EF4-FFF2-40B4-BE49-F238E27FC236}">
                <a16:creationId xmlns:a16="http://schemas.microsoft.com/office/drawing/2014/main" id="{165FEBF6-0B6F-4EF0-BFEE-DAF1EFA5BD95}"/>
              </a:ext>
            </a:extLst>
          </p:cNvPr>
          <p:cNvSpPr>
            <a:spLocks noGrp="1"/>
          </p:cNvSpPr>
          <p:nvPr>
            <p:ph type="body" sz="quarter" idx="25" hasCustomPrompt="1"/>
          </p:nvPr>
        </p:nvSpPr>
        <p:spPr>
          <a:xfrm>
            <a:off x="1281244" y="4799105"/>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4" name="Text Placeholder 9">
            <a:extLst>
              <a:ext uri="{FF2B5EF4-FFF2-40B4-BE49-F238E27FC236}">
                <a16:creationId xmlns:a16="http://schemas.microsoft.com/office/drawing/2014/main" id="{B1F5E16D-224A-4461-A903-8E906A4B68BD}"/>
              </a:ext>
            </a:extLst>
          </p:cNvPr>
          <p:cNvSpPr>
            <a:spLocks noGrp="1"/>
          </p:cNvSpPr>
          <p:nvPr>
            <p:ph type="body" sz="quarter" idx="26" hasCustomPrompt="1"/>
          </p:nvPr>
        </p:nvSpPr>
        <p:spPr>
          <a:xfrm>
            <a:off x="773554" y="4799105"/>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5376B61C-C3BB-0C4C-82F7-8EA96B57D609}"/>
              </a:ext>
            </a:extLst>
          </p:cNvPr>
          <p:cNvSpPr>
            <a:spLocks noGrp="1"/>
          </p:cNvSpPr>
          <p:nvPr>
            <p:ph type="body" sz="quarter" idx="27"/>
          </p:nvPr>
        </p:nvSpPr>
        <p:spPr>
          <a:xfrm>
            <a:off x="3741645" y="1878635"/>
            <a:ext cx="1979131"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0FE4F70-24A7-9D48-9AD0-C70AFBFDB101}"/>
              </a:ext>
            </a:extLst>
          </p:cNvPr>
          <p:cNvSpPr>
            <a:spLocks noGrp="1"/>
          </p:cNvSpPr>
          <p:nvPr>
            <p:ph type="body" sz="quarter" idx="28"/>
          </p:nvPr>
        </p:nvSpPr>
        <p:spPr>
          <a:xfrm>
            <a:off x="6443545" y="1878635"/>
            <a:ext cx="1979131" cy="891270"/>
          </a:xfrm>
        </p:spPr>
        <p:txBody>
          <a:bodyPr/>
          <a:lstStyle>
            <a:lvl1pPr marL="155951" indent="-155951">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3">
            <a:extLst>
              <a:ext uri="{FF2B5EF4-FFF2-40B4-BE49-F238E27FC236}">
                <a16:creationId xmlns:a16="http://schemas.microsoft.com/office/drawing/2014/main" id="{40ABD797-1975-418E-8E6F-37FB4C5F186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2099705"/>
      </p:ext>
    </p:extLst>
  </p:cSld>
  <p:clrMapOvr>
    <a:masterClrMapping/>
  </p:clrMapOvr>
  <p:hf sldNum="0" hdr="0" ftr="0" dt="0"/>
  <p:extLst>
    <p:ext uri="{DCECCB84-F9BA-43D5-87BE-67443E8EF086}">
      <p15:sldGuideLst xmlns:p15="http://schemas.microsoft.com/office/powerpoint/2012/main">
        <p15:guide id="1" orient="horz" pos="6658" userDrawn="1">
          <p15:clr>
            <a:srgbClr val="FBAE40"/>
          </p15:clr>
        </p15:guide>
        <p15:guide id="2" pos="892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Header Two Column No Bullets">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7913AF6-B77A-AE4A-94F8-EA91FE736383}"/>
              </a:ext>
            </a:extLst>
          </p:cNvPr>
          <p:cNvSpPr/>
          <p:nvPr/>
        </p:nvSpPr>
        <p:spPr>
          <a:xfrm>
            <a:off x="1740" y="0"/>
            <a:ext cx="3130217" cy="5135414"/>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976458D7-0812-9942-86F9-D95769282FB9}"/>
              </a:ext>
            </a:extLst>
          </p:cNvPr>
          <p:cNvSpPr txBox="1">
            <a:spLocks noGrp="1"/>
          </p:cNvSpPr>
          <p:nvPr>
            <p:ph type="title"/>
          </p:nvPr>
        </p:nvSpPr>
        <p:spPr>
          <a:xfrm>
            <a:off x="742603" y="-1092222"/>
            <a:ext cx="2131144" cy="3744615"/>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7" name="object 7">
            <a:extLst>
              <a:ext uri="{FF2B5EF4-FFF2-40B4-BE49-F238E27FC236}">
                <a16:creationId xmlns:a16="http://schemas.microsoft.com/office/drawing/2014/main" id="{CEE9E002-0D79-884B-AC3B-9DD959305A36}"/>
              </a:ext>
            </a:extLst>
          </p:cNvPr>
          <p:cNvSpPr/>
          <p:nvPr/>
        </p:nvSpPr>
        <p:spPr>
          <a:xfrm>
            <a:off x="3754507" y="3848388"/>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13" name="Text Placeholder 20">
            <a:extLst>
              <a:ext uri="{FF2B5EF4-FFF2-40B4-BE49-F238E27FC236}">
                <a16:creationId xmlns:a16="http://schemas.microsoft.com/office/drawing/2014/main" id="{B675252C-4DA7-9E49-B684-82E034110F77}"/>
              </a:ext>
            </a:extLst>
          </p:cNvPr>
          <p:cNvSpPr>
            <a:spLocks noGrp="1"/>
          </p:cNvSpPr>
          <p:nvPr>
            <p:ph type="body" sz="quarter" idx="16" hasCustomPrompt="1"/>
          </p:nvPr>
        </p:nvSpPr>
        <p:spPr>
          <a:xfrm>
            <a:off x="773655" y="2875471"/>
            <a:ext cx="2100092" cy="293427"/>
          </a:xfrm>
        </p:spPr>
        <p:txBody>
          <a:bodyPr/>
          <a:lstStyle>
            <a:lvl1pPr>
              <a:defRPr sz="1637" baseline="0">
                <a:latin typeface="Arial" panose="020B0604020202020204" pitchFamily="34" charset="0"/>
              </a:defRPr>
            </a:lvl1pPr>
          </a:lstStyle>
          <a:p>
            <a:pPr lvl="0"/>
            <a:r>
              <a:rPr lang="en-US"/>
              <a:t>Click to add text</a:t>
            </a:r>
          </a:p>
        </p:txBody>
      </p:sp>
      <p:sp>
        <p:nvSpPr>
          <p:cNvPr id="20" name="Text Placeholder 22">
            <a:extLst>
              <a:ext uri="{FF2B5EF4-FFF2-40B4-BE49-F238E27FC236}">
                <a16:creationId xmlns:a16="http://schemas.microsoft.com/office/drawing/2014/main" id="{CD323326-6239-6A4F-AF97-EBD8BE8FEFB8}"/>
              </a:ext>
            </a:extLst>
          </p:cNvPr>
          <p:cNvSpPr>
            <a:spLocks noGrp="1"/>
          </p:cNvSpPr>
          <p:nvPr>
            <p:ph type="body" sz="quarter" idx="20" hasCustomPrompt="1"/>
          </p:nvPr>
        </p:nvSpPr>
        <p:spPr>
          <a:xfrm>
            <a:off x="3741568" y="1618773"/>
            <a:ext cx="4989421" cy="2711640"/>
          </a:xfrm>
        </p:spPr>
        <p:txBody>
          <a:bodyPr numCol="2" spcCol="914400"/>
          <a:lstStyle>
            <a:lvl1pPr>
              <a:lnSpc>
                <a:spcPct val="130000"/>
              </a:lnSpc>
              <a:defRPr/>
            </a:lvl1pPr>
          </a:lstStyle>
          <a:p>
            <a:pPr lvl="0"/>
            <a:r>
              <a:rPr lang="en-US"/>
              <a:t>This is a two column layout. As you type, the content will stretch across both columns. Click to add your own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iriure</a:t>
            </a:r>
            <a:r>
              <a:rPr lang="en-US"/>
              <a:t> dolor in </a:t>
            </a:r>
            <a:r>
              <a:rPr lang="en-US" err="1"/>
              <a:t>hendrerit</a:t>
            </a:r>
            <a:r>
              <a:rPr lang="en-US"/>
              <a: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irure</a:t>
            </a:r>
            <a:r>
              <a:rPr lang="en-US"/>
              <a:t> dolor in </a:t>
            </a:r>
            <a:r>
              <a:rPr lang="en-US" err="1"/>
              <a:t>hendrerit</a:t>
            </a:r>
            <a:r>
              <a:rPr lang="en-US"/>
              <a:t>.</a:t>
            </a:r>
          </a:p>
        </p:txBody>
      </p:sp>
      <p:sp>
        <p:nvSpPr>
          <p:cNvPr id="16" name="Text Placeholder 7">
            <a:extLst>
              <a:ext uri="{FF2B5EF4-FFF2-40B4-BE49-F238E27FC236}">
                <a16:creationId xmlns:a16="http://schemas.microsoft.com/office/drawing/2014/main" id="{54857BAB-B7E5-E34E-A1F2-66F5E97A0753}"/>
              </a:ext>
            </a:extLst>
          </p:cNvPr>
          <p:cNvSpPr>
            <a:spLocks noGrp="1"/>
          </p:cNvSpPr>
          <p:nvPr>
            <p:ph type="body" sz="quarter" idx="25" hasCustomPrompt="1"/>
          </p:nvPr>
        </p:nvSpPr>
        <p:spPr>
          <a:xfrm>
            <a:off x="1281244" y="4799105"/>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496ADC8E-DB30-FE44-B5E7-D75CF29CBC6D}"/>
              </a:ext>
            </a:extLst>
          </p:cNvPr>
          <p:cNvSpPr>
            <a:spLocks noGrp="1"/>
          </p:cNvSpPr>
          <p:nvPr>
            <p:ph type="body" sz="quarter" idx="26" hasCustomPrompt="1"/>
          </p:nvPr>
        </p:nvSpPr>
        <p:spPr>
          <a:xfrm>
            <a:off x="773554" y="4799105"/>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10" name="Footer Placeholder 3">
            <a:extLst>
              <a:ext uri="{FF2B5EF4-FFF2-40B4-BE49-F238E27FC236}">
                <a16:creationId xmlns:a16="http://schemas.microsoft.com/office/drawing/2014/main" id="{EB3BA3B2-34A2-4169-B162-1F9CFD62701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2377988"/>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 Column with Image ">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328FD2B4-A086-114E-8FA9-35BD6C40AAB5}"/>
              </a:ext>
            </a:extLst>
          </p:cNvPr>
          <p:cNvSpPr/>
          <p:nvPr/>
        </p:nvSpPr>
        <p:spPr>
          <a:xfrm>
            <a:off x="8732674" y="2"/>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Picture Placeholder 2">
            <a:extLst>
              <a:ext uri="{FF2B5EF4-FFF2-40B4-BE49-F238E27FC236}">
                <a16:creationId xmlns:a16="http://schemas.microsoft.com/office/drawing/2014/main" id="{7540CCEF-6355-E949-A99C-FAB7F3F6263E}"/>
              </a:ext>
            </a:extLst>
          </p:cNvPr>
          <p:cNvSpPr>
            <a:spLocks noGrp="1"/>
          </p:cNvSpPr>
          <p:nvPr>
            <p:ph type="pic" sz="quarter" idx="28"/>
          </p:nvPr>
        </p:nvSpPr>
        <p:spPr>
          <a:xfrm>
            <a:off x="1695367" y="2"/>
            <a:ext cx="5753268"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7" name="object 11">
            <a:extLst>
              <a:ext uri="{FF2B5EF4-FFF2-40B4-BE49-F238E27FC236}">
                <a16:creationId xmlns:a16="http://schemas.microsoft.com/office/drawing/2014/main" id="{A00DC96A-71CA-A04C-8DC9-545001EE152C}"/>
              </a:ext>
            </a:extLst>
          </p:cNvPr>
          <p:cNvSpPr/>
          <p:nvPr/>
        </p:nvSpPr>
        <p:spPr>
          <a:xfrm flipV="1">
            <a:off x="0" y="3075159"/>
            <a:ext cx="549096" cy="20793"/>
          </a:xfrm>
          <a:custGeom>
            <a:avLst/>
            <a:gdLst/>
            <a:ahLst/>
            <a:cxnLst/>
            <a:rect l="l" t="t" r="r" b="b"/>
            <a:pathLst>
              <a:path w="1196975">
                <a:moveTo>
                  <a:pt x="1196832" y="0"/>
                </a:moveTo>
                <a:lnTo>
                  <a:pt x="0" y="0"/>
                </a:lnTo>
              </a:path>
            </a:pathLst>
          </a:custGeom>
          <a:ln w="62825">
            <a:solidFill>
              <a:srgbClr val="FF6012"/>
            </a:solidFill>
          </a:ln>
        </p:spPr>
        <p:txBody>
          <a:bodyPr wrap="square" lIns="0" tIns="0" rIns="0" bIns="0" rtlCol="0"/>
          <a:lstStyle/>
          <a:p>
            <a:endParaRPr sz="637"/>
          </a:p>
        </p:txBody>
      </p:sp>
      <p:sp>
        <p:nvSpPr>
          <p:cNvPr id="21" name="Text Placeholder 20">
            <a:extLst>
              <a:ext uri="{FF2B5EF4-FFF2-40B4-BE49-F238E27FC236}">
                <a16:creationId xmlns:a16="http://schemas.microsoft.com/office/drawing/2014/main" id="{C35002E2-2682-8C4E-BB97-513D0CB58AB1}"/>
              </a:ext>
            </a:extLst>
          </p:cNvPr>
          <p:cNvSpPr>
            <a:spLocks noGrp="1"/>
          </p:cNvSpPr>
          <p:nvPr>
            <p:ph type="body" sz="quarter" idx="16" hasCustomPrompt="1"/>
          </p:nvPr>
        </p:nvSpPr>
        <p:spPr>
          <a:xfrm>
            <a:off x="845983" y="2571750"/>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2" name="Text Placeholder 22">
            <a:extLst>
              <a:ext uri="{FF2B5EF4-FFF2-40B4-BE49-F238E27FC236}">
                <a16:creationId xmlns:a16="http://schemas.microsoft.com/office/drawing/2014/main" id="{9D2C81B4-9C98-9141-9643-97793B205940}"/>
              </a:ext>
            </a:extLst>
          </p:cNvPr>
          <p:cNvSpPr>
            <a:spLocks noGrp="1"/>
          </p:cNvSpPr>
          <p:nvPr>
            <p:ph type="body" sz="quarter" idx="20" hasCustomPrompt="1"/>
          </p:nvPr>
        </p:nvSpPr>
        <p:spPr>
          <a:xfrm>
            <a:off x="849758" y="3378510"/>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3" name="Text Placeholder 20">
            <a:extLst>
              <a:ext uri="{FF2B5EF4-FFF2-40B4-BE49-F238E27FC236}">
                <a16:creationId xmlns:a16="http://schemas.microsoft.com/office/drawing/2014/main" id="{121C0851-90C3-6843-BC01-DCF9E4D82BD0}"/>
              </a:ext>
            </a:extLst>
          </p:cNvPr>
          <p:cNvSpPr>
            <a:spLocks noGrp="1"/>
          </p:cNvSpPr>
          <p:nvPr>
            <p:ph type="body" sz="quarter" idx="21" hasCustomPrompt="1"/>
          </p:nvPr>
        </p:nvSpPr>
        <p:spPr>
          <a:xfrm>
            <a:off x="3230797" y="2571362"/>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4" name="Text Placeholder 22">
            <a:extLst>
              <a:ext uri="{FF2B5EF4-FFF2-40B4-BE49-F238E27FC236}">
                <a16:creationId xmlns:a16="http://schemas.microsoft.com/office/drawing/2014/main" id="{6BA86A8B-CE05-314C-8FAC-8BFC79193772}"/>
              </a:ext>
            </a:extLst>
          </p:cNvPr>
          <p:cNvSpPr>
            <a:spLocks noGrp="1"/>
          </p:cNvSpPr>
          <p:nvPr>
            <p:ph type="body" sz="quarter" idx="22" hasCustomPrompt="1"/>
          </p:nvPr>
        </p:nvSpPr>
        <p:spPr>
          <a:xfrm>
            <a:off x="3234573"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5" name="Text Placeholder 20">
            <a:extLst>
              <a:ext uri="{FF2B5EF4-FFF2-40B4-BE49-F238E27FC236}">
                <a16:creationId xmlns:a16="http://schemas.microsoft.com/office/drawing/2014/main" id="{000992BE-7635-2244-ACB2-5F6264EF2CCB}"/>
              </a:ext>
            </a:extLst>
          </p:cNvPr>
          <p:cNvSpPr>
            <a:spLocks noGrp="1"/>
          </p:cNvSpPr>
          <p:nvPr>
            <p:ph type="body" sz="quarter" idx="23" hasCustomPrompt="1"/>
          </p:nvPr>
        </p:nvSpPr>
        <p:spPr>
          <a:xfrm>
            <a:off x="5620307" y="2571362"/>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6" name="Text Placeholder 22">
            <a:extLst>
              <a:ext uri="{FF2B5EF4-FFF2-40B4-BE49-F238E27FC236}">
                <a16:creationId xmlns:a16="http://schemas.microsoft.com/office/drawing/2014/main" id="{5C109114-69C1-FE4A-A58B-F1E4A8855337}"/>
              </a:ext>
            </a:extLst>
          </p:cNvPr>
          <p:cNvSpPr>
            <a:spLocks noGrp="1"/>
          </p:cNvSpPr>
          <p:nvPr>
            <p:ph type="body" sz="quarter" idx="24" hasCustomPrompt="1"/>
          </p:nvPr>
        </p:nvSpPr>
        <p:spPr>
          <a:xfrm>
            <a:off x="5624081"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10" name="object 4">
            <a:extLst>
              <a:ext uri="{FF2B5EF4-FFF2-40B4-BE49-F238E27FC236}">
                <a16:creationId xmlns:a16="http://schemas.microsoft.com/office/drawing/2014/main" id="{F3BDA228-6943-0F47-ACD9-5F8A2DD01A52}"/>
              </a:ext>
            </a:extLst>
          </p:cNvPr>
          <p:cNvSpPr txBox="1">
            <a:spLocks noGrp="1"/>
          </p:cNvSpPr>
          <p:nvPr>
            <p:ph type="title"/>
          </p:nvPr>
        </p:nvSpPr>
        <p:spPr>
          <a:xfrm>
            <a:off x="856921" y="111190"/>
            <a:ext cx="2328751" cy="2356595"/>
          </a:xfrm>
          <a:prstGeom prst="rect">
            <a:avLst/>
          </a:prstGeom>
        </p:spPr>
        <p:txBody>
          <a:bodyPr vert="horz" wrap="square" lIns="0" tIns="160020" rIns="0" bIns="0" rtlCol="0" anchor="ctr" anchorCtr="0">
            <a:normAutofit/>
          </a:bodyPr>
          <a:lstStyle>
            <a:lvl1pPr marL="12700" marR="23495">
              <a:lnSpc>
                <a:spcPts val="8830"/>
              </a:lnSpc>
              <a:spcBef>
                <a:spcPts val="1260"/>
              </a:spcBef>
              <a:defRPr sz="3638"/>
            </a:lvl1pPr>
          </a:lstStyle>
          <a:p>
            <a:pPr marL="12700" marR="23495">
              <a:lnSpc>
                <a:spcPts val="8830"/>
              </a:lnSpc>
              <a:spcBef>
                <a:spcPts val="1260"/>
              </a:spcBef>
            </a:pPr>
            <a:r>
              <a:rPr lang="en-US" spc="-116"/>
              <a:t>Click to edit Master title style</a:t>
            </a:r>
            <a:endParaRPr spc="-116"/>
          </a:p>
        </p:txBody>
      </p:sp>
      <p:sp>
        <p:nvSpPr>
          <p:cNvPr id="27" name="Text Placeholder 7">
            <a:extLst>
              <a:ext uri="{FF2B5EF4-FFF2-40B4-BE49-F238E27FC236}">
                <a16:creationId xmlns:a16="http://schemas.microsoft.com/office/drawing/2014/main" id="{9A83ED3E-4594-8144-AFDC-9EC84DCC72B1}"/>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28" name="Text Placeholder 9">
            <a:extLst>
              <a:ext uri="{FF2B5EF4-FFF2-40B4-BE49-F238E27FC236}">
                <a16:creationId xmlns:a16="http://schemas.microsoft.com/office/drawing/2014/main" id="{CE200243-006C-ED42-97B7-84DBAFC4B9A5}"/>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5" name="Footer Placeholder 3">
            <a:extLst>
              <a:ext uri="{FF2B5EF4-FFF2-40B4-BE49-F238E27FC236}">
                <a16:creationId xmlns:a16="http://schemas.microsoft.com/office/drawing/2014/main" id="{035B7E9E-DB98-43CB-A056-30470B4212D0}"/>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703626"/>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with Ic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7C48A48-CCD2-8C49-9365-BA07992F78B4}"/>
              </a:ext>
            </a:extLst>
          </p:cNvPr>
          <p:cNvSpPr>
            <a:spLocks noGrp="1"/>
          </p:cNvSpPr>
          <p:nvPr>
            <p:ph type="pic" sz="quarter" idx="28" hasCustomPrompt="1"/>
          </p:nvPr>
        </p:nvSpPr>
        <p:spPr>
          <a:xfrm>
            <a:off x="828911" y="1670700"/>
            <a:ext cx="693165" cy="345159"/>
          </a:xfrm>
          <a:solidFill>
            <a:schemeClr val="bg1">
              <a:lumMod val="85000"/>
            </a:schemeClr>
          </a:solidFill>
        </p:spPr>
        <p:txBody>
          <a:bodyPr/>
          <a:lstStyle/>
          <a:p>
            <a:r>
              <a:rPr lang="en-US"/>
              <a:t>Click to add icon</a:t>
            </a:r>
          </a:p>
        </p:txBody>
      </p:sp>
      <p:sp>
        <p:nvSpPr>
          <p:cNvPr id="39" name="Picture Placeholder 2">
            <a:extLst>
              <a:ext uri="{FF2B5EF4-FFF2-40B4-BE49-F238E27FC236}">
                <a16:creationId xmlns:a16="http://schemas.microsoft.com/office/drawing/2014/main" id="{D2A27F84-A992-1F4D-9385-67DBF9ABD013}"/>
              </a:ext>
            </a:extLst>
          </p:cNvPr>
          <p:cNvSpPr>
            <a:spLocks noGrp="1"/>
          </p:cNvSpPr>
          <p:nvPr>
            <p:ph type="pic" sz="quarter" idx="29" hasCustomPrompt="1"/>
          </p:nvPr>
        </p:nvSpPr>
        <p:spPr>
          <a:xfrm>
            <a:off x="3669910" y="1670700"/>
            <a:ext cx="693165" cy="345159"/>
          </a:xfrm>
          <a:solidFill>
            <a:schemeClr val="bg1">
              <a:lumMod val="85000"/>
            </a:schemeClr>
          </a:solidFill>
        </p:spPr>
        <p:txBody>
          <a:bodyPr/>
          <a:lstStyle/>
          <a:p>
            <a:r>
              <a:rPr lang="en-US"/>
              <a:t>Click to add icon</a:t>
            </a:r>
          </a:p>
        </p:txBody>
      </p:sp>
      <p:sp>
        <p:nvSpPr>
          <p:cNvPr id="42" name="Picture Placeholder 2">
            <a:extLst>
              <a:ext uri="{FF2B5EF4-FFF2-40B4-BE49-F238E27FC236}">
                <a16:creationId xmlns:a16="http://schemas.microsoft.com/office/drawing/2014/main" id="{1E2CCD22-96F8-D249-91BE-E6A9BDAA23D0}"/>
              </a:ext>
            </a:extLst>
          </p:cNvPr>
          <p:cNvSpPr>
            <a:spLocks noGrp="1"/>
          </p:cNvSpPr>
          <p:nvPr>
            <p:ph type="pic" sz="quarter" idx="30" hasCustomPrompt="1"/>
          </p:nvPr>
        </p:nvSpPr>
        <p:spPr>
          <a:xfrm>
            <a:off x="6478204" y="1670700"/>
            <a:ext cx="693165" cy="345159"/>
          </a:xfrm>
          <a:solidFill>
            <a:schemeClr val="bg1">
              <a:lumMod val="85000"/>
            </a:schemeClr>
          </a:solidFill>
        </p:spPr>
        <p:txBody>
          <a:bodyPr/>
          <a:lstStyle/>
          <a:p>
            <a:r>
              <a:rPr lang="en-US"/>
              <a:t>Click to add icon</a:t>
            </a:r>
          </a:p>
        </p:txBody>
      </p:sp>
      <p:sp>
        <p:nvSpPr>
          <p:cNvPr id="25" name="object 21">
            <a:extLst>
              <a:ext uri="{FF2B5EF4-FFF2-40B4-BE49-F238E27FC236}">
                <a16:creationId xmlns:a16="http://schemas.microsoft.com/office/drawing/2014/main" id="{6D7AACC9-5164-2D42-B0EB-1E99B272ECE5}"/>
              </a:ext>
            </a:extLst>
          </p:cNvPr>
          <p:cNvSpPr/>
          <p:nvPr/>
        </p:nvSpPr>
        <p:spPr>
          <a:xfrm>
            <a:off x="3127341" y="1801777"/>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6" name="object 22">
            <a:extLst>
              <a:ext uri="{FF2B5EF4-FFF2-40B4-BE49-F238E27FC236}">
                <a16:creationId xmlns:a16="http://schemas.microsoft.com/office/drawing/2014/main" id="{9E41269E-48E7-8549-92E9-3A5D71D8D25F}"/>
              </a:ext>
            </a:extLst>
          </p:cNvPr>
          <p:cNvSpPr/>
          <p:nvPr/>
        </p:nvSpPr>
        <p:spPr>
          <a:xfrm>
            <a:off x="5984841" y="1801777"/>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7" name="object 23">
            <a:extLst>
              <a:ext uri="{FF2B5EF4-FFF2-40B4-BE49-F238E27FC236}">
                <a16:creationId xmlns:a16="http://schemas.microsoft.com/office/drawing/2014/main" id="{947013CF-F231-244C-A781-783AA983AA08}"/>
              </a:ext>
            </a:extLst>
          </p:cNvPr>
          <p:cNvSpPr txBox="1">
            <a:spLocks noGrp="1"/>
          </p:cNvSpPr>
          <p:nvPr>
            <p:ph type="title"/>
          </p:nvPr>
        </p:nvSpPr>
        <p:spPr>
          <a:xfrm>
            <a:off x="783641" y="518271"/>
            <a:ext cx="7621895" cy="1505156"/>
          </a:xfrm>
          <a:prstGeom prst="rect">
            <a:avLst/>
          </a:prstGeom>
        </p:spPr>
        <p:txBody>
          <a:bodyPr vert="horz" wrap="square" lIns="0" tIns="12065" rIns="0" bIns="0" rtlCol="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32" name="Text Placeholder 20">
            <a:extLst>
              <a:ext uri="{FF2B5EF4-FFF2-40B4-BE49-F238E27FC236}">
                <a16:creationId xmlns:a16="http://schemas.microsoft.com/office/drawing/2014/main" id="{59B1F5C9-DDE1-B142-8851-EBE7954A8F48}"/>
              </a:ext>
            </a:extLst>
          </p:cNvPr>
          <p:cNvSpPr>
            <a:spLocks noGrp="1"/>
          </p:cNvSpPr>
          <p:nvPr>
            <p:ph type="body" sz="quarter" idx="16" hasCustomPrompt="1"/>
          </p:nvPr>
        </p:nvSpPr>
        <p:spPr>
          <a:xfrm>
            <a:off x="828909"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3" name="Text Placeholder 22">
            <a:extLst>
              <a:ext uri="{FF2B5EF4-FFF2-40B4-BE49-F238E27FC236}">
                <a16:creationId xmlns:a16="http://schemas.microsoft.com/office/drawing/2014/main" id="{E570D16F-9C25-DF49-BE5A-54CA197FCCEB}"/>
              </a:ext>
            </a:extLst>
          </p:cNvPr>
          <p:cNvSpPr>
            <a:spLocks noGrp="1"/>
          </p:cNvSpPr>
          <p:nvPr>
            <p:ph type="body" sz="quarter" idx="20" hasCustomPrompt="1"/>
          </p:nvPr>
        </p:nvSpPr>
        <p:spPr>
          <a:xfrm>
            <a:off x="828910"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4" name="Text Placeholder 20">
            <a:extLst>
              <a:ext uri="{FF2B5EF4-FFF2-40B4-BE49-F238E27FC236}">
                <a16:creationId xmlns:a16="http://schemas.microsoft.com/office/drawing/2014/main" id="{CDD9ADC4-5733-8E48-B634-7882FED881CB}"/>
              </a:ext>
            </a:extLst>
          </p:cNvPr>
          <p:cNvSpPr>
            <a:spLocks noGrp="1"/>
          </p:cNvSpPr>
          <p:nvPr>
            <p:ph type="body" sz="quarter" idx="21" hasCustomPrompt="1"/>
          </p:nvPr>
        </p:nvSpPr>
        <p:spPr>
          <a:xfrm>
            <a:off x="3669909"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5" name="Text Placeholder 22">
            <a:extLst>
              <a:ext uri="{FF2B5EF4-FFF2-40B4-BE49-F238E27FC236}">
                <a16:creationId xmlns:a16="http://schemas.microsoft.com/office/drawing/2014/main" id="{141E7363-7214-F34E-93BE-77831C44EC25}"/>
              </a:ext>
            </a:extLst>
          </p:cNvPr>
          <p:cNvSpPr>
            <a:spLocks noGrp="1"/>
          </p:cNvSpPr>
          <p:nvPr>
            <p:ph type="body" sz="quarter" idx="22" hasCustomPrompt="1"/>
          </p:nvPr>
        </p:nvSpPr>
        <p:spPr>
          <a:xfrm>
            <a:off x="3669909"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6" name="Text Placeholder 20">
            <a:extLst>
              <a:ext uri="{FF2B5EF4-FFF2-40B4-BE49-F238E27FC236}">
                <a16:creationId xmlns:a16="http://schemas.microsoft.com/office/drawing/2014/main" id="{C8A75DF6-C0C0-4444-96B8-6C19769C5C39}"/>
              </a:ext>
            </a:extLst>
          </p:cNvPr>
          <p:cNvSpPr>
            <a:spLocks noGrp="1"/>
          </p:cNvSpPr>
          <p:nvPr>
            <p:ph type="body" sz="quarter" idx="23" hasCustomPrompt="1"/>
          </p:nvPr>
        </p:nvSpPr>
        <p:spPr>
          <a:xfrm>
            <a:off x="6478204" y="2725203"/>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7" name="Text Placeholder 22">
            <a:extLst>
              <a:ext uri="{FF2B5EF4-FFF2-40B4-BE49-F238E27FC236}">
                <a16:creationId xmlns:a16="http://schemas.microsoft.com/office/drawing/2014/main" id="{4B815493-AB09-9A4C-8D08-0A2E05C77497}"/>
              </a:ext>
            </a:extLst>
          </p:cNvPr>
          <p:cNvSpPr>
            <a:spLocks noGrp="1"/>
          </p:cNvSpPr>
          <p:nvPr>
            <p:ph type="body" sz="quarter" idx="24" hasCustomPrompt="1"/>
          </p:nvPr>
        </p:nvSpPr>
        <p:spPr>
          <a:xfrm>
            <a:off x="6478205"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45" name="Text Placeholder 7">
            <a:extLst>
              <a:ext uri="{FF2B5EF4-FFF2-40B4-BE49-F238E27FC236}">
                <a16:creationId xmlns:a16="http://schemas.microsoft.com/office/drawing/2014/main" id="{8780AA0A-1390-4C47-921D-C256F413A9AE}"/>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46" name="Text Placeholder 9">
            <a:extLst>
              <a:ext uri="{FF2B5EF4-FFF2-40B4-BE49-F238E27FC236}">
                <a16:creationId xmlns:a16="http://schemas.microsoft.com/office/drawing/2014/main" id="{D715B9EE-9236-9B4E-9A9E-38F87EF88A20}"/>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C88B8F9-6C41-4060-8DA2-EF4DE108250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8145339"/>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use Effect Images">
    <p:spTree>
      <p:nvGrpSpPr>
        <p:cNvPr id="1" name=""/>
        <p:cNvGrpSpPr/>
        <p:nvPr/>
      </p:nvGrpSpPr>
      <p:grpSpPr>
        <a:xfrm>
          <a:off x="0" y="0"/>
          <a:ext cx="0" cy="0"/>
          <a:chOff x="0" y="0"/>
          <a:chExt cx="0" cy="0"/>
        </a:xfrm>
      </p:grpSpPr>
      <p:sp>
        <p:nvSpPr>
          <p:cNvPr id="15" name="object 3">
            <a:extLst>
              <a:ext uri="{FF2B5EF4-FFF2-40B4-BE49-F238E27FC236}">
                <a16:creationId xmlns:a16="http://schemas.microsoft.com/office/drawing/2014/main" id="{297A5E42-D75E-0547-9078-FC7A201CC451}"/>
              </a:ext>
            </a:extLst>
          </p:cNvPr>
          <p:cNvSpPr/>
          <p:nvPr/>
        </p:nvSpPr>
        <p:spPr>
          <a:xfrm>
            <a:off x="1269" y="785"/>
            <a:ext cx="4569689" cy="5142634"/>
          </a:xfrm>
          <a:custGeom>
            <a:avLst/>
            <a:gdLst/>
            <a:ahLst/>
            <a:cxnLst/>
            <a:rect l="l" t="t" r="r" b="b"/>
            <a:pathLst>
              <a:path w="10046970" h="11307445">
                <a:moveTo>
                  <a:pt x="10046531" y="0"/>
                </a:moveTo>
                <a:lnTo>
                  <a:pt x="0" y="0"/>
                </a:lnTo>
                <a:lnTo>
                  <a:pt x="0" y="11306828"/>
                </a:lnTo>
                <a:lnTo>
                  <a:pt x="10046531" y="11306828"/>
                </a:lnTo>
                <a:lnTo>
                  <a:pt x="10046531" y="0"/>
                </a:lnTo>
                <a:close/>
              </a:path>
            </a:pathLst>
          </a:custGeom>
          <a:solidFill>
            <a:srgbClr val="FFDC34"/>
          </a:solidFill>
        </p:spPr>
        <p:txBody>
          <a:bodyPr wrap="square" lIns="0" tIns="0" rIns="0" bIns="0" rtlCol="0"/>
          <a:lstStyle/>
          <a:p>
            <a:endParaRPr sz="637"/>
          </a:p>
        </p:txBody>
      </p:sp>
      <p:sp>
        <p:nvSpPr>
          <p:cNvPr id="6" name="Rectangle 5">
            <a:extLst>
              <a:ext uri="{FF2B5EF4-FFF2-40B4-BE49-F238E27FC236}">
                <a16:creationId xmlns:a16="http://schemas.microsoft.com/office/drawing/2014/main" id="{880E5FC2-C53C-DD43-8DBD-27F4C634196E}"/>
              </a:ext>
            </a:extLst>
          </p:cNvPr>
          <p:cNvSpPr/>
          <p:nvPr/>
        </p:nvSpPr>
        <p:spPr>
          <a:xfrm>
            <a:off x="723973" y="600702"/>
            <a:ext cx="3850916" cy="39430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5" name="Picture Placeholder 4">
            <a:extLst>
              <a:ext uri="{FF2B5EF4-FFF2-40B4-BE49-F238E27FC236}">
                <a16:creationId xmlns:a16="http://schemas.microsoft.com/office/drawing/2014/main" id="{BB5AACD0-6514-3B4F-8F97-C8886A2251BA}"/>
              </a:ext>
            </a:extLst>
          </p:cNvPr>
          <p:cNvSpPr>
            <a:spLocks noGrp="1"/>
          </p:cNvSpPr>
          <p:nvPr>
            <p:ph type="pic" sz="quarter" idx="28" hasCustomPrompt="1"/>
          </p:nvPr>
        </p:nvSpPr>
        <p:spPr>
          <a:xfrm>
            <a:off x="723973" y="608401"/>
            <a:ext cx="3848028" cy="851130"/>
          </a:xfrm>
        </p:spPr>
        <p:txBody>
          <a:bodyPr/>
          <a:lstStyle>
            <a:lvl1pPr algn="ctr">
              <a:defRPr sz="1092">
                <a:solidFill>
                  <a:srgbClr val="C00000"/>
                </a:solidFill>
              </a:defRPr>
            </a:lvl1pPr>
          </a:lstStyle>
          <a:p>
            <a:r>
              <a:rPr lang="en-US"/>
              <a:t>Since text is on top of the photo icon, you will need to move this box to your left or right to be able to click on that photo icon and add a photo. There is a gray box placeholder below the text to show where to align your photo</a:t>
            </a:r>
          </a:p>
        </p:txBody>
      </p:sp>
      <p:sp>
        <p:nvSpPr>
          <p:cNvPr id="20" name="Rectangle 19">
            <a:extLst>
              <a:ext uri="{FF2B5EF4-FFF2-40B4-BE49-F238E27FC236}">
                <a16:creationId xmlns:a16="http://schemas.microsoft.com/office/drawing/2014/main" id="{6E7E755D-4DDF-0A47-A3F1-15BB7554B636}"/>
              </a:ext>
            </a:extLst>
          </p:cNvPr>
          <p:cNvSpPr/>
          <p:nvPr/>
        </p:nvSpPr>
        <p:spPr>
          <a:xfrm>
            <a:off x="4582591" y="600702"/>
            <a:ext cx="3827811" cy="39430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19" name="Picture Placeholder 4">
            <a:extLst>
              <a:ext uri="{FF2B5EF4-FFF2-40B4-BE49-F238E27FC236}">
                <a16:creationId xmlns:a16="http://schemas.microsoft.com/office/drawing/2014/main" id="{51A2F8FE-D61B-3144-8B31-7133DF2B9633}"/>
              </a:ext>
            </a:extLst>
          </p:cNvPr>
          <p:cNvSpPr>
            <a:spLocks noGrp="1"/>
          </p:cNvSpPr>
          <p:nvPr>
            <p:ph type="pic" sz="quarter" idx="29" hasCustomPrompt="1"/>
          </p:nvPr>
        </p:nvSpPr>
        <p:spPr>
          <a:xfrm>
            <a:off x="4572001" y="604071"/>
            <a:ext cx="3830699" cy="1069588"/>
          </a:xfrm>
        </p:spPr>
        <p:txBody>
          <a:bodyPr/>
          <a:lstStyle>
            <a:lvl1pPr marL="0" marR="0" indent="0" algn="ctr" defTabSz="415869" eaLnBrk="1" fontAlgn="auto" latinLnBrk="0" hangingPunct="1">
              <a:lnSpc>
                <a:spcPct val="130000"/>
              </a:lnSpc>
              <a:spcBef>
                <a:spcPts val="0"/>
              </a:spcBef>
              <a:spcAft>
                <a:spcPts val="0"/>
              </a:spcAft>
              <a:buClrTx/>
              <a:buSzTx/>
              <a:buFontTx/>
              <a:buNone/>
              <a:tabLst/>
              <a:defRPr sz="1092">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Since text is on top of the photo icon, you will need to move this box to your left or right to be able to click on that photo icon and add a photo. There is a darker gray box placeholder below the text to show where to align your photo</a:t>
            </a:r>
          </a:p>
          <a:p>
            <a:endParaRPr lang="en-US"/>
          </a:p>
        </p:txBody>
      </p:sp>
      <p:sp>
        <p:nvSpPr>
          <p:cNvPr id="21" name="object 9">
            <a:extLst>
              <a:ext uri="{FF2B5EF4-FFF2-40B4-BE49-F238E27FC236}">
                <a16:creationId xmlns:a16="http://schemas.microsoft.com/office/drawing/2014/main" id="{08B682BF-3065-6A4A-8A95-A79053170EA4}"/>
              </a:ext>
            </a:extLst>
          </p:cNvPr>
          <p:cNvSpPr/>
          <p:nvPr/>
        </p:nvSpPr>
        <p:spPr>
          <a:xfrm>
            <a:off x="4266199" y="1888244"/>
            <a:ext cx="611719" cy="1366883"/>
          </a:xfrm>
          <a:custGeom>
            <a:avLst/>
            <a:gdLst/>
            <a:ahLst/>
            <a:cxnLst/>
            <a:rect l="l" t="t" r="r" b="b"/>
            <a:pathLst>
              <a:path w="1344929" h="3005454">
                <a:moveTo>
                  <a:pt x="1338148" y="0"/>
                </a:moveTo>
                <a:lnTo>
                  <a:pt x="0" y="0"/>
                </a:lnTo>
                <a:lnTo>
                  <a:pt x="0" y="1338148"/>
                </a:lnTo>
                <a:lnTo>
                  <a:pt x="1338148" y="1338148"/>
                </a:lnTo>
                <a:lnTo>
                  <a:pt x="1338148" y="0"/>
                </a:lnTo>
                <a:close/>
              </a:path>
              <a:path w="1344929" h="3005454">
                <a:moveTo>
                  <a:pt x="1344663" y="1660232"/>
                </a:moveTo>
                <a:lnTo>
                  <a:pt x="0" y="1660232"/>
                </a:lnTo>
                <a:lnTo>
                  <a:pt x="0" y="3004972"/>
                </a:lnTo>
                <a:lnTo>
                  <a:pt x="1344663" y="3004972"/>
                </a:lnTo>
                <a:lnTo>
                  <a:pt x="1344663" y="1660232"/>
                </a:lnTo>
                <a:close/>
              </a:path>
            </a:pathLst>
          </a:custGeom>
          <a:solidFill>
            <a:srgbClr val="FFFFFF"/>
          </a:solidFill>
        </p:spPr>
        <p:txBody>
          <a:bodyPr wrap="square" lIns="0" tIns="0" rIns="0" bIns="0" rtlCol="0"/>
          <a:lstStyle/>
          <a:p>
            <a:endParaRPr sz="637"/>
          </a:p>
        </p:txBody>
      </p:sp>
      <p:sp>
        <p:nvSpPr>
          <p:cNvPr id="11" name="Text Placeholder 7">
            <a:extLst>
              <a:ext uri="{FF2B5EF4-FFF2-40B4-BE49-F238E27FC236}">
                <a16:creationId xmlns:a16="http://schemas.microsoft.com/office/drawing/2014/main" id="{A1BB8352-F8DF-4D43-BFAD-8AC642235C92}"/>
              </a:ext>
            </a:extLst>
          </p:cNvPr>
          <p:cNvSpPr>
            <a:spLocks noGrp="1"/>
          </p:cNvSpPr>
          <p:nvPr>
            <p:ph type="body" sz="quarter" idx="26" hasCustomPrompt="1"/>
          </p:nvPr>
        </p:nvSpPr>
        <p:spPr>
          <a:xfrm>
            <a:off x="1342503"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2" name="Text Placeholder 9">
            <a:extLst>
              <a:ext uri="{FF2B5EF4-FFF2-40B4-BE49-F238E27FC236}">
                <a16:creationId xmlns:a16="http://schemas.microsoft.com/office/drawing/2014/main" id="{F37F3858-EAAD-8D4A-8BA8-AEB782780AE8}"/>
              </a:ext>
            </a:extLst>
          </p:cNvPr>
          <p:cNvSpPr>
            <a:spLocks noGrp="1"/>
          </p:cNvSpPr>
          <p:nvPr>
            <p:ph type="body" sz="quarter" idx="27" hasCustomPrompt="1"/>
          </p:nvPr>
        </p:nvSpPr>
        <p:spPr>
          <a:xfrm>
            <a:off x="834814"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9303B157-BF6D-2541-8E02-D31040FDF1F7}"/>
              </a:ext>
            </a:extLst>
          </p:cNvPr>
          <p:cNvSpPr>
            <a:spLocks noGrp="1"/>
          </p:cNvSpPr>
          <p:nvPr>
            <p:ph type="body" sz="quarter" idx="24" hasCustomPrompt="1"/>
          </p:nvPr>
        </p:nvSpPr>
        <p:spPr>
          <a:xfrm>
            <a:off x="1685633" y="2097198"/>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Lorem</a:t>
            </a:r>
          </a:p>
        </p:txBody>
      </p:sp>
      <p:sp>
        <p:nvSpPr>
          <p:cNvPr id="22" name="Text Placeholder 2">
            <a:extLst>
              <a:ext uri="{FF2B5EF4-FFF2-40B4-BE49-F238E27FC236}">
                <a16:creationId xmlns:a16="http://schemas.microsoft.com/office/drawing/2014/main" id="{6FA3E2B8-7A48-3144-A79F-311482EE80CF}"/>
              </a:ext>
            </a:extLst>
          </p:cNvPr>
          <p:cNvSpPr>
            <a:spLocks noGrp="1"/>
          </p:cNvSpPr>
          <p:nvPr>
            <p:ph type="body" sz="quarter" idx="25" hasCustomPrompt="1"/>
          </p:nvPr>
        </p:nvSpPr>
        <p:spPr>
          <a:xfrm>
            <a:off x="5924101" y="2107900"/>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Ipsum</a:t>
            </a:r>
          </a:p>
        </p:txBody>
      </p:sp>
      <p:sp>
        <p:nvSpPr>
          <p:cNvPr id="13" name="Footer Placeholder 3">
            <a:extLst>
              <a:ext uri="{FF2B5EF4-FFF2-40B4-BE49-F238E27FC236}">
                <a16:creationId xmlns:a16="http://schemas.microsoft.com/office/drawing/2014/main" id="{7448C98B-4A6C-46F2-9777-3BF87DD0B7E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3696422"/>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use Effect Text Only">
    <p:spTree>
      <p:nvGrpSpPr>
        <p:cNvPr id="1" name=""/>
        <p:cNvGrpSpPr/>
        <p:nvPr/>
      </p:nvGrpSpPr>
      <p:grpSpPr>
        <a:xfrm>
          <a:off x="0" y="0"/>
          <a:ext cx="0" cy="0"/>
          <a:chOff x="0" y="0"/>
          <a:chExt cx="0" cy="0"/>
        </a:xfrm>
      </p:grpSpPr>
      <p:grpSp>
        <p:nvGrpSpPr>
          <p:cNvPr id="8" name="object 3">
            <a:extLst>
              <a:ext uri="{FF2B5EF4-FFF2-40B4-BE49-F238E27FC236}">
                <a16:creationId xmlns:a16="http://schemas.microsoft.com/office/drawing/2014/main" id="{7C674EC4-3E5A-5F46-98CD-694C4C75E4F6}"/>
              </a:ext>
            </a:extLst>
          </p:cNvPr>
          <p:cNvGrpSpPr/>
          <p:nvPr/>
        </p:nvGrpSpPr>
        <p:grpSpPr>
          <a:xfrm>
            <a:off x="4422234" y="2"/>
            <a:ext cx="4721897" cy="5143211"/>
            <a:chOff x="9722771" y="0"/>
            <a:chExt cx="10381615" cy="11308715"/>
          </a:xfrm>
        </p:grpSpPr>
        <p:sp>
          <p:nvSpPr>
            <p:cNvPr id="9" name="object 4">
              <a:extLst>
                <a:ext uri="{FF2B5EF4-FFF2-40B4-BE49-F238E27FC236}">
                  <a16:creationId xmlns:a16="http://schemas.microsoft.com/office/drawing/2014/main" id="{47117693-8E8A-484D-86B4-96E527FF0ECB}"/>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10" name="object 5">
              <a:extLst>
                <a:ext uri="{FF2B5EF4-FFF2-40B4-BE49-F238E27FC236}">
                  <a16:creationId xmlns:a16="http://schemas.microsoft.com/office/drawing/2014/main" id="{44C166EF-2302-6249-B3DA-B5D2CEDE2C34}"/>
                </a:ext>
              </a:extLst>
            </p:cNvPr>
            <p:cNvSpPr/>
            <p:nvPr/>
          </p:nvSpPr>
          <p:spPr>
            <a:xfrm>
              <a:off x="9722764" y="2837884"/>
              <a:ext cx="655955" cy="1581785"/>
            </a:xfrm>
            <a:custGeom>
              <a:avLst/>
              <a:gdLst/>
              <a:ahLst/>
              <a:cxnLst/>
              <a:rect l="l" t="t" r="r" b="b"/>
              <a:pathLst>
                <a:path w="655954" h="1581785">
                  <a:moveTo>
                    <a:pt x="655662" y="925753"/>
                  </a:moveTo>
                  <a:lnTo>
                    <a:pt x="0" y="925753"/>
                  </a:lnTo>
                  <a:lnTo>
                    <a:pt x="0" y="1581442"/>
                  </a:lnTo>
                  <a:lnTo>
                    <a:pt x="655662" y="1581442"/>
                  </a:lnTo>
                  <a:lnTo>
                    <a:pt x="655662" y="925753"/>
                  </a:lnTo>
                  <a:close/>
                </a:path>
                <a:path w="655954" h="1581785">
                  <a:moveTo>
                    <a:pt x="655662" y="0"/>
                  </a:moveTo>
                  <a:lnTo>
                    <a:pt x="0" y="0"/>
                  </a:lnTo>
                  <a:lnTo>
                    <a:pt x="0" y="655675"/>
                  </a:lnTo>
                  <a:lnTo>
                    <a:pt x="655662" y="655675"/>
                  </a:lnTo>
                  <a:lnTo>
                    <a:pt x="655662" y="0"/>
                  </a:lnTo>
                  <a:close/>
                </a:path>
              </a:pathLst>
            </a:custGeom>
            <a:solidFill>
              <a:srgbClr val="FF6012"/>
            </a:solidFill>
          </p:spPr>
          <p:txBody>
            <a:bodyPr wrap="square" lIns="0" tIns="0" rIns="0" bIns="0" rtlCol="0"/>
            <a:lstStyle/>
            <a:p>
              <a:endParaRPr sz="637"/>
            </a:p>
          </p:txBody>
        </p:sp>
      </p:grpSp>
      <p:sp>
        <p:nvSpPr>
          <p:cNvPr id="20" name="Text Placeholder 19">
            <a:extLst>
              <a:ext uri="{FF2B5EF4-FFF2-40B4-BE49-F238E27FC236}">
                <a16:creationId xmlns:a16="http://schemas.microsoft.com/office/drawing/2014/main" id="{3930DF97-1C31-7E4E-BC43-041350361C3D}"/>
              </a:ext>
            </a:extLst>
          </p:cNvPr>
          <p:cNvSpPr>
            <a:spLocks noGrp="1"/>
          </p:cNvSpPr>
          <p:nvPr>
            <p:ph type="body" sz="quarter" idx="13" hasCustomPrompt="1"/>
          </p:nvPr>
        </p:nvSpPr>
        <p:spPr>
          <a:xfrm>
            <a:off x="1021727" y="1243717"/>
            <a:ext cx="2893243" cy="3023392"/>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a:t>
            </a:r>
          </a:p>
        </p:txBody>
      </p:sp>
      <p:sp>
        <p:nvSpPr>
          <p:cNvPr id="21" name="Text Placeholder 19">
            <a:extLst>
              <a:ext uri="{FF2B5EF4-FFF2-40B4-BE49-F238E27FC236}">
                <a16:creationId xmlns:a16="http://schemas.microsoft.com/office/drawing/2014/main" id="{1E01443D-080A-A744-984D-9F8639393DFA}"/>
              </a:ext>
            </a:extLst>
          </p:cNvPr>
          <p:cNvSpPr>
            <a:spLocks noGrp="1"/>
          </p:cNvSpPr>
          <p:nvPr>
            <p:ph type="body" sz="quarter" idx="14" hasCustomPrompt="1"/>
          </p:nvPr>
        </p:nvSpPr>
        <p:spPr>
          <a:xfrm>
            <a:off x="5420195" y="1205414"/>
            <a:ext cx="2893243" cy="2267544"/>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 </a:t>
            </a:r>
          </a:p>
        </p:txBody>
      </p:sp>
      <p:sp>
        <p:nvSpPr>
          <p:cNvPr id="16" name="Text Placeholder 7">
            <a:extLst>
              <a:ext uri="{FF2B5EF4-FFF2-40B4-BE49-F238E27FC236}">
                <a16:creationId xmlns:a16="http://schemas.microsoft.com/office/drawing/2014/main" id="{02E735EF-96EF-554A-902C-A413509B21F9}"/>
              </a:ext>
            </a:extLst>
          </p:cNvPr>
          <p:cNvSpPr>
            <a:spLocks noGrp="1"/>
          </p:cNvSpPr>
          <p:nvPr>
            <p:ph type="body" sz="quarter" idx="25" hasCustomPrompt="1"/>
          </p:nvPr>
        </p:nvSpPr>
        <p:spPr>
          <a:xfrm>
            <a:off x="1364608"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FB913D3F-BF83-4D46-A689-F18E3D3EF8BD}"/>
              </a:ext>
            </a:extLst>
          </p:cNvPr>
          <p:cNvSpPr>
            <a:spLocks noGrp="1"/>
          </p:cNvSpPr>
          <p:nvPr>
            <p:ph type="body" sz="quarter" idx="26" hasCustomPrompt="1"/>
          </p:nvPr>
        </p:nvSpPr>
        <p:spPr>
          <a:xfrm>
            <a:off x="856919"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34C84E9E-77A1-4207-B61C-42332319187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635780"/>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Vertical Picture with Content_no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2" y="0"/>
            <a:ext cx="3041983" cy="551946"/>
          </a:xfrm>
          <a:solidFill>
            <a:schemeClr val="bg1">
              <a:lumMod val="85000"/>
            </a:schemeClr>
          </a:solidFill>
        </p:spPr>
        <p:txBody>
          <a:bodyPr/>
          <a:lstStyle>
            <a:lvl1pPr algn="ctr">
              <a:defRPr sz="1455">
                <a:solidFill>
                  <a:srgbClr val="C00000"/>
                </a:solidFill>
              </a:defRPr>
            </a:lvl1pPr>
          </a:lstStyle>
          <a:p>
            <a:r>
              <a:rPr lang="en-US"/>
              <a:t>Click photo icon at the center to add a photo</a:t>
            </a:r>
          </a:p>
        </p:txBody>
      </p:sp>
      <p:sp>
        <p:nvSpPr>
          <p:cNvPr id="19" name="Text Placeholder 22">
            <a:extLst>
              <a:ext uri="{FF2B5EF4-FFF2-40B4-BE49-F238E27FC236}">
                <a16:creationId xmlns:a16="http://schemas.microsoft.com/office/drawing/2014/main" id="{3E66507E-14F0-334A-A769-B76F061DACD8}"/>
              </a:ext>
            </a:extLst>
          </p:cNvPr>
          <p:cNvSpPr>
            <a:spLocks noGrp="1"/>
          </p:cNvSpPr>
          <p:nvPr>
            <p:ph type="body" sz="quarter" idx="17" hasCustomPrompt="1"/>
          </p:nvPr>
        </p:nvSpPr>
        <p:spPr>
          <a:xfrm>
            <a:off x="4104553" y="2834843"/>
            <a:ext cx="2571641" cy="1073307"/>
          </a:xfrm>
        </p:spPr>
        <p:txBody>
          <a:bodyPr/>
          <a:lstStyle>
            <a:lvl1pPr>
              <a:lnSpc>
                <a:spcPct val="130000"/>
              </a:lnSpc>
              <a:defRPr/>
            </a:lvl1pPr>
          </a:lstStyle>
          <a:p>
            <a:pPr lvl="0"/>
            <a:r>
              <a:rPr lang="en-US"/>
              <a:t>Click to add paragraph text.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3" y="4740788"/>
            <a:ext cx="1684867"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3"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hasCustomPrompt="1"/>
          </p:nvPr>
        </p:nvSpPr>
        <p:spPr>
          <a:xfrm>
            <a:off x="4077497" y="176874"/>
            <a:ext cx="2607695" cy="1505156"/>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49" y="1905109"/>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3" name="Footer Placeholder 3">
            <a:extLst>
              <a:ext uri="{FF2B5EF4-FFF2-40B4-BE49-F238E27FC236}">
                <a16:creationId xmlns:a16="http://schemas.microsoft.com/office/drawing/2014/main" id="{27DE9928-5696-4E89-B3DA-B0300B729B1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2068337"/>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ertical Picture with Content_bullets">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2" y="2"/>
            <a:ext cx="3041983" cy="843051"/>
          </a:xfrm>
        </p:spPr>
        <p:txBody>
          <a:bodyPr/>
          <a:lstStyle>
            <a:lvl1pPr marL="0" marR="0" indent="0" algn="ctr" defTabSz="41586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69" eaLnBrk="1" fontAlgn="auto" latinLnBrk="0" hangingPunct="1">
              <a:lnSpc>
                <a:spcPct val="130000"/>
              </a:lnSpc>
              <a:spcBef>
                <a:spcPts val="0"/>
              </a:spcBef>
              <a:spcAft>
                <a:spcPts val="0"/>
              </a:spcAft>
              <a:buClrTx/>
              <a:buSzTx/>
              <a:buFontTx/>
              <a:buNone/>
              <a:tabLst/>
              <a:defRPr/>
            </a:pPr>
            <a:r>
              <a:rPr lang="en-US"/>
              <a:t>Click photo icon at the center to add a photo</a:t>
            </a:r>
          </a:p>
          <a:p>
            <a:endParaRPr lang="en-US"/>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3" y="4740788"/>
            <a:ext cx="2065095"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3"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p:nvPr>
        </p:nvSpPr>
        <p:spPr>
          <a:xfrm>
            <a:off x="4077496" y="-569612"/>
            <a:ext cx="4267845" cy="2251642"/>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49" y="1905109"/>
            <a:ext cx="4236793" cy="293427"/>
          </a:xfrm>
        </p:spPr>
        <p:txBody>
          <a:bodyPr/>
          <a:lstStyle>
            <a:lvl1pPr>
              <a:defRPr sz="1637" baseline="0">
                <a:latin typeface="Arial" panose="020B0604020202020204" pitchFamily="34" charset="0"/>
              </a:defRPr>
            </a:lvl1pPr>
          </a:lstStyle>
          <a:p>
            <a:pPr lvl="0"/>
            <a:r>
              <a:rPr lang="en-US"/>
              <a:t>Click to add text</a:t>
            </a:r>
          </a:p>
        </p:txBody>
      </p:sp>
      <p:sp>
        <p:nvSpPr>
          <p:cNvPr id="13" name="Text Placeholder 41">
            <a:extLst>
              <a:ext uri="{FF2B5EF4-FFF2-40B4-BE49-F238E27FC236}">
                <a16:creationId xmlns:a16="http://schemas.microsoft.com/office/drawing/2014/main" id="{31EE0B59-E4AD-0E44-BD93-DAC84C38DEC6}"/>
              </a:ext>
            </a:extLst>
          </p:cNvPr>
          <p:cNvSpPr>
            <a:spLocks noGrp="1"/>
          </p:cNvSpPr>
          <p:nvPr>
            <p:ph type="body" sz="quarter" idx="21" hasCustomPrompt="1"/>
          </p:nvPr>
        </p:nvSpPr>
        <p:spPr>
          <a:xfrm>
            <a:off x="4104828" y="2987727"/>
            <a:ext cx="4236793" cy="279954"/>
          </a:xfrm>
        </p:spPr>
        <p:txBody>
          <a:bodyPr anchor="b" anchorCtr="0"/>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6" name="Text Placeholder 2">
            <a:extLst>
              <a:ext uri="{FF2B5EF4-FFF2-40B4-BE49-F238E27FC236}">
                <a16:creationId xmlns:a16="http://schemas.microsoft.com/office/drawing/2014/main" id="{7F560DC1-ADDC-1841-B2C9-0FC1CA247AEC}"/>
              </a:ext>
            </a:extLst>
          </p:cNvPr>
          <p:cNvSpPr>
            <a:spLocks noGrp="1"/>
          </p:cNvSpPr>
          <p:nvPr>
            <p:ph type="body" sz="quarter" idx="29"/>
          </p:nvPr>
        </p:nvSpPr>
        <p:spPr>
          <a:xfrm>
            <a:off x="4106038" y="3476652"/>
            <a:ext cx="4239303" cy="713016"/>
          </a:xfrm>
        </p:spPr>
        <p:txBody>
          <a:bodyPr/>
          <a:lstStyle>
            <a:lvl1pPr marL="155951" indent="-155951">
              <a:lnSpc>
                <a:spcPct val="130000"/>
              </a:lnSpc>
              <a:spcBef>
                <a:spcPts val="960"/>
              </a:spcBef>
              <a:buClr>
                <a:schemeClr val="accent5"/>
              </a:buClr>
              <a:buSzPct val="135000"/>
              <a:buFont typeface="Arial" panose="020B0604020202020204" pitchFamily="34" charset="0"/>
              <a:buChar char="•"/>
              <a:defRPr sz="728">
                <a:latin typeface="Arial" panose="020B0604020202020204" pitchFamily="34" charset="0"/>
              </a:defRPr>
            </a:lvl1pPr>
            <a:lvl2pPr marL="337894"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2pPr>
            <a:lvl3pPr marL="545828"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3pPr>
            <a:lvl4pPr marL="753763"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4pPr>
            <a:lvl5pPr marL="961697" indent="-129959">
              <a:lnSpc>
                <a:spcPct val="130000"/>
              </a:lnSpc>
              <a:buClr>
                <a:schemeClr val="accent5"/>
              </a:buClr>
              <a:buSzPct val="135000"/>
              <a:buFont typeface="Arial" panose="020B0604020202020204" pitchFamily="34" charset="0"/>
              <a:buChar char="•"/>
              <a:defRPr sz="728">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A4620F89-44C2-4423-B2BE-C02DD6A7383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50728"/>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oriz Picture with Content_nobullets">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C6B80640-F04A-8A44-AC3B-2A464711AA0E}"/>
              </a:ext>
            </a:extLst>
          </p:cNvPr>
          <p:cNvSpPr/>
          <p:nvPr/>
        </p:nvSpPr>
        <p:spPr>
          <a:xfrm>
            <a:off x="3138501" y="124"/>
            <a:ext cx="6005696" cy="5142922"/>
          </a:xfrm>
          <a:custGeom>
            <a:avLst/>
            <a:gdLst/>
            <a:ahLst/>
            <a:cxnLst/>
            <a:rect l="l" t="t" r="r" b="b"/>
            <a:pathLst>
              <a:path w="13204190" h="11308080">
                <a:moveTo>
                  <a:pt x="13203744" y="0"/>
                </a:moveTo>
                <a:lnTo>
                  <a:pt x="0" y="0"/>
                </a:lnTo>
                <a:lnTo>
                  <a:pt x="0" y="11308032"/>
                </a:lnTo>
                <a:lnTo>
                  <a:pt x="13203744" y="11308032"/>
                </a:lnTo>
                <a:lnTo>
                  <a:pt x="13203744" y="0"/>
                </a:lnTo>
                <a:close/>
              </a:path>
            </a:pathLst>
          </a:custGeom>
          <a:solidFill>
            <a:srgbClr val="F1F1F1"/>
          </a:solidFill>
        </p:spPr>
        <p:txBody>
          <a:bodyPr wrap="square" lIns="0" tIns="0" rIns="0" bIns="0" rtlCol="0"/>
          <a:lstStyle/>
          <a:p>
            <a:endParaRPr sz="637"/>
          </a:p>
        </p:txBody>
      </p:sp>
      <p:sp>
        <p:nvSpPr>
          <p:cNvPr id="6" name="Picture Placeholder 5">
            <a:extLst>
              <a:ext uri="{FF2B5EF4-FFF2-40B4-BE49-F238E27FC236}">
                <a16:creationId xmlns:a16="http://schemas.microsoft.com/office/drawing/2014/main" id="{18B8B08A-09FF-004F-9D1A-B368AE1A320D}"/>
              </a:ext>
            </a:extLst>
          </p:cNvPr>
          <p:cNvSpPr>
            <a:spLocks noGrp="1"/>
          </p:cNvSpPr>
          <p:nvPr>
            <p:ph type="pic" sz="quarter" idx="28" hasCustomPrompt="1"/>
          </p:nvPr>
        </p:nvSpPr>
        <p:spPr>
          <a:xfrm>
            <a:off x="2" y="1340025"/>
            <a:ext cx="4066567" cy="260841"/>
          </a:xfrm>
          <a:solidFill>
            <a:schemeClr val="bg1">
              <a:lumMod val="85000"/>
            </a:schemeClr>
          </a:solidFill>
        </p:spPr>
        <p:txBody>
          <a:bodyPr/>
          <a:lstStyle>
            <a:lvl1pPr algn="ctr">
              <a:defRPr sz="1455">
                <a:solidFill>
                  <a:srgbClr val="C00000"/>
                </a:solidFill>
              </a:defRPr>
            </a:lvl1pPr>
          </a:lstStyle>
          <a:p>
            <a:r>
              <a:rPr lang="en-US"/>
              <a:t>Click photo icon in center to add picture</a:t>
            </a:r>
          </a:p>
        </p:txBody>
      </p:sp>
      <p:sp>
        <p:nvSpPr>
          <p:cNvPr id="12" name="Text Placeholder 7">
            <a:extLst>
              <a:ext uri="{FF2B5EF4-FFF2-40B4-BE49-F238E27FC236}">
                <a16:creationId xmlns:a16="http://schemas.microsoft.com/office/drawing/2014/main" id="{411D6C03-9235-4718-8DA7-525C7111A0D6}"/>
              </a:ext>
            </a:extLst>
          </p:cNvPr>
          <p:cNvSpPr>
            <a:spLocks noGrp="1"/>
          </p:cNvSpPr>
          <p:nvPr>
            <p:ph type="body" sz="quarter" idx="25" hasCustomPrompt="1"/>
          </p:nvPr>
        </p:nvSpPr>
        <p:spPr>
          <a:xfrm>
            <a:off x="678947" y="481615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3" name="Text Placeholder 9">
            <a:extLst>
              <a:ext uri="{FF2B5EF4-FFF2-40B4-BE49-F238E27FC236}">
                <a16:creationId xmlns:a16="http://schemas.microsoft.com/office/drawing/2014/main" id="{04E783BA-4AEA-4CD1-9525-2AEDF8985C17}"/>
              </a:ext>
            </a:extLst>
          </p:cNvPr>
          <p:cNvSpPr>
            <a:spLocks noGrp="1"/>
          </p:cNvSpPr>
          <p:nvPr>
            <p:ph type="body" sz="quarter" idx="27" hasCustomPrompt="1"/>
          </p:nvPr>
        </p:nvSpPr>
        <p:spPr>
          <a:xfrm>
            <a:off x="171258" y="481615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20" name="object 7">
            <a:extLst>
              <a:ext uri="{FF2B5EF4-FFF2-40B4-BE49-F238E27FC236}">
                <a16:creationId xmlns:a16="http://schemas.microsoft.com/office/drawing/2014/main" id="{96EFB3BE-E3A7-8246-9F04-222B7BF166F9}"/>
              </a:ext>
            </a:extLst>
          </p:cNvPr>
          <p:cNvSpPr/>
          <p:nvPr/>
        </p:nvSpPr>
        <p:spPr>
          <a:xfrm>
            <a:off x="5315420" y="2538090"/>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22" name="Text Placeholder 22">
            <a:extLst>
              <a:ext uri="{FF2B5EF4-FFF2-40B4-BE49-F238E27FC236}">
                <a16:creationId xmlns:a16="http://schemas.microsoft.com/office/drawing/2014/main" id="{C8267EE6-CC9D-8D49-A303-32F7DABF0B00}"/>
              </a:ext>
            </a:extLst>
          </p:cNvPr>
          <p:cNvSpPr>
            <a:spLocks noGrp="1"/>
          </p:cNvSpPr>
          <p:nvPr>
            <p:ph type="body" sz="quarter" idx="29" hasCustomPrompt="1"/>
          </p:nvPr>
        </p:nvSpPr>
        <p:spPr>
          <a:xfrm>
            <a:off x="5306040" y="2842543"/>
            <a:ext cx="2571641" cy="1073307"/>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23" name="object 3">
            <a:extLst>
              <a:ext uri="{FF2B5EF4-FFF2-40B4-BE49-F238E27FC236}">
                <a16:creationId xmlns:a16="http://schemas.microsoft.com/office/drawing/2014/main" id="{AC8AAD21-81E3-5D4E-A9E2-583D318F8576}"/>
              </a:ext>
            </a:extLst>
          </p:cNvPr>
          <p:cNvSpPr txBox="1">
            <a:spLocks noGrp="1"/>
          </p:cNvSpPr>
          <p:nvPr>
            <p:ph type="title"/>
          </p:nvPr>
        </p:nvSpPr>
        <p:spPr>
          <a:xfrm>
            <a:off x="5278982" y="-2054884"/>
            <a:ext cx="2607695" cy="3744615"/>
          </a:xfrm>
          <a:prstGeom prst="rect">
            <a:avLst/>
          </a:prstGeom>
        </p:spPr>
        <p:txBody>
          <a:bodyPr vert="horz" wrap="square" lIns="0" tIns="12065" rIns="0" bIns="0" rtlCol="0" anchor="b" anchorCtr="0">
            <a:spAutoFit/>
          </a:bodyPr>
          <a:lstStyle>
            <a:lvl1pPr marL="12700">
              <a:lnSpc>
                <a:spcPct val="100000"/>
              </a:lnSpc>
              <a:spcBef>
                <a:spcPts val="95"/>
              </a:spcBef>
              <a:defRPr sz="3638"/>
            </a:lvl1pPr>
          </a:lstStyle>
          <a:p>
            <a:pPr marL="12700">
              <a:lnSpc>
                <a:spcPct val="100000"/>
              </a:lnSpc>
              <a:spcBef>
                <a:spcPts val="95"/>
              </a:spcBef>
            </a:pPr>
            <a:r>
              <a:rPr lang="en-US" spc="-116"/>
              <a:t>Click to edit Master title style</a:t>
            </a:r>
            <a:endParaRPr spc="-116"/>
          </a:p>
        </p:txBody>
      </p:sp>
      <p:sp>
        <p:nvSpPr>
          <p:cNvPr id="24" name="Text Placeholder 20">
            <a:extLst>
              <a:ext uri="{FF2B5EF4-FFF2-40B4-BE49-F238E27FC236}">
                <a16:creationId xmlns:a16="http://schemas.microsoft.com/office/drawing/2014/main" id="{2D5A24CB-5483-AF42-9AFD-02316CAFC413}"/>
              </a:ext>
            </a:extLst>
          </p:cNvPr>
          <p:cNvSpPr>
            <a:spLocks noGrp="1"/>
          </p:cNvSpPr>
          <p:nvPr>
            <p:ph type="body" sz="quarter" idx="30" hasCustomPrompt="1"/>
          </p:nvPr>
        </p:nvSpPr>
        <p:spPr>
          <a:xfrm>
            <a:off x="5310034" y="1912810"/>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7CFD8AB3-6790-449A-A2A8-68E5E33C5FC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2565371"/>
      </p:ext>
    </p:extLst>
  </p:cSld>
  <p:clrMapOvr>
    <a:masterClrMapping/>
  </p:clrMapOvr>
  <p:hf sldNum="0" hdr="0" ftr="0" dt="0"/>
  <p:extLst>
    <p:ext uri="{DCECCB84-F9BA-43D5-87BE-67443E8EF086}">
      <p15:sldGuideLst xmlns:p15="http://schemas.microsoft.com/office/powerpoint/2012/main">
        <p15:guide id="1" orient="horz" pos="5266" userDrawn="1">
          <p15:clr>
            <a:srgbClr val="FBAE40"/>
          </p15:clr>
        </p15:guide>
        <p15:guide id="2" pos="633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366C135-668B-7D41-97B9-18E0750D400C}"/>
              </a:ext>
            </a:extLst>
          </p:cNvPr>
          <p:cNvSpPr/>
          <p:nvPr/>
        </p:nvSpPr>
        <p:spPr>
          <a:xfrm>
            <a:off x="8703741" y="0"/>
            <a:ext cx="440260" cy="5143500"/>
          </a:xfrm>
          <a:custGeom>
            <a:avLst/>
            <a:gdLst/>
            <a:ahLst/>
            <a:cxnLst/>
            <a:rect l="l" t="t" r="r" b="b"/>
            <a:pathLst>
              <a:path w="1368425" h="11291570">
                <a:moveTo>
                  <a:pt x="1368073" y="0"/>
                </a:moveTo>
                <a:lnTo>
                  <a:pt x="0" y="0"/>
                </a:lnTo>
                <a:lnTo>
                  <a:pt x="0" y="11291467"/>
                </a:lnTo>
                <a:lnTo>
                  <a:pt x="1368073" y="11291467"/>
                </a:lnTo>
                <a:lnTo>
                  <a:pt x="1368073" y="0"/>
                </a:lnTo>
                <a:close/>
              </a:path>
            </a:pathLst>
          </a:custGeom>
          <a:solidFill>
            <a:srgbClr val="FFDC34"/>
          </a:solidFill>
        </p:spPr>
        <p:txBody>
          <a:bodyPr wrap="square" lIns="0" tIns="0" rIns="0" bIns="0" rtlCol="0"/>
          <a:lstStyle/>
          <a:p>
            <a:endParaRPr sz="637"/>
          </a:p>
        </p:txBody>
      </p:sp>
      <p:sp>
        <p:nvSpPr>
          <p:cNvPr id="5" name="object 4">
            <a:extLst>
              <a:ext uri="{FF2B5EF4-FFF2-40B4-BE49-F238E27FC236}">
                <a16:creationId xmlns:a16="http://schemas.microsoft.com/office/drawing/2014/main" id="{DE3D9466-E143-7F49-85C6-80F7F817A728}"/>
              </a:ext>
            </a:extLst>
          </p:cNvPr>
          <p:cNvSpPr/>
          <p:nvPr/>
        </p:nvSpPr>
        <p:spPr>
          <a:xfrm>
            <a:off x="1" y="1261636"/>
            <a:ext cx="1166828" cy="1166746"/>
          </a:xfrm>
          <a:custGeom>
            <a:avLst/>
            <a:gdLst/>
            <a:ahLst/>
            <a:cxnLst/>
            <a:rect l="l" t="t" r="r" b="b"/>
            <a:pathLst>
              <a:path w="2565400" h="2565400">
                <a:moveTo>
                  <a:pt x="2565220" y="0"/>
                </a:moveTo>
                <a:lnTo>
                  <a:pt x="0" y="0"/>
                </a:lnTo>
                <a:lnTo>
                  <a:pt x="0" y="2565199"/>
                </a:lnTo>
                <a:lnTo>
                  <a:pt x="2565220" y="2565199"/>
                </a:lnTo>
                <a:lnTo>
                  <a:pt x="2565220" y="0"/>
                </a:lnTo>
                <a:close/>
              </a:path>
            </a:pathLst>
          </a:custGeom>
          <a:solidFill>
            <a:srgbClr val="FF6012"/>
          </a:solidFill>
        </p:spPr>
        <p:txBody>
          <a:bodyPr wrap="square" lIns="0" tIns="0" rIns="0" bIns="0" rtlCol="0"/>
          <a:lstStyle/>
          <a:p>
            <a:endParaRPr sz="637"/>
          </a:p>
        </p:txBody>
      </p:sp>
      <p:sp>
        <p:nvSpPr>
          <p:cNvPr id="6" name="object 5">
            <a:extLst>
              <a:ext uri="{FF2B5EF4-FFF2-40B4-BE49-F238E27FC236}">
                <a16:creationId xmlns:a16="http://schemas.microsoft.com/office/drawing/2014/main" id="{D8375E29-05DD-EB48-91A8-178AD04B66DD}"/>
              </a:ext>
            </a:extLst>
          </p:cNvPr>
          <p:cNvSpPr/>
          <p:nvPr/>
        </p:nvSpPr>
        <p:spPr>
          <a:xfrm>
            <a:off x="1" y="2709096"/>
            <a:ext cx="1172604" cy="1172522"/>
          </a:xfrm>
          <a:custGeom>
            <a:avLst/>
            <a:gdLst/>
            <a:ahLst/>
            <a:cxnLst/>
            <a:rect l="l" t="t" r="r" b="b"/>
            <a:pathLst>
              <a:path w="2578100" h="2578100">
                <a:moveTo>
                  <a:pt x="2577743" y="0"/>
                </a:moveTo>
                <a:lnTo>
                  <a:pt x="0" y="0"/>
                </a:lnTo>
                <a:lnTo>
                  <a:pt x="0" y="2577858"/>
                </a:lnTo>
                <a:lnTo>
                  <a:pt x="2577743" y="2577858"/>
                </a:lnTo>
                <a:lnTo>
                  <a:pt x="2577743" y="0"/>
                </a:lnTo>
                <a:close/>
              </a:path>
            </a:pathLst>
          </a:custGeom>
          <a:solidFill>
            <a:srgbClr val="FF6012"/>
          </a:solidFill>
        </p:spPr>
        <p:txBody>
          <a:bodyPr wrap="square" lIns="0" tIns="0" rIns="0" bIns="0" rtlCol="0"/>
          <a:lstStyle/>
          <a:p>
            <a:endParaRPr sz="637"/>
          </a:p>
        </p:txBody>
      </p:sp>
      <p:sp>
        <p:nvSpPr>
          <p:cNvPr id="10" name="Text Placeholder 19">
            <a:extLst>
              <a:ext uri="{FF2B5EF4-FFF2-40B4-BE49-F238E27FC236}">
                <a16:creationId xmlns:a16="http://schemas.microsoft.com/office/drawing/2014/main" id="{F3C79C6F-E9AB-C44B-A424-1D5DE55ED530}"/>
              </a:ext>
            </a:extLst>
          </p:cNvPr>
          <p:cNvSpPr>
            <a:spLocks noGrp="1"/>
          </p:cNvSpPr>
          <p:nvPr>
            <p:ph type="body" sz="quarter" idx="13" hasCustomPrompt="1"/>
          </p:nvPr>
        </p:nvSpPr>
        <p:spPr>
          <a:xfrm>
            <a:off x="2041949" y="1626940"/>
            <a:ext cx="5497915" cy="1889620"/>
          </a:xfrm>
        </p:spPr>
        <p:txBody>
          <a:bodyPr anchor="ctr" anchorCtr="0"/>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quote dolor sit </a:t>
            </a:r>
            <a:r>
              <a:rPr lang="en-US" err="1"/>
              <a:t>amet</a:t>
            </a:r>
            <a:r>
              <a:rPr lang="en-US"/>
              <a:t>,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consectetur</a:t>
            </a:r>
            <a:r>
              <a:rPr lang="en-US"/>
              <a:t> </a:t>
            </a:r>
            <a:r>
              <a:rPr lang="en-US" err="1"/>
              <a:t>adispiscing</a:t>
            </a:r>
            <a:r>
              <a:rPr lang="en-US"/>
              <a:t> </a:t>
            </a:r>
            <a:r>
              <a:rPr lang="en-US" err="1"/>
              <a:t>elit</a:t>
            </a:r>
            <a:r>
              <a:rPr lang="en-US"/>
              <a:t>.” </a:t>
            </a:r>
          </a:p>
        </p:txBody>
      </p:sp>
      <p:sp>
        <p:nvSpPr>
          <p:cNvPr id="7" name="Text Placeholder 19">
            <a:extLst>
              <a:ext uri="{FF2B5EF4-FFF2-40B4-BE49-F238E27FC236}">
                <a16:creationId xmlns:a16="http://schemas.microsoft.com/office/drawing/2014/main" id="{B4D530C1-31E4-4040-826D-FF1CE981D703}"/>
              </a:ext>
            </a:extLst>
          </p:cNvPr>
          <p:cNvSpPr>
            <a:spLocks noGrp="1"/>
          </p:cNvSpPr>
          <p:nvPr>
            <p:ph type="body" sz="quarter" idx="14" hasCustomPrompt="1"/>
          </p:nvPr>
        </p:nvSpPr>
        <p:spPr>
          <a:xfrm>
            <a:off x="5825835" y="3541989"/>
            <a:ext cx="1714028" cy="223907"/>
          </a:xfrm>
        </p:spPr>
        <p:txBody>
          <a:bodyPr anchor="ctr" anchorCtr="0"/>
          <a:lstStyle>
            <a:lvl1pPr>
              <a:lnSpc>
                <a:spcPct val="100000"/>
              </a:lnSpc>
              <a:defRPr sz="1455" i="1">
                <a:solidFill>
                  <a:schemeClr val="bg2"/>
                </a:solidFill>
                <a:latin typeface="Arial" panose="020B0604020202020204" pitchFamily="34" charset="0"/>
                <a:cs typeface="Arial"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 Click to add author</a:t>
            </a:r>
          </a:p>
        </p:txBody>
      </p:sp>
      <p:sp>
        <p:nvSpPr>
          <p:cNvPr id="8" name="Footer Placeholder 3">
            <a:extLst>
              <a:ext uri="{FF2B5EF4-FFF2-40B4-BE49-F238E27FC236}">
                <a16:creationId xmlns:a16="http://schemas.microsoft.com/office/drawing/2014/main" id="{0CDED61D-5E5F-42FC-ACDF-C56220A8464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063700"/>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Left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1" y="2"/>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0"/>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6"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41" name="object 18">
            <a:extLst>
              <a:ext uri="{FF2B5EF4-FFF2-40B4-BE49-F238E27FC236}">
                <a16:creationId xmlns:a16="http://schemas.microsoft.com/office/drawing/2014/main" id="{490DF8DD-9867-484B-A704-0C0864F3AC55}"/>
              </a:ext>
            </a:extLst>
          </p:cNvPr>
          <p:cNvSpPr/>
          <p:nvPr/>
        </p:nvSpPr>
        <p:spPr>
          <a:xfrm>
            <a:off x="3127343" y="391691"/>
            <a:ext cx="0" cy="4359990"/>
          </a:xfrm>
          <a:custGeom>
            <a:avLst/>
            <a:gdLst/>
            <a:ahLst/>
            <a:cxnLst/>
            <a:rect l="l" t="t" r="r" b="b"/>
            <a:pathLst>
              <a:path h="9586595">
                <a:moveTo>
                  <a:pt x="0" y="9586074"/>
                </a:moveTo>
                <a:lnTo>
                  <a:pt x="0" y="0"/>
                </a:lnTo>
              </a:path>
            </a:pathLst>
          </a:custGeom>
          <a:ln w="20941">
            <a:solidFill>
              <a:srgbClr val="F1F1F1"/>
            </a:solidFill>
          </a:ln>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35950" y="337000"/>
            <a:ext cx="1936709" cy="1771031"/>
          </a:xfrm>
        </p:spPr>
        <p:txBody>
          <a:bodyPr anchor="b" anchorCtr="0"/>
          <a:lstStyle>
            <a:lvl1pPr>
              <a:lnSpc>
                <a:spcPct val="84000"/>
              </a:lnSpc>
              <a:spcBef>
                <a:spcPts val="0"/>
              </a:spcBef>
              <a:defRPr sz="2729" b="1" i="0" baseline="0">
                <a:solidFill>
                  <a:schemeClr val="bg2"/>
                </a:solidFill>
                <a:latin typeface="Arial Black" panose="020B0604020202020204" pitchFamily="34" charset="0"/>
              </a:defRPr>
            </a:lvl1pPr>
          </a:lstStyle>
          <a:p>
            <a:pPr lvl="0"/>
            <a:r>
              <a:rPr lang="en-US"/>
              <a:t>Click to edit Master text styles</a:t>
            </a:r>
          </a:p>
        </p:txBody>
      </p:sp>
      <p:sp>
        <p:nvSpPr>
          <p:cNvPr id="66" name="Text Placeholder 22">
            <a:extLst>
              <a:ext uri="{FF2B5EF4-FFF2-40B4-BE49-F238E27FC236}">
                <a16:creationId xmlns:a16="http://schemas.microsoft.com/office/drawing/2014/main" id="{51F0764E-4F69-D545-8A43-6A5F1D89D7D1}"/>
              </a:ext>
            </a:extLst>
          </p:cNvPr>
          <p:cNvSpPr>
            <a:spLocks noGrp="1"/>
          </p:cNvSpPr>
          <p:nvPr>
            <p:ph type="body" sz="quarter" idx="20" hasCustomPrompt="1"/>
          </p:nvPr>
        </p:nvSpPr>
        <p:spPr>
          <a:xfrm>
            <a:off x="847508" y="2258481"/>
            <a:ext cx="1978779" cy="891270"/>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6"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6"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B2ACB36-2769-4CEB-9D56-6A101F1FDD86}"/>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367551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Top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1" y="2"/>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0"/>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6"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14774" y="368854"/>
            <a:ext cx="7900943" cy="475579"/>
          </a:xfrm>
        </p:spPr>
        <p:txBody>
          <a:bodyPr anchor="b" anchorCtr="0"/>
          <a:lstStyle>
            <a:lvl1pPr>
              <a:lnSpc>
                <a:spcPct val="84000"/>
              </a:lnSpc>
              <a:spcBef>
                <a:spcPts val="0"/>
              </a:spcBef>
              <a:defRPr sz="3638" b="1" i="0" baseline="0">
                <a:solidFill>
                  <a:schemeClr val="bg2"/>
                </a:solidFill>
                <a:latin typeface="Arial Black" panose="020B0604020202020204" pitchFamily="34" charset="0"/>
              </a:defRPr>
            </a:lvl1pPr>
          </a:lstStyle>
          <a:p>
            <a:pPr lvl="0"/>
            <a:r>
              <a:rPr lang="en-US"/>
              <a:t>Click to edit Master text styles</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6" y="479910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6"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E198CF5A-65EC-46AE-8A00-CF878286FC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097507"/>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You">
    <p:spTree>
      <p:nvGrpSpPr>
        <p:cNvPr id="1" name=""/>
        <p:cNvGrpSpPr/>
        <p:nvPr/>
      </p:nvGrpSpPr>
      <p:grpSpPr>
        <a:xfrm>
          <a:off x="0" y="0"/>
          <a:ext cx="0" cy="0"/>
          <a:chOff x="0" y="0"/>
          <a:chExt cx="0" cy="0"/>
        </a:xfrm>
      </p:grpSpPr>
      <p:pic>
        <p:nvPicPr>
          <p:cNvPr id="46" name="object 3">
            <a:extLst>
              <a:ext uri="{FF2B5EF4-FFF2-40B4-BE49-F238E27FC236}">
                <a16:creationId xmlns:a16="http://schemas.microsoft.com/office/drawing/2014/main" id="{392A478E-35F2-4E19-881A-F739DA96B03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 y="2"/>
            <a:ext cx="6708711" cy="5143139"/>
          </a:xfrm>
          <a:prstGeom prst="rect">
            <a:avLst/>
          </a:prstGeom>
        </p:spPr>
      </p:pic>
      <p:sp>
        <p:nvSpPr>
          <p:cNvPr id="45" name="overlay">
            <a:extLst>
              <a:ext uri="{FF2B5EF4-FFF2-40B4-BE49-F238E27FC236}">
                <a16:creationId xmlns:a16="http://schemas.microsoft.com/office/drawing/2014/main" id="{E50D90A6-9B7C-44C5-9FA0-FE3F92386E57}"/>
              </a:ext>
            </a:extLst>
          </p:cNvPr>
          <p:cNvSpPr/>
          <p:nvPr/>
        </p:nvSpPr>
        <p:spPr>
          <a:xfrm>
            <a:off x="0" y="245"/>
            <a:ext cx="6708971" cy="5142922"/>
          </a:xfrm>
          <a:custGeom>
            <a:avLst/>
            <a:gdLst/>
            <a:ahLst/>
            <a:cxnLst/>
            <a:rect l="l" t="t" r="r" b="b"/>
            <a:pathLst>
              <a:path w="14750415" h="11308080">
                <a:moveTo>
                  <a:pt x="14749844" y="0"/>
                </a:moveTo>
                <a:lnTo>
                  <a:pt x="9265755" y="0"/>
                </a:lnTo>
                <a:lnTo>
                  <a:pt x="9265755" y="2420620"/>
                </a:lnTo>
                <a:lnTo>
                  <a:pt x="9265755" y="8887460"/>
                </a:lnTo>
                <a:lnTo>
                  <a:pt x="2798330" y="8887460"/>
                </a:lnTo>
                <a:lnTo>
                  <a:pt x="2798330" y="2420620"/>
                </a:lnTo>
                <a:lnTo>
                  <a:pt x="9265755" y="2420620"/>
                </a:lnTo>
                <a:lnTo>
                  <a:pt x="9265755" y="0"/>
                </a:lnTo>
                <a:lnTo>
                  <a:pt x="0" y="0"/>
                </a:lnTo>
                <a:lnTo>
                  <a:pt x="0" y="2420620"/>
                </a:lnTo>
                <a:lnTo>
                  <a:pt x="0" y="8887460"/>
                </a:lnTo>
                <a:lnTo>
                  <a:pt x="0" y="11308067"/>
                </a:lnTo>
                <a:lnTo>
                  <a:pt x="14749844" y="11308067"/>
                </a:lnTo>
                <a:lnTo>
                  <a:pt x="14749844" y="8887460"/>
                </a:lnTo>
                <a:lnTo>
                  <a:pt x="14749844" y="2420620"/>
                </a:lnTo>
                <a:lnTo>
                  <a:pt x="14749844" y="2420035"/>
                </a:lnTo>
                <a:lnTo>
                  <a:pt x="14749844" y="0"/>
                </a:lnTo>
                <a:close/>
              </a:path>
            </a:pathLst>
          </a:custGeom>
          <a:solidFill>
            <a:srgbClr val="1C1B1A">
              <a:alpha val="34999"/>
            </a:srgbClr>
          </a:solidFill>
        </p:spPr>
        <p:txBody>
          <a:bodyPr wrap="square" lIns="0" tIns="0" rIns="0" bIns="0" rtlCol="0"/>
          <a:lstStyle/>
          <a:p>
            <a:endParaRPr sz="637"/>
          </a:p>
        </p:txBody>
      </p:sp>
      <p:pic>
        <p:nvPicPr>
          <p:cNvPr id="4" name="Picture 3" descr="A picture containing text, outdoor, stone&#10;&#10;Description automatically generated">
            <a:extLst>
              <a:ext uri="{FF2B5EF4-FFF2-40B4-BE49-F238E27FC236}">
                <a16:creationId xmlns:a16="http://schemas.microsoft.com/office/drawing/2014/main" id="{211DAC29-5C3C-4617-8BFE-DBC7E5D57B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60"/>
          <a:stretch/>
        </p:blipFill>
        <p:spPr>
          <a:xfrm>
            <a:off x="4919740" y="1085492"/>
            <a:ext cx="1788971" cy="2938449"/>
          </a:xfrm>
          <a:prstGeom prst="rect">
            <a:avLst/>
          </a:prstGeom>
        </p:spPr>
      </p:pic>
      <p:grpSp>
        <p:nvGrpSpPr>
          <p:cNvPr id="26" name="Group 25">
            <a:extLst>
              <a:ext uri="{FF2B5EF4-FFF2-40B4-BE49-F238E27FC236}">
                <a16:creationId xmlns:a16="http://schemas.microsoft.com/office/drawing/2014/main" id="{AB861A49-D04B-4DF1-9828-5BD2FE6592F1}"/>
              </a:ext>
            </a:extLst>
          </p:cNvPr>
          <p:cNvGrpSpPr/>
          <p:nvPr/>
        </p:nvGrpSpPr>
        <p:grpSpPr>
          <a:xfrm>
            <a:off x="7189923" y="1863977"/>
            <a:ext cx="1140208" cy="285910"/>
            <a:chOff x="15267933" y="4098447"/>
            <a:chExt cx="2506875" cy="628650"/>
          </a:xfrm>
        </p:grpSpPr>
        <p:grpSp>
          <p:nvGrpSpPr>
            <p:cNvPr id="30" name="object 27">
              <a:extLst>
                <a:ext uri="{FF2B5EF4-FFF2-40B4-BE49-F238E27FC236}">
                  <a16:creationId xmlns:a16="http://schemas.microsoft.com/office/drawing/2014/main" id="{7D9D9D90-C7F5-9540-9831-8B8868716C82}"/>
                </a:ext>
              </a:extLst>
            </p:cNvPr>
            <p:cNvGrpSpPr/>
            <p:nvPr userDrawn="1"/>
          </p:nvGrpSpPr>
          <p:grpSpPr>
            <a:xfrm>
              <a:off x="15267933" y="4098447"/>
              <a:ext cx="628650" cy="628650"/>
              <a:chOff x="15267933" y="6145605"/>
              <a:chExt cx="628650" cy="628650"/>
            </a:xfrm>
          </p:grpSpPr>
          <p:sp>
            <p:nvSpPr>
              <p:cNvPr id="31" name="object 28">
                <a:extLst>
                  <a:ext uri="{FF2B5EF4-FFF2-40B4-BE49-F238E27FC236}">
                    <a16:creationId xmlns:a16="http://schemas.microsoft.com/office/drawing/2014/main" id="{852AB99D-BC9C-EE4E-8D5D-06C38E0ADE47}"/>
                  </a:ext>
                </a:extLst>
              </p:cNvPr>
              <p:cNvSpPr/>
              <p:nvPr/>
            </p:nvSpPr>
            <p:spPr>
              <a:xfrm>
                <a:off x="15267933"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2" name="object 29">
                <a:extLst>
                  <a:ext uri="{FF2B5EF4-FFF2-40B4-BE49-F238E27FC236}">
                    <a16:creationId xmlns:a16="http://schemas.microsoft.com/office/drawing/2014/main" id="{7D66DFA3-7C56-A649-93A9-B92319F157C4}"/>
                  </a:ext>
                </a:extLst>
              </p:cNvPr>
              <p:cNvSpPr/>
              <p:nvPr/>
            </p:nvSpPr>
            <p:spPr>
              <a:xfrm>
                <a:off x="15414699" y="6323715"/>
                <a:ext cx="348615" cy="283845"/>
              </a:xfrm>
              <a:custGeom>
                <a:avLst/>
                <a:gdLst/>
                <a:ahLst/>
                <a:cxnLst/>
                <a:rect l="l" t="t" r="r" b="b"/>
                <a:pathLst>
                  <a:path w="348615" h="283845">
                    <a:moveTo>
                      <a:pt x="241343" y="0"/>
                    </a:moveTo>
                    <a:lnTo>
                      <a:pt x="209520" y="7429"/>
                    </a:lnTo>
                    <a:lnTo>
                      <a:pt x="185292" y="27130"/>
                    </a:lnTo>
                    <a:lnTo>
                      <a:pt x="171675" y="55217"/>
                    </a:lnTo>
                    <a:lnTo>
                      <a:pt x="171680" y="87808"/>
                    </a:lnTo>
                    <a:lnTo>
                      <a:pt x="128529" y="80964"/>
                    </a:lnTo>
                    <a:lnTo>
                      <a:pt x="88909" y="65562"/>
                    </a:lnTo>
                    <a:lnTo>
                      <a:pt x="53822" y="42602"/>
                    </a:lnTo>
                    <a:lnTo>
                      <a:pt x="24271" y="13088"/>
                    </a:lnTo>
                    <a:lnTo>
                      <a:pt x="15343" y="38577"/>
                    </a:lnTo>
                    <a:lnTo>
                      <a:pt x="16365" y="64907"/>
                    </a:lnTo>
                    <a:lnTo>
                      <a:pt x="26874" y="89201"/>
                    </a:lnTo>
                    <a:lnTo>
                      <a:pt x="46406" y="108583"/>
                    </a:lnTo>
                    <a:lnTo>
                      <a:pt x="37750" y="107777"/>
                    </a:lnTo>
                    <a:lnTo>
                      <a:pt x="29417" y="105970"/>
                    </a:lnTo>
                    <a:lnTo>
                      <a:pt x="21478" y="103229"/>
                    </a:lnTo>
                    <a:lnTo>
                      <a:pt x="13999" y="99620"/>
                    </a:lnTo>
                    <a:lnTo>
                      <a:pt x="17798" y="123728"/>
                    </a:lnTo>
                    <a:lnTo>
                      <a:pt x="29489" y="144974"/>
                    </a:lnTo>
                    <a:lnTo>
                      <a:pt x="47776" y="161304"/>
                    </a:lnTo>
                    <a:lnTo>
                      <a:pt x="71359" y="170664"/>
                    </a:lnTo>
                    <a:lnTo>
                      <a:pt x="63644" y="172309"/>
                    </a:lnTo>
                    <a:lnTo>
                      <a:pt x="55642" y="173102"/>
                    </a:lnTo>
                    <a:lnTo>
                      <a:pt x="47428" y="172979"/>
                    </a:lnTo>
                    <a:lnTo>
                      <a:pt x="39077" y="171879"/>
                    </a:lnTo>
                    <a:lnTo>
                      <a:pt x="48946" y="191551"/>
                    </a:lnTo>
                    <a:lnTo>
                      <a:pt x="64145" y="207157"/>
                    </a:lnTo>
                    <a:lnTo>
                      <a:pt x="83509" y="217542"/>
                    </a:lnTo>
                    <a:lnTo>
                      <a:pt x="105871" y="221553"/>
                    </a:lnTo>
                    <a:lnTo>
                      <a:pt x="81981" y="236754"/>
                    </a:lnTo>
                    <a:lnTo>
                      <a:pt x="55888" y="246878"/>
                    </a:lnTo>
                    <a:lnTo>
                      <a:pt x="28319" y="251743"/>
                    </a:lnTo>
                    <a:lnTo>
                      <a:pt x="0" y="251165"/>
                    </a:lnTo>
                    <a:lnTo>
                      <a:pt x="24798" y="264747"/>
                    </a:lnTo>
                    <a:lnTo>
                      <a:pt x="51532" y="274842"/>
                    </a:lnTo>
                    <a:lnTo>
                      <a:pt x="79907" y="281132"/>
                    </a:lnTo>
                    <a:lnTo>
                      <a:pt x="109630" y="283300"/>
                    </a:lnTo>
                    <a:lnTo>
                      <a:pt x="162936" y="276794"/>
                    </a:lnTo>
                    <a:lnTo>
                      <a:pt x="208787" y="258719"/>
                    </a:lnTo>
                    <a:lnTo>
                      <a:pt x="246804" y="231239"/>
                    </a:lnTo>
                    <a:lnTo>
                      <a:pt x="276606" y="196519"/>
                    </a:lnTo>
                    <a:lnTo>
                      <a:pt x="297811" y="156721"/>
                    </a:lnTo>
                    <a:lnTo>
                      <a:pt x="310040" y="114011"/>
                    </a:lnTo>
                    <a:lnTo>
                      <a:pt x="312911" y="70552"/>
                    </a:lnTo>
                    <a:lnTo>
                      <a:pt x="323031" y="62536"/>
                    </a:lnTo>
                    <a:lnTo>
                      <a:pt x="332395" y="53646"/>
                    </a:lnTo>
                    <a:lnTo>
                      <a:pt x="340938" y="43952"/>
                    </a:lnTo>
                    <a:lnTo>
                      <a:pt x="348596" y="33527"/>
                    </a:lnTo>
                    <a:lnTo>
                      <a:pt x="338796" y="37443"/>
                    </a:lnTo>
                    <a:lnTo>
                      <a:pt x="328666" y="40644"/>
                    </a:lnTo>
                    <a:lnTo>
                      <a:pt x="318232" y="43100"/>
                    </a:lnTo>
                    <a:lnTo>
                      <a:pt x="307519" y="44783"/>
                    </a:lnTo>
                    <a:lnTo>
                      <a:pt x="317910" y="37223"/>
                    </a:lnTo>
                    <a:lnTo>
                      <a:pt x="326775" y="27953"/>
                    </a:lnTo>
                    <a:lnTo>
                      <a:pt x="333873" y="17209"/>
                    </a:lnTo>
                    <a:lnTo>
                      <a:pt x="338963" y="5224"/>
                    </a:lnTo>
                    <a:lnTo>
                      <a:pt x="328326" y="10939"/>
                    </a:lnTo>
                    <a:lnTo>
                      <a:pt x="317180" y="15770"/>
                    </a:lnTo>
                    <a:lnTo>
                      <a:pt x="305572" y="19668"/>
                    </a:lnTo>
                    <a:lnTo>
                      <a:pt x="293551" y="22585"/>
                    </a:lnTo>
                    <a:lnTo>
                      <a:pt x="282783" y="13190"/>
                    </a:lnTo>
                    <a:lnTo>
                      <a:pt x="270270" y="6078"/>
                    </a:lnTo>
                    <a:lnTo>
                      <a:pt x="256346" y="1573"/>
                    </a:lnTo>
                    <a:lnTo>
                      <a:pt x="241343" y="0"/>
                    </a:lnTo>
                    <a:close/>
                  </a:path>
                </a:pathLst>
              </a:custGeom>
              <a:solidFill>
                <a:srgbClr val="FFFFFF"/>
              </a:solidFill>
            </p:spPr>
            <p:txBody>
              <a:bodyPr wrap="square" lIns="0" tIns="0" rIns="0" bIns="0" rtlCol="0"/>
              <a:lstStyle/>
              <a:p>
                <a:endParaRPr sz="637"/>
              </a:p>
            </p:txBody>
          </p:sp>
        </p:grpSp>
        <p:grpSp>
          <p:nvGrpSpPr>
            <p:cNvPr id="33" name="object 30">
              <a:extLst>
                <a:ext uri="{FF2B5EF4-FFF2-40B4-BE49-F238E27FC236}">
                  <a16:creationId xmlns:a16="http://schemas.microsoft.com/office/drawing/2014/main" id="{640E5E7A-3196-904F-BF04-1C546B2DB9E2}"/>
                </a:ext>
              </a:extLst>
            </p:cNvPr>
            <p:cNvGrpSpPr/>
            <p:nvPr userDrawn="1"/>
          </p:nvGrpSpPr>
          <p:grpSpPr>
            <a:xfrm>
              <a:off x="16210312" y="4098447"/>
              <a:ext cx="628650" cy="628650"/>
              <a:chOff x="16210312" y="6145605"/>
              <a:chExt cx="628650" cy="628650"/>
            </a:xfrm>
          </p:grpSpPr>
          <p:sp>
            <p:nvSpPr>
              <p:cNvPr id="34" name="object 31">
                <a:extLst>
                  <a:ext uri="{FF2B5EF4-FFF2-40B4-BE49-F238E27FC236}">
                    <a16:creationId xmlns:a16="http://schemas.microsoft.com/office/drawing/2014/main" id="{EDFB2FCC-166B-6748-86AB-0E8DCDD5D873}"/>
                  </a:ext>
                </a:extLst>
              </p:cNvPr>
              <p:cNvSpPr/>
              <p:nvPr/>
            </p:nvSpPr>
            <p:spPr>
              <a:xfrm>
                <a:off x="16210312" y="6145605"/>
                <a:ext cx="628650" cy="628650"/>
              </a:xfrm>
              <a:custGeom>
                <a:avLst/>
                <a:gdLst/>
                <a:ahLst/>
                <a:cxnLst/>
                <a:rect l="l" t="t" r="r" b="b"/>
                <a:pathLst>
                  <a:path w="628650" h="628650">
                    <a:moveTo>
                      <a:pt x="314126" y="0"/>
                    </a:moveTo>
                    <a:lnTo>
                      <a:pt x="267708" y="3405"/>
                    </a:lnTo>
                    <a:lnTo>
                      <a:pt x="223404" y="13299"/>
                    </a:lnTo>
                    <a:lnTo>
                      <a:pt x="181701" y="29194"/>
                    </a:lnTo>
                    <a:lnTo>
                      <a:pt x="143083" y="50606"/>
                    </a:lnTo>
                    <a:lnTo>
                      <a:pt x="108038" y="77048"/>
                    </a:lnTo>
                    <a:lnTo>
                      <a:pt x="77051" y="108034"/>
                    </a:lnTo>
                    <a:lnTo>
                      <a:pt x="50609" y="143079"/>
                    </a:lnTo>
                    <a:lnTo>
                      <a:pt x="29196" y="181696"/>
                    </a:lnTo>
                    <a:lnTo>
                      <a:pt x="13300" y="223400"/>
                    </a:lnTo>
                    <a:lnTo>
                      <a:pt x="3406" y="267706"/>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6"/>
                    </a:lnTo>
                    <a:lnTo>
                      <a:pt x="614952" y="223400"/>
                    </a:lnTo>
                    <a:lnTo>
                      <a:pt x="599056" y="181696"/>
                    </a:lnTo>
                    <a:lnTo>
                      <a:pt x="577643" y="143079"/>
                    </a:lnTo>
                    <a:lnTo>
                      <a:pt x="551201" y="108034"/>
                    </a:lnTo>
                    <a:lnTo>
                      <a:pt x="520214" y="77048"/>
                    </a:lnTo>
                    <a:lnTo>
                      <a:pt x="485169" y="50606"/>
                    </a:lnTo>
                    <a:lnTo>
                      <a:pt x="446551" y="29194"/>
                    </a:lnTo>
                    <a:lnTo>
                      <a:pt x="404848" y="13299"/>
                    </a:lnTo>
                    <a:lnTo>
                      <a:pt x="360544" y="3405"/>
                    </a:lnTo>
                    <a:lnTo>
                      <a:pt x="314126" y="0"/>
                    </a:lnTo>
                    <a:close/>
                  </a:path>
                </a:pathLst>
              </a:custGeom>
              <a:solidFill>
                <a:srgbClr val="FF6012"/>
              </a:solidFill>
            </p:spPr>
            <p:txBody>
              <a:bodyPr wrap="square" lIns="0" tIns="0" rIns="0" bIns="0" rtlCol="0"/>
              <a:lstStyle/>
              <a:p>
                <a:endParaRPr sz="637"/>
              </a:p>
            </p:txBody>
          </p:sp>
          <p:sp>
            <p:nvSpPr>
              <p:cNvPr id="35" name="object 32">
                <a:extLst>
                  <a:ext uri="{FF2B5EF4-FFF2-40B4-BE49-F238E27FC236}">
                    <a16:creationId xmlns:a16="http://schemas.microsoft.com/office/drawing/2014/main" id="{7FDAD6BE-D844-FC4E-A12D-39158B0503F0}"/>
                  </a:ext>
                </a:extLst>
              </p:cNvPr>
              <p:cNvSpPr/>
              <p:nvPr/>
            </p:nvSpPr>
            <p:spPr>
              <a:xfrm>
                <a:off x="16427462" y="6266364"/>
                <a:ext cx="179070" cy="387350"/>
              </a:xfrm>
              <a:custGeom>
                <a:avLst/>
                <a:gdLst/>
                <a:ahLst/>
                <a:cxnLst/>
                <a:rect l="l" t="t" r="r" b="b"/>
                <a:pathLst>
                  <a:path w="179069" h="387350">
                    <a:moveTo>
                      <a:pt x="178507" y="0"/>
                    </a:moveTo>
                    <a:lnTo>
                      <a:pt x="124582" y="0"/>
                    </a:lnTo>
                    <a:lnTo>
                      <a:pt x="87000" y="4751"/>
                    </a:lnTo>
                    <a:lnTo>
                      <a:pt x="60817" y="18869"/>
                    </a:lnTo>
                    <a:lnTo>
                      <a:pt x="45499" y="42146"/>
                    </a:lnTo>
                    <a:lnTo>
                      <a:pt x="40511" y="74374"/>
                    </a:lnTo>
                    <a:lnTo>
                      <a:pt x="40511" y="126435"/>
                    </a:lnTo>
                    <a:lnTo>
                      <a:pt x="0" y="126435"/>
                    </a:lnTo>
                    <a:lnTo>
                      <a:pt x="0" y="192538"/>
                    </a:lnTo>
                    <a:lnTo>
                      <a:pt x="40511" y="192538"/>
                    </a:lnTo>
                    <a:lnTo>
                      <a:pt x="40511" y="386731"/>
                    </a:lnTo>
                    <a:lnTo>
                      <a:pt x="118383" y="386731"/>
                    </a:lnTo>
                    <a:lnTo>
                      <a:pt x="118383" y="191732"/>
                    </a:lnTo>
                    <a:lnTo>
                      <a:pt x="172706" y="191732"/>
                    </a:lnTo>
                    <a:lnTo>
                      <a:pt x="178507" y="126435"/>
                    </a:lnTo>
                    <a:lnTo>
                      <a:pt x="118383" y="126435"/>
                    </a:lnTo>
                    <a:lnTo>
                      <a:pt x="118383" y="89243"/>
                    </a:lnTo>
                    <a:lnTo>
                      <a:pt x="119098" y="79394"/>
                    </a:lnTo>
                    <a:lnTo>
                      <a:pt x="121788" y="72733"/>
                    </a:lnTo>
                    <a:lnTo>
                      <a:pt x="127267" y="68958"/>
                    </a:lnTo>
                    <a:lnTo>
                      <a:pt x="136351" y="67767"/>
                    </a:lnTo>
                    <a:lnTo>
                      <a:pt x="178507" y="67767"/>
                    </a:lnTo>
                    <a:lnTo>
                      <a:pt x="178507" y="0"/>
                    </a:lnTo>
                    <a:close/>
                  </a:path>
                </a:pathLst>
              </a:custGeom>
              <a:solidFill>
                <a:srgbClr val="FFFFFF"/>
              </a:solidFill>
            </p:spPr>
            <p:txBody>
              <a:bodyPr wrap="square" lIns="0" tIns="0" rIns="0" bIns="0" rtlCol="0"/>
              <a:lstStyle/>
              <a:p>
                <a:endParaRPr sz="637"/>
              </a:p>
            </p:txBody>
          </p:sp>
        </p:grpSp>
        <p:grpSp>
          <p:nvGrpSpPr>
            <p:cNvPr id="36" name="object 33">
              <a:extLst>
                <a:ext uri="{FF2B5EF4-FFF2-40B4-BE49-F238E27FC236}">
                  <a16:creationId xmlns:a16="http://schemas.microsoft.com/office/drawing/2014/main" id="{EE75871A-2762-2C45-A636-452FB6B641F7}"/>
                </a:ext>
              </a:extLst>
            </p:cNvPr>
            <p:cNvGrpSpPr/>
            <p:nvPr userDrawn="1"/>
          </p:nvGrpSpPr>
          <p:grpSpPr>
            <a:xfrm>
              <a:off x="17146158" y="4098447"/>
              <a:ext cx="628650" cy="628650"/>
              <a:chOff x="17146158" y="6145605"/>
              <a:chExt cx="628650" cy="628650"/>
            </a:xfrm>
          </p:grpSpPr>
          <p:sp>
            <p:nvSpPr>
              <p:cNvPr id="37" name="object 34">
                <a:extLst>
                  <a:ext uri="{FF2B5EF4-FFF2-40B4-BE49-F238E27FC236}">
                    <a16:creationId xmlns:a16="http://schemas.microsoft.com/office/drawing/2014/main" id="{5A1EF17E-6A9F-214C-872E-1E3C176ADFD3}"/>
                  </a:ext>
                </a:extLst>
              </p:cNvPr>
              <p:cNvSpPr/>
              <p:nvPr/>
            </p:nvSpPr>
            <p:spPr>
              <a:xfrm>
                <a:off x="17146158"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8" name="object 35">
                <a:extLst>
                  <a:ext uri="{FF2B5EF4-FFF2-40B4-BE49-F238E27FC236}">
                    <a16:creationId xmlns:a16="http://schemas.microsoft.com/office/drawing/2014/main" id="{FFD024CC-7C64-314D-9D18-A7F7C70EC310}"/>
                  </a:ext>
                </a:extLst>
              </p:cNvPr>
              <p:cNvSpPr/>
              <p:nvPr/>
            </p:nvSpPr>
            <p:spPr>
              <a:xfrm>
                <a:off x="17283090" y="6282493"/>
                <a:ext cx="354965" cy="354965"/>
              </a:xfrm>
              <a:custGeom>
                <a:avLst/>
                <a:gdLst/>
                <a:ahLst/>
                <a:cxnLst/>
                <a:rect l="l" t="t" r="r" b="b"/>
                <a:pathLst>
                  <a:path w="354965" h="354965">
                    <a:moveTo>
                      <a:pt x="177194" y="0"/>
                    </a:moveTo>
                    <a:lnTo>
                      <a:pt x="129693" y="212"/>
                    </a:lnTo>
                    <a:lnTo>
                      <a:pt x="91025" y="2102"/>
                    </a:lnTo>
                    <a:lnTo>
                      <a:pt x="52657" y="13023"/>
                    </a:lnTo>
                    <a:lnTo>
                      <a:pt x="22968" y="37200"/>
                    </a:lnTo>
                    <a:lnTo>
                      <a:pt x="3818" y="79805"/>
                    </a:lnTo>
                    <a:lnTo>
                      <a:pt x="165" y="129743"/>
                    </a:lnTo>
                    <a:lnTo>
                      <a:pt x="0" y="148174"/>
                    </a:lnTo>
                    <a:lnTo>
                      <a:pt x="0" y="206307"/>
                    </a:lnTo>
                    <a:lnTo>
                      <a:pt x="1021" y="250316"/>
                    </a:lnTo>
                    <a:lnTo>
                      <a:pt x="9262" y="293341"/>
                    </a:lnTo>
                    <a:lnTo>
                      <a:pt x="37124" y="331448"/>
                    </a:lnTo>
                    <a:lnTo>
                      <a:pt x="79762" y="350617"/>
                    </a:lnTo>
                    <a:lnTo>
                      <a:pt x="129693" y="354273"/>
                    </a:lnTo>
                    <a:lnTo>
                      <a:pt x="177194" y="354481"/>
                    </a:lnTo>
                    <a:lnTo>
                      <a:pt x="224699" y="354273"/>
                    </a:lnTo>
                    <a:lnTo>
                      <a:pt x="263367" y="352380"/>
                    </a:lnTo>
                    <a:lnTo>
                      <a:pt x="301733" y="341460"/>
                    </a:lnTo>
                    <a:lnTo>
                      <a:pt x="326666" y="322545"/>
                    </a:lnTo>
                    <a:lnTo>
                      <a:pt x="177194" y="322545"/>
                    </a:lnTo>
                    <a:lnTo>
                      <a:pt x="130640" y="322350"/>
                    </a:lnTo>
                    <a:lnTo>
                      <a:pt x="84981" y="319079"/>
                    </a:lnTo>
                    <a:lnTo>
                      <a:pt x="46088" y="295949"/>
                    </a:lnTo>
                    <a:lnTo>
                      <a:pt x="32926" y="248861"/>
                    </a:lnTo>
                    <a:lnTo>
                      <a:pt x="31937" y="206307"/>
                    </a:lnTo>
                    <a:lnTo>
                      <a:pt x="31937" y="148174"/>
                    </a:lnTo>
                    <a:lnTo>
                      <a:pt x="32090" y="130691"/>
                    </a:lnTo>
                    <a:lnTo>
                      <a:pt x="35362" y="85024"/>
                    </a:lnTo>
                    <a:lnTo>
                      <a:pt x="58486" y="46124"/>
                    </a:lnTo>
                    <a:lnTo>
                      <a:pt x="105573" y="32962"/>
                    </a:lnTo>
                    <a:lnTo>
                      <a:pt x="326666" y="31936"/>
                    </a:lnTo>
                    <a:lnTo>
                      <a:pt x="324687" y="29747"/>
                    </a:lnTo>
                    <a:lnTo>
                      <a:pt x="284468" y="6295"/>
                    </a:lnTo>
                    <a:lnTo>
                      <a:pt x="237649" y="538"/>
                    </a:lnTo>
                    <a:lnTo>
                      <a:pt x="224699" y="212"/>
                    </a:lnTo>
                    <a:lnTo>
                      <a:pt x="177194" y="0"/>
                    </a:lnTo>
                    <a:close/>
                  </a:path>
                  <a:path w="354965" h="354965">
                    <a:moveTo>
                      <a:pt x="326666" y="31936"/>
                    </a:moveTo>
                    <a:lnTo>
                      <a:pt x="177194" y="31936"/>
                    </a:lnTo>
                    <a:lnTo>
                      <a:pt x="223748" y="32127"/>
                    </a:lnTo>
                    <a:lnTo>
                      <a:pt x="236399" y="32439"/>
                    </a:lnTo>
                    <a:lnTo>
                      <a:pt x="276380" y="37200"/>
                    </a:lnTo>
                    <a:lnTo>
                      <a:pt x="308310" y="58532"/>
                    </a:lnTo>
                    <a:lnTo>
                      <a:pt x="321462" y="105619"/>
                    </a:lnTo>
                    <a:lnTo>
                      <a:pt x="322453" y="148174"/>
                    </a:lnTo>
                    <a:lnTo>
                      <a:pt x="322453" y="206307"/>
                    </a:lnTo>
                    <a:lnTo>
                      <a:pt x="321462" y="248861"/>
                    </a:lnTo>
                    <a:lnTo>
                      <a:pt x="312153" y="290043"/>
                    </a:lnTo>
                    <a:lnTo>
                      <a:pt x="281725" y="315414"/>
                    </a:lnTo>
                    <a:lnTo>
                      <a:pt x="236401" y="322037"/>
                    </a:lnTo>
                    <a:lnTo>
                      <a:pt x="177194" y="322545"/>
                    </a:lnTo>
                    <a:lnTo>
                      <a:pt x="326666" y="322545"/>
                    </a:lnTo>
                    <a:lnTo>
                      <a:pt x="348148" y="284515"/>
                    </a:lnTo>
                    <a:lnTo>
                      <a:pt x="353896" y="237694"/>
                    </a:lnTo>
                    <a:lnTo>
                      <a:pt x="354389" y="206307"/>
                    </a:lnTo>
                    <a:lnTo>
                      <a:pt x="354389" y="148174"/>
                    </a:lnTo>
                    <a:lnTo>
                      <a:pt x="353367" y="104164"/>
                    </a:lnTo>
                    <a:lnTo>
                      <a:pt x="345137" y="61139"/>
                    </a:lnTo>
                    <a:lnTo>
                      <a:pt x="331401" y="37172"/>
                    </a:lnTo>
                    <a:lnTo>
                      <a:pt x="326666" y="31936"/>
                    </a:lnTo>
                    <a:close/>
                  </a:path>
                </a:pathLst>
              </a:custGeom>
              <a:solidFill>
                <a:srgbClr val="FFFFFF"/>
              </a:solidFill>
            </p:spPr>
            <p:txBody>
              <a:bodyPr wrap="square" lIns="0" tIns="0" rIns="0" bIns="0" rtlCol="0"/>
              <a:lstStyle/>
              <a:p>
                <a:endParaRPr sz="637"/>
              </a:p>
            </p:txBody>
          </p:sp>
          <p:pic>
            <p:nvPicPr>
              <p:cNvPr id="39" name="object 36">
                <a:extLst>
                  <a:ext uri="{FF2B5EF4-FFF2-40B4-BE49-F238E27FC236}">
                    <a16:creationId xmlns:a16="http://schemas.microsoft.com/office/drawing/2014/main" id="{CD5E6E16-C166-6448-9F90-7887551816D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369271" y="6343848"/>
                <a:ext cx="206898" cy="206901"/>
              </a:xfrm>
              <a:prstGeom prst="rect">
                <a:avLst/>
              </a:prstGeom>
            </p:spPr>
          </p:pic>
        </p:grpSp>
      </p:grpSp>
      <p:sp>
        <p:nvSpPr>
          <p:cNvPr id="40" name="TextBox 39">
            <a:extLst>
              <a:ext uri="{FF2B5EF4-FFF2-40B4-BE49-F238E27FC236}">
                <a16:creationId xmlns:a16="http://schemas.microsoft.com/office/drawing/2014/main" id="{28204A2C-DDE7-0D47-A45D-744EB2CD5E9F}"/>
              </a:ext>
            </a:extLst>
          </p:cNvPr>
          <p:cNvSpPr txBox="1"/>
          <p:nvPr/>
        </p:nvSpPr>
        <p:spPr>
          <a:xfrm>
            <a:off x="6905359" y="2357657"/>
            <a:ext cx="1960339" cy="4424929"/>
          </a:xfrm>
          <a:prstGeom prst="rect">
            <a:avLst/>
          </a:prstGeom>
          <a:solidFill>
            <a:schemeClr val="bg1"/>
          </a:solidFill>
        </p:spPr>
        <p:txBody>
          <a:bodyPr wrap="square" rtlCol="0">
            <a:spAutoFit/>
          </a:bodyPr>
          <a:lstStyle/>
          <a:p>
            <a:pPr lvl="0"/>
            <a:r>
              <a:rPr lang="en-US" sz="728">
                <a:latin typeface="Arial" panose="020B0604020202020204" pitchFamily="34" charset="0"/>
                <a:cs typeface="Arial" panose="020B0604020202020204" pitchFamily="34" charset="0"/>
              </a:rPr>
              <a:t>The information contained herein is the property of GlobalFoundries and/or its licensors.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This document is for informational purposes only, is current only as of the date of publication and is subject to change by GlobalFoundries at any time without notice.</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GlobalFoundries, the GlobalFoundries logo and combinations thereof are trademarks of GlobalFoundries Inc. in the United States and/or other jurisdictions. Other product or service names are for identification only and may be trademarks or service marks of their respective owners.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 GlobalFoundries Inc. 2021. Unless otherwise indicated, all rights reserved. Do not copy or redistribute except as expressly permitted by GlobalFoundries.</a:t>
            </a:r>
          </a:p>
          <a:p>
            <a:pPr algn="l"/>
            <a:endParaRPr lang="en-US" sz="728" kern="0"/>
          </a:p>
        </p:txBody>
      </p:sp>
      <p:pic>
        <p:nvPicPr>
          <p:cNvPr id="23" name="Picture 22" descr="Logo&#10;&#10;Description automatically generated">
            <a:extLst>
              <a:ext uri="{FF2B5EF4-FFF2-40B4-BE49-F238E27FC236}">
                <a16:creationId xmlns:a16="http://schemas.microsoft.com/office/drawing/2014/main" id="{DAB81BFC-67DE-4B3C-BF6E-B7C8A114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679" y="4352064"/>
            <a:ext cx="2656120" cy="518231"/>
          </a:xfrm>
          <a:prstGeom prst="rect">
            <a:avLst/>
          </a:prstGeom>
        </p:spPr>
      </p:pic>
      <p:sp>
        <p:nvSpPr>
          <p:cNvPr id="24" name="TextBox 23">
            <a:extLst>
              <a:ext uri="{FF2B5EF4-FFF2-40B4-BE49-F238E27FC236}">
                <a16:creationId xmlns:a16="http://schemas.microsoft.com/office/drawing/2014/main" id="{89483692-E4D5-49DC-A344-CA714F5F2731}"/>
              </a:ext>
            </a:extLst>
          </p:cNvPr>
          <p:cNvSpPr txBox="1"/>
          <p:nvPr/>
        </p:nvSpPr>
        <p:spPr>
          <a:xfrm>
            <a:off x="6905359" y="1337203"/>
            <a:ext cx="1860015" cy="988219"/>
          </a:xfrm>
          <a:prstGeom prst="rect">
            <a:avLst/>
          </a:prstGeom>
        </p:spPr>
        <p:txBody>
          <a:bodyPr wrap="square" rtlCol="0">
            <a:spAutoFit/>
          </a:bodyPr>
          <a:lstStyle/>
          <a:p>
            <a:pPr algn="l"/>
            <a:r>
              <a:rPr lang="en-US" sz="2183" kern="0">
                <a:solidFill>
                  <a:schemeClr val="bg2"/>
                </a:solidFill>
                <a:latin typeface="Arial Black" panose="020B0A04020102020204" pitchFamily="34" charset="0"/>
              </a:rPr>
              <a:t>Thank You</a:t>
            </a:r>
          </a:p>
        </p:txBody>
      </p:sp>
    </p:spTree>
    <p:extLst>
      <p:ext uri="{BB962C8B-B14F-4D97-AF65-F5344CB8AC3E}">
        <p14:creationId xmlns:p14="http://schemas.microsoft.com/office/powerpoint/2010/main" val="177644934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4458772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spTree>
      <p:nvGrpSpPr>
        <p:cNvPr id="1" name="Shape 366"/>
        <p:cNvGrpSpPr/>
        <p:nvPr/>
      </p:nvGrpSpPr>
      <p:grpSpPr>
        <a:xfrm>
          <a:off x="0" y="0"/>
          <a:ext cx="0" cy="0"/>
          <a:chOff x="0" y="0"/>
          <a:chExt cx="0" cy="0"/>
        </a:xfrm>
      </p:grpSpPr>
      <p:pic>
        <p:nvPicPr>
          <p:cNvPr id="367" name="Google Shape;367;p49"/>
          <p:cNvPicPr preferRelativeResize="0"/>
          <p:nvPr/>
        </p:nvPicPr>
        <p:blipFill rotWithShape="1">
          <a:blip r:embed="rId2">
            <a:alphaModFix/>
          </a:blip>
          <a:srcRect/>
          <a:stretch/>
        </p:blipFill>
        <p:spPr>
          <a:xfrm>
            <a:off x="188809" y="-2156"/>
            <a:ext cx="8965200" cy="2571900"/>
          </a:xfrm>
          <a:prstGeom prst="rect">
            <a:avLst/>
          </a:prstGeom>
          <a:noFill/>
          <a:ln>
            <a:noFill/>
          </a:ln>
        </p:spPr>
      </p:pic>
      <p:sp>
        <p:nvSpPr>
          <p:cNvPr id="368" name="Google Shape;368;p49"/>
          <p:cNvSpPr/>
          <p:nvPr/>
        </p:nvSpPr>
        <p:spPr>
          <a:xfrm>
            <a:off x="0" y="0"/>
            <a:ext cx="6705600" cy="25719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69" name="Google Shape;369;p49"/>
          <p:cNvPicPr preferRelativeResize="0"/>
          <p:nvPr/>
        </p:nvPicPr>
        <p:blipFill rotWithShape="1">
          <a:blip r:embed="rId3">
            <a:alphaModFix/>
          </a:blip>
          <a:srcRect/>
          <a:stretch/>
        </p:blipFill>
        <p:spPr>
          <a:xfrm>
            <a:off x="-1" y="2613956"/>
            <a:ext cx="1892400" cy="1897200"/>
          </a:xfrm>
          <a:prstGeom prst="rect">
            <a:avLst/>
          </a:prstGeom>
          <a:noFill/>
          <a:ln>
            <a:noFill/>
          </a:ln>
        </p:spPr>
      </p:pic>
      <p:sp>
        <p:nvSpPr>
          <p:cNvPr id="370" name="Google Shape;370;p49"/>
          <p:cNvSpPr/>
          <p:nvPr/>
        </p:nvSpPr>
        <p:spPr>
          <a:xfrm>
            <a:off x="0" y="2571750"/>
            <a:ext cx="9144000" cy="1371600"/>
          </a:xfrm>
          <a:prstGeom prst="rect">
            <a:avLst/>
          </a:prstGeom>
          <a:gradFill>
            <a:gsLst>
              <a:gs pos="0">
                <a:srgbClr val="FFFFFF">
                  <a:alpha val="53725"/>
                </a:srgbClr>
              </a:gs>
              <a:gs pos="100000">
                <a:schemeClr val="l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1" name="Google Shape;371;p49"/>
          <p:cNvSpPr/>
          <p:nvPr/>
        </p:nvSpPr>
        <p:spPr>
          <a:xfrm>
            <a:off x="0" y="2571750"/>
            <a:ext cx="137100" cy="1371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2" name="Google Shape;372;p49"/>
          <p:cNvSpPr txBox="1">
            <a:spLocks noGrp="1"/>
          </p:cNvSpPr>
          <p:nvPr>
            <p:ph type="ctrTitle"/>
          </p:nvPr>
        </p:nvSpPr>
        <p:spPr>
          <a:xfrm>
            <a:off x="914400" y="2686050"/>
            <a:ext cx="7315200" cy="6858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373" name="Google Shape;373;p49"/>
          <p:cNvSpPr txBox="1">
            <a:spLocks noGrp="1"/>
          </p:cNvSpPr>
          <p:nvPr>
            <p:ph type="subTitle" idx="1"/>
          </p:nvPr>
        </p:nvSpPr>
        <p:spPr>
          <a:xfrm>
            <a:off x="916252" y="3429000"/>
            <a:ext cx="7313400" cy="399900"/>
          </a:xfrm>
          <a:prstGeom prst="rect">
            <a:avLst/>
          </a:prstGeom>
          <a:noFill/>
          <a:ln>
            <a:noFill/>
          </a:ln>
        </p:spPr>
        <p:txBody>
          <a:bodyPr spcFirstLastPara="1" wrap="square" lIns="91425" tIns="91425" rIns="91425" bIns="91425" anchor="t" anchorCtr="0">
            <a:noAutofit/>
          </a:bodyPr>
          <a:lstStyle>
            <a:lvl1pPr marL="0" marR="0" lvl="0" indent="0" algn="l" rtl="0">
              <a:lnSpc>
                <a:spcPct val="90000"/>
              </a:lnSpc>
              <a:spcBef>
                <a:spcPts val="1200"/>
              </a:spcBef>
              <a:spcAft>
                <a:spcPts val="0"/>
              </a:spcAft>
              <a:buClr>
                <a:srgbClr val="3F3F41"/>
              </a:buClr>
              <a:buSzPts val="2000"/>
              <a:buFont typeface="Arial"/>
              <a:buNone/>
              <a:defRPr/>
            </a:lvl1pPr>
            <a:lvl2pPr marL="457200" marR="0" lvl="1" indent="0" algn="ctr" rtl="0">
              <a:lnSpc>
                <a:spcPct val="90000"/>
              </a:lnSpc>
              <a:spcBef>
                <a:spcPts val="800"/>
              </a:spcBef>
              <a:spcAft>
                <a:spcPts val="0"/>
              </a:spcAft>
              <a:buClr>
                <a:srgbClr val="3F3F41"/>
              </a:buClr>
              <a:buSzPts val="1600"/>
              <a:buFont typeface="Arial"/>
              <a:buNone/>
              <a:defRPr/>
            </a:lvl2pPr>
            <a:lvl3pPr marL="914400" marR="0" lvl="2" indent="0" algn="ctr" rtl="0">
              <a:lnSpc>
                <a:spcPct val="90000"/>
              </a:lnSpc>
              <a:spcBef>
                <a:spcPts val="600"/>
              </a:spcBef>
              <a:spcAft>
                <a:spcPts val="0"/>
              </a:spcAft>
              <a:buClr>
                <a:srgbClr val="3F3F41"/>
              </a:buClr>
              <a:buSzPts val="1400"/>
              <a:buFont typeface="Arial"/>
              <a:buNone/>
              <a:defRPr/>
            </a:lvl3pPr>
            <a:lvl4pPr marL="1371600" marR="0" lvl="3" indent="0" algn="ctr" rtl="0">
              <a:lnSpc>
                <a:spcPct val="90000"/>
              </a:lnSpc>
              <a:spcBef>
                <a:spcPts val="600"/>
              </a:spcBef>
              <a:spcAft>
                <a:spcPts val="0"/>
              </a:spcAft>
              <a:buClr>
                <a:srgbClr val="3F3F41"/>
              </a:buClr>
              <a:buSzPts val="1400"/>
              <a:buFont typeface="Arial"/>
              <a:buNone/>
              <a:defRPr/>
            </a:lvl4pPr>
            <a:lvl5pPr marL="1828800" marR="0" lvl="4" indent="0" algn="ctr" rtl="0">
              <a:lnSpc>
                <a:spcPct val="90000"/>
              </a:lnSpc>
              <a:spcBef>
                <a:spcPts val="600"/>
              </a:spcBef>
              <a:spcAft>
                <a:spcPts val="0"/>
              </a:spcAft>
              <a:buClr>
                <a:srgbClr val="3F3F41"/>
              </a:buClr>
              <a:buSzPts val="1400"/>
              <a:buFont typeface="Arial"/>
              <a:buNone/>
              <a:defRPr/>
            </a:lvl5pPr>
            <a:lvl6pPr marL="2286000" marR="0" lvl="5" indent="0" algn="ctr" rtl="0">
              <a:lnSpc>
                <a:spcPct val="90000"/>
              </a:lnSpc>
              <a:spcBef>
                <a:spcPts val="600"/>
              </a:spcBef>
              <a:spcAft>
                <a:spcPts val="0"/>
              </a:spcAft>
              <a:buClr>
                <a:srgbClr val="3F3F41"/>
              </a:buClr>
              <a:buSzPts val="1400"/>
              <a:buFont typeface="Arial"/>
              <a:buNone/>
              <a:defRPr/>
            </a:lvl6pPr>
            <a:lvl7pPr marL="2743200" marR="0" lvl="6" indent="0" algn="ctr" rtl="0">
              <a:lnSpc>
                <a:spcPct val="90000"/>
              </a:lnSpc>
              <a:spcBef>
                <a:spcPts val="600"/>
              </a:spcBef>
              <a:spcAft>
                <a:spcPts val="0"/>
              </a:spcAft>
              <a:buClr>
                <a:srgbClr val="3F3F41"/>
              </a:buClr>
              <a:buSzPts val="1400"/>
              <a:buFont typeface="Arial"/>
              <a:buNone/>
              <a:defRPr/>
            </a:lvl7pPr>
            <a:lvl8pPr marL="3200400" marR="0" lvl="7" indent="0" algn="ctr" rtl="0">
              <a:lnSpc>
                <a:spcPct val="90000"/>
              </a:lnSpc>
              <a:spcBef>
                <a:spcPts val="600"/>
              </a:spcBef>
              <a:spcAft>
                <a:spcPts val="0"/>
              </a:spcAft>
              <a:buClr>
                <a:srgbClr val="3F3F41"/>
              </a:buClr>
              <a:buSzPts val="1400"/>
              <a:buFont typeface="Arial"/>
              <a:buNone/>
              <a:defRPr/>
            </a:lvl8pPr>
            <a:lvl9pPr marL="3657600" marR="0" lvl="8" indent="0" algn="ctr" rtl="0">
              <a:lnSpc>
                <a:spcPct val="90000"/>
              </a:lnSpc>
              <a:spcBef>
                <a:spcPts val="600"/>
              </a:spcBef>
              <a:spcAft>
                <a:spcPts val="0"/>
              </a:spcAft>
              <a:buClr>
                <a:srgbClr val="3F3F41"/>
              </a:buClr>
              <a:buSzPts val="1400"/>
              <a:buFont typeface="Arial"/>
              <a:buNone/>
              <a:defRPr/>
            </a:lvl9pPr>
          </a:lstStyle>
          <a:p>
            <a:endParaRPr/>
          </a:p>
        </p:txBody>
      </p:sp>
      <p:pic>
        <p:nvPicPr>
          <p:cNvPr id="374" name="Google Shape;374;p49"/>
          <p:cNvPicPr preferRelativeResize="0"/>
          <p:nvPr/>
        </p:nvPicPr>
        <p:blipFill rotWithShape="1">
          <a:blip r:embed="rId4">
            <a:alphaModFix/>
          </a:blip>
          <a:srcRect/>
          <a:stretch/>
        </p:blipFill>
        <p:spPr>
          <a:xfrm>
            <a:off x="5105400" y="4343400"/>
            <a:ext cx="3124200" cy="304200"/>
          </a:xfrm>
          <a:prstGeom prst="rect">
            <a:avLst/>
          </a:prstGeom>
          <a:noFill/>
          <a:ln>
            <a:noFill/>
          </a:ln>
        </p:spPr>
      </p:pic>
    </p:spTree>
    <p:extLst>
      <p:ext uri="{BB962C8B-B14F-4D97-AF65-F5344CB8AC3E}">
        <p14:creationId xmlns:p14="http://schemas.microsoft.com/office/powerpoint/2010/main" val="22887093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75"/>
        <p:cNvGrpSpPr/>
        <p:nvPr/>
      </p:nvGrpSpPr>
      <p:grpSpPr>
        <a:xfrm>
          <a:off x="0" y="0"/>
          <a:ext cx="0" cy="0"/>
          <a:chOff x="0" y="0"/>
          <a:chExt cx="0" cy="0"/>
        </a:xfrm>
      </p:grpSpPr>
      <p:sp>
        <p:nvSpPr>
          <p:cNvPr id="376" name="Google Shape;376;p50"/>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SzPts val="2400"/>
              <a:buFont typeface="Arial"/>
              <a:buNone/>
              <a:defRPr sz="2400">
                <a:solidFill>
                  <a:schemeClr val="accent1"/>
                </a:solidFill>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377" name="Google Shape;377;p50"/>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200" lvl="0" indent="-355600" algn="l" rtl="0">
              <a:lnSpc>
                <a:spcPct val="100000"/>
              </a:lnSpc>
              <a:spcBef>
                <a:spcPts val="0"/>
              </a:spcBef>
              <a:spcAft>
                <a:spcPts val="0"/>
              </a:spcAft>
              <a:buClr>
                <a:srgbClr val="3F3F41"/>
              </a:buClr>
              <a:buSzPts val="2000"/>
              <a:buFont typeface="Arial"/>
              <a:buChar char="●"/>
              <a:defRPr sz="2000"/>
            </a:lvl1pPr>
            <a:lvl2pPr marL="914400" lvl="1" indent="-330200" algn="l" rtl="0">
              <a:lnSpc>
                <a:spcPct val="90000"/>
              </a:lnSpc>
              <a:spcBef>
                <a:spcPts val="800"/>
              </a:spcBef>
              <a:spcAft>
                <a:spcPts val="0"/>
              </a:spcAft>
              <a:buClr>
                <a:srgbClr val="3F3F41"/>
              </a:buClr>
              <a:buSzPts val="1600"/>
              <a:buFont typeface="Arial"/>
              <a:buChar char="―"/>
              <a:defRPr sz="1600"/>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378" name="Google Shape;378;p50"/>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79" name="Google Shape;379;p50"/>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80" name="Google Shape;380;p50"/>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3626203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4-Area Layout">
  <p:cSld name="4-Area Layout">
    <p:spTree>
      <p:nvGrpSpPr>
        <p:cNvPr id="1" name="Shape 381"/>
        <p:cNvGrpSpPr/>
        <p:nvPr/>
      </p:nvGrpSpPr>
      <p:grpSpPr>
        <a:xfrm>
          <a:off x="0" y="0"/>
          <a:ext cx="0" cy="0"/>
          <a:chOff x="0" y="0"/>
          <a:chExt cx="0" cy="0"/>
        </a:xfrm>
      </p:grpSpPr>
      <p:sp>
        <p:nvSpPr>
          <p:cNvPr id="382" name="Google Shape;382;p51"/>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3" name="Google Shape;383;p51"/>
          <p:cNvSpPr txBox="1"/>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1"/>
          <p:cNvSpPr txBox="1"/>
          <p:nvPr/>
        </p:nvSpPr>
        <p:spPr>
          <a:xfrm>
            <a:off x="4589250" y="903800"/>
            <a:ext cx="4045500" cy="302400"/>
          </a:xfrm>
          <a:prstGeom prst="rect">
            <a:avLst/>
          </a:prstGeom>
          <a:solidFill>
            <a:srgbClr val="C9DAF8"/>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1"/>
          <p:cNvSpPr txBox="1"/>
          <p:nvPr/>
        </p:nvSpPr>
        <p:spPr>
          <a:xfrm>
            <a:off x="509250" y="2983774"/>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1"/>
          <p:cNvSpPr txBox="1"/>
          <p:nvPr/>
        </p:nvSpPr>
        <p:spPr>
          <a:xfrm>
            <a:off x="4589250" y="2983774"/>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1"/>
          <p:cNvSpPr txBox="1">
            <a:spLocks noGrp="1"/>
          </p:cNvSpPr>
          <p:nvPr>
            <p:ph type="body" idx="1"/>
          </p:nvPr>
        </p:nvSpPr>
        <p:spPr>
          <a:xfrm>
            <a:off x="50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88" name="Google Shape;388;p51"/>
          <p:cNvSpPr txBox="1">
            <a:spLocks noGrp="1"/>
          </p:cNvSpPr>
          <p:nvPr>
            <p:ph type="body" idx="2"/>
          </p:nvPr>
        </p:nvSpPr>
        <p:spPr>
          <a:xfrm>
            <a:off x="458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89" name="Google Shape;389;p51"/>
          <p:cNvSpPr txBox="1">
            <a:spLocks noGrp="1"/>
          </p:cNvSpPr>
          <p:nvPr>
            <p:ph type="body" idx="3"/>
          </p:nvPr>
        </p:nvSpPr>
        <p:spPr>
          <a:xfrm>
            <a:off x="50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
        <p:nvSpPr>
          <p:cNvPr id="390" name="Google Shape;390;p51"/>
          <p:cNvSpPr txBox="1">
            <a:spLocks noGrp="1"/>
          </p:cNvSpPr>
          <p:nvPr>
            <p:ph type="body" idx="4"/>
          </p:nvPr>
        </p:nvSpPr>
        <p:spPr>
          <a:xfrm>
            <a:off x="458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04800" algn="l" rtl="0">
              <a:lnSpc>
                <a:spcPct val="100000"/>
              </a:lnSpc>
              <a:spcBef>
                <a:spcPts val="0"/>
              </a:spcBef>
              <a:spcAft>
                <a:spcPts val="0"/>
              </a:spcAft>
              <a:buClr>
                <a:srgbClr val="3F3F41"/>
              </a:buClr>
              <a:buSzPts val="1200"/>
              <a:buFont typeface="Arial"/>
              <a:buChar char="●"/>
              <a:defRPr sz="1200"/>
            </a:lvl1pPr>
            <a:lvl2pPr marL="914400" lvl="1" indent="-292100" algn="l" rtl="0">
              <a:lnSpc>
                <a:spcPct val="90000"/>
              </a:lnSpc>
              <a:spcBef>
                <a:spcPts val="800"/>
              </a:spcBef>
              <a:spcAft>
                <a:spcPts val="0"/>
              </a:spcAft>
              <a:buClr>
                <a:srgbClr val="3F3F41"/>
              </a:buClr>
              <a:buSzPts val="1000"/>
              <a:buFont typeface="Arial"/>
              <a:buChar char="―"/>
              <a:defRPr sz="1000"/>
            </a:lvl2pPr>
            <a:lvl3pPr marL="1371600" lvl="2" indent="-279400" algn="l" rtl="0">
              <a:lnSpc>
                <a:spcPct val="90000"/>
              </a:lnSpc>
              <a:spcBef>
                <a:spcPts val="600"/>
              </a:spcBef>
              <a:spcAft>
                <a:spcPts val="0"/>
              </a:spcAft>
              <a:buClr>
                <a:srgbClr val="3F3F41"/>
              </a:buClr>
              <a:buSzPts val="800"/>
              <a:buFont typeface="Arial"/>
              <a:buChar char="■"/>
              <a:defRPr sz="800"/>
            </a:lvl3pPr>
            <a:lvl4pPr marL="1828800" lvl="3" indent="-266700" algn="l" rtl="0">
              <a:lnSpc>
                <a:spcPct val="90000"/>
              </a:lnSpc>
              <a:spcBef>
                <a:spcPts val="600"/>
              </a:spcBef>
              <a:spcAft>
                <a:spcPts val="0"/>
              </a:spcAft>
              <a:buClr>
                <a:srgbClr val="3F3F41"/>
              </a:buClr>
              <a:buSzPts val="600"/>
              <a:buFont typeface="Arial"/>
              <a:buChar char="○"/>
              <a:defRPr sz="600"/>
            </a:lvl4pPr>
            <a:lvl5pPr marL="2286000" lvl="4" indent="-266700" algn="l" rtl="0">
              <a:lnSpc>
                <a:spcPct val="90000"/>
              </a:lnSpc>
              <a:spcBef>
                <a:spcPts val="600"/>
              </a:spcBef>
              <a:spcAft>
                <a:spcPts val="0"/>
              </a:spcAft>
              <a:buClr>
                <a:srgbClr val="3F3F41"/>
              </a:buClr>
              <a:buSzPts val="600"/>
              <a:buFont typeface="Arial"/>
              <a:buChar char="‒"/>
              <a:defRPr sz="600"/>
            </a:lvl5pPr>
            <a:lvl6pPr marL="2743200" lvl="5" indent="-266700" algn="l" rtl="0">
              <a:lnSpc>
                <a:spcPct val="90000"/>
              </a:lnSpc>
              <a:spcBef>
                <a:spcPts val="600"/>
              </a:spcBef>
              <a:spcAft>
                <a:spcPts val="0"/>
              </a:spcAft>
              <a:buClr>
                <a:srgbClr val="3F3F41"/>
              </a:buClr>
              <a:buSzPts val="600"/>
              <a:buFont typeface="Arial"/>
              <a:buChar char="‒"/>
              <a:defRPr sz="600"/>
            </a:lvl6pPr>
            <a:lvl7pPr marL="3200400" lvl="6" indent="-266700" algn="l" rtl="0">
              <a:lnSpc>
                <a:spcPct val="90000"/>
              </a:lnSpc>
              <a:spcBef>
                <a:spcPts val="600"/>
              </a:spcBef>
              <a:spcAft>
                <a:spcPts val="0"/>
              </a:spcAft>
              <a:buClr>
                <a:srgbClr val="3F3F41"/>
              </a:buClr>
              <a:buSzPts val="600"/>
              <a:buFont typeface="Arial"/>
              <a:buChar char="●"/>
              <a:defRPr sz="600"/>
            </a:lvl7pPr>
            <a:lvl8pPr marL="3657600" lvl="7" indent="-266700" algn="l" rtl="0">
              <a:lnSpc>
                <a:spcPct val="90000"/>
              </a:lnSpc>
              <a:spcBef>
                <a:spcPts val="600"/>
              </a:spcBef>
              <a:spcAft>
                <a:spcPts val="0"/>
              </a:spcAft>
              <a:buClr>
                <a:srgbClr val="3F3F41"/>
              </a:buClr>
              <a:buSzPts val="600"/>
              <a:buFont typeface="Arial"/>
              <a:buChar char="○"/>
              <a:defRPr sz="600"/>
            </a:lvl8pPr>
            <a:lvl9pPr marL="4114800" lvl="8" indent="-266700" algn="l" rtl="0">
              <a:lnSpc>
                <a:spcPct val="90000"/>
              </a:lnSpc>
              <a:spcBef>
                <a:spcPts val="600"/>
              </a:spcBef>
              <a:spcAft>
                <a:spcPts val="0"/>
              </a:spcAft>
              <a:buClr>
                <a:srgbClr val="3F3F41"/>
              </a:buClr>
              <a:buSzPts val="600"/>
              <a:buFont typeface="Arial"/>
              <a:buChar char="■"/>
              <a:defRPr sz="600"/>
            </a:lvl9pPr>
          </a:lstStyle>
          <a:p>
            <a:endParaRPr/>
          </a:p>
        </p:txBody>
      </p:sp>
    </p:spTree>
    <p:extLst>
      <p:ext uri="{BB962C8B-B14F-4D97-AF65-F5344CB8AC3E}">
        <p14:creationId xmlns:p14="http://schemas.microsoft.com/office/powerpoint/2010/main" val="4646970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391"/>
        <p:cNvGrpSpPr/>
        <p:nvPr/>
      </p:nvGrpSpPr>
      <p:grpSpPr>
        <a:xfrm>
          <a:off x="0" y="0"/>
          <a:ext cx="0" cy="0"/>
          <a:chOff x="0" y="0"/>
          <a:chExt cx="0" cy="0"/>
        </a:xfrm>
      </p:grpSpPr>
      <p:sp>
        <p:nvSpPr>
          <p:cNvPr id="392" name="Google Shape;392;p52"/>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3" name="Google Shape;393;p52"/>
          <p:cNvSpPr txBox="1">
            <a:spLocks noGrp="1"/>
          </p:cNvSpPr>
          <p:nvPr>
            <p:ph type="body" idx="1"/>
          </p:nvPr>
        </p:nvSpPr>
        <p:spPr>
          <a:xfrm>
            <a:off x="50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4" name="Google Shape;394;p52"/>
          <p:cNvSpPr txBox="1">
            <a:spLocks noGrp="1"/>
          </p:cNvSpPr>
          <p:nvPr>
            <p:ph type="body" idx="2"/>
          </p:nvPr>
        </p:nvSpPr>
        <p:spPr>
          <a:xfrm>
            <a:off x="458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5" name="Google Shape;395;p52"/>
          <p:cNvSpPr txBox="1">
            <a:spLocks noGrp="1"/>
          </p:cNvSpPr>
          <p:nvPr>
            <p:ph type="body" idx="3"/>
          </p:nvPr>
        </p:nvSpPr>
        <p:spPr>
          <a:xfrm>
            <a:off x="50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6" name="Google Shape;396;p52"/>
          <p:cNvSpPr txBox="1">
            <a:spLocks noGrp="1"/>
          </p:cNvSpPr>
          <p:nvPr>
            <p:ph type="body" idx="4"/>
          </p:nvPr>
        </p:nvSpPr>
        <p:spPr>
          <a:xfrm>
            <a:off x="458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292100" rtl="0">
              <a:spcBef>
                <a:spcPts val="800"/>
              </a:spcBef>
              <a:spcAft>
                <a:spcPts val="0"/>
              </a:spcAft>
              <a:buSzPts val="1000"/>
              <a:buChar char="―"/>
              <a:defRPr sz="1000"/>
            </a:lvl2pPr>
            <a:lvl3pPr marL="1371600" lvl="2" indent="-279400" rtl="0">
              <a:spcBef>
                <a:spcPts val="600"/>
              </a:spcBef>
              <a:spcAft>
                <a:spcPts val="0"/>
              </a:spcAft>
              <a:buSzPts val="800"/>
              <a:buChar char="■"/>
              <a:defRPr sz="800"/>
            </a:lvl3pPr>
            <a:lvl4pPr marL="1828800" lvl="3" indent="-266700" rtl="0">
              <a:spcBef>
                <a:spcPts val="600"/>
              </a:spcBef>
              <a:spcAft>
                <a:spcPts val="0"/>
              </a:spcAft>
              <a:buSzPts val="600"/>
              <a:buChar char="○"/>
              <a:defRPr sz="600"/>
            </a:lvl4pPr>
            <a:lvl5pPr marL="2286000" lvl="4" indent="-266700" rtl="0">
              <a:spcBef>
                <a:spcPts val="600"/>
              </a:spcBef>
              <a:spcAft>
                <a:spcPts val="0"/>
              </a:spcAft>
              <a:buSzPts val="600"/>
              <a:buChar char="−"/>
              <a:defRPr sz="600"/>
            </a:lvl5pPr>
            <a:lvl6pPr marL="2743200" lvl="5" indent="-266700" rtl="0">
              <a:spcBef>
                <a:spcPts val="600"/>
              </a:spcBef>
              <a:spcAft>
                <a:spcPts val="0"/>
              </a:spcAft>
              <a:buSzPts val="600"/>
              <a:buChar char="−"/>
              <a:defRPr sz="600"/>
            </a:lvl6pPr>
            <a:lvl7pPr marL="3200400" lvl="6" indent="-266700" rtl="0">
              <a:spcBef>
                <a:spcPts val="600"/>
              </a:spcBef>
              <a:spcAft>
                <a:spcPts val="0"/>
              </a:spcAft>
              <a:buSzPts val="600"/>
              <a:buChar char="●"/>
              <a:defRPr sz="600"/>
            </a:lvl7pPr>
            <a:lvl8pPr marL="3657600" lvl="7" indent="-266700" rtl="0">
              <a:spcBef>
                <a:spcPts val="600"/>
              </a:spcBef>
              <a:spcAft>
                <a:spcPts val="0"/>
              </a:spcAft>
              <a:buSzPts val="600"/>
              <a:buChar char="○"/>
              <a:defRPr sz="600"/>
            </a:lvl8pPr>
            <a:lvl9pPr marL="4114800" lvl="8" indent="-266700" rtl="0">
              <a:spcBef>
                <a:spcPts val="600"/>
              </a:spcBef>
              <a:spcAft>
                <a:spcPts val="0"/>
              </a:spcAft>
              <a:buSzPts val="600"/>
              <a:buChar char="■"/>
              <a:defRPr sz="600"/>
            </a:lvl9pPr>
          </a:lstStyle>
          <a:p>
            <a:endParaRPr/>
          </a:p>
        </p:txBody>
      </p:sp>
      <p:sp>
        <p:nvSpPr>
          <p:cNvPr id="397" name="Google Shape;397;p52"/>
          <p:cNvSpPr txBox="1">
            <a:spLocks noGrp="1"/>
          </p:cNvSpPr>
          <p:nvPr>
            <p:ph type="body" idx="5"/>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398" name="Google Shape;398;p52"/>
          <p:cNvSpPr txBox="1">
            <a:spLocks noGrp="1"/>
          </p:cNvSpPr>
          <p:nvPr>
            <p:ph type="body" idx="6"/>
          </p:nvPr>
        </p:nvSpPr>
        <p:spPr>
          <a:xfrm>
            <a:off x="4589250" y="903800"/>
            <a:ext cx="4045500" cy="302400"/>
          </a:xfrm>
          <a:prstGeom prst="rect">
            <a:avLst/>
          </a:prstGeom>
          <a:solidFill>
            <a:srgbClr val="CFE2F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399" name="Google Shape;399;p52"/>
          <p:cNvSpPr txBox="1">
            <a:spLocks noGrp="1"/>
          </p:cNvSpPr>
          <p:nvPr>
            <p:ph type="body" idx="7"/>
          </p:nvPr>
        </p:nvSpPr>
        <p:spPr>
          <a:xfrm>
            <a:off x="509250" y="2983775"/>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
        <p:nvSpPr>
          <p:cNvPr id="400" name="Google Shape;400;p52"/>
          <p:cNvSpPr txBox="1">
            <a:spLocks noGrp="1"/>
          </p:cNvSpPr>
          <p:nvPr>
            <p:ph type="body" idx="8"/>
          </p:nvPr>
        </p:nvSpPr>
        <p:spPr>
          <a:xfrm>
            <a:off x="4589250" y="2983775"/>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rtl="0">
              <a:spcBef>
                <a:spcPts val="800"/>
              </a:spcBef>
              <a:spcAft>
                <a:spcPts val="0"/>
              </a:spcAft>
              <a:buSzPts val="1400"/>
              <a:buChar char="―"/>
              <a:defRPr sz="1400"/>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0"/>
              </a:spcAft>
              <a:buSzPts val="1400"/>
              <a:buChar char="■"/>
              <a:defRPr/>
            </a:lvl9pPr>
          </a:lstStyle>
          <a:p>
            <a:endParaRPr/>
          </a:p>
        </p:txBody>
      </p:sp>
    </p:spTree>
    <p:extLst>
      <p:ext uri="{BB962C8B-B14F-4D97-AF65-F5344CB8AC3E}">
        <p14:creationId xmlns:p14="http://schemas.microsoft.com/office/powerpoint/2010/main" val="39063315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401"/>
        <p:cNvGrpSpPr/>
        <p:nvPr/>
      </p:nvGrpSpPr>
      <p:grpSpPr>
        <a:xfrm>
          <a:off x="0" y="0"/>
          <a:ext cx="0" cy="0"/>
          <a:chOff x="0" y="0"/>
          <a:chExt cx="0" cy="0"/>
        </a:xfrm>
      </p:grpSpPr>
      <p:pic>
        <p:nvPicPr>
          <p:cNvPr id="402" name="Google Shape;402;p53"/>
          <p:cNvPicPr preferRelativeResize="0"/>
          <p:nvPr/>
        </p:nvPicPr>
        <p:blipFill rotWithShape="1">
          <a:blip r:embed="rId2">
            <a:alphaModFix/>
          </a:blip>
          <a:srcRect/>
          <a:stretch/>
        </p:blipFill>
        <p:spPr>
          <a:xfrm>
            <a:off x="0" y="2283843"/>
            <a:ext cx="9144000" cy="1746900"/>
          </a:xfrm>
          <a:prstGeom prst="rect">
            <a:avLst/>
          </a:prstGeom>
          <a:noFill/>
          <a:ln>
            <a:noFill/>
          </a:ln>
        </p:spPr>
      </p:pic>
      <p:sp>
        <p:nvSpPr>
          <p:cNvPr id="403" name="Google Shape;403;p53"/>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04" name="Google Shape;404;p53"/>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rgbClr val="5F5F62"/>
              </a:buClr>
              <a:buSzPts val="2000"/>
              <a:buFont typeface="Arial"/>
              <a:buNone/>
              <a:defRPr/>
            </a:lvl1pPr>
            <a:lvl2pPr marL="914400" lvl="1" indent="-228600" rtl="0">
              <a:spcBef>
                <a:spcPts val="800"/>
              </a:spcBef>
              <a:spcAft>
                <a:spcPts val="0"/>
              </a:spcAft>
              <a:buClr>
                <a:srgbClr val="888888"/>
              </a:buClr>
              <a:buSzPts val="1600"/>
              <a:buFont typeface="Arial"/>
              <a:buNone/>
              <a:defRPr/>
            </a:lvl2pPr>
            <a:lvl3pPr marL="1371600" lvl="2" indent="-228600" rtl="0">
              <a:spcBef>
                <a:spcPts val="600"/>
              </a:spcBef>
              <a:spcAft>
                <a:spcPts val="0"/>
              </a:spcAft>
              <a:buClr>
                <a:srgbClr val="888888"/>
              </a:buClr>
              <a:buSzPts val="1400"/>
              <a:buFont typeface="Arial"/>
              <a:buNone/>
              <a:defRPr/>
            </a:lvl3pPr>
            <a:lvl4pPr marL="1828800" lvl="3" indent="-228600" rtl="0">
              <a:spcBef>
                <a:spcPts val="600"/>
              </a:spcBef>
              <a:spcAft>
                <a:spcPts val="0"/>
              </a:spcAft>
              <a:buClr>
                <a:srgbClr val="888888"/>
              </a:buClr>
              <a:buSzPts val="1400"/>
              <a:buFont typeface="Arial"/>
              <a:buNone/>
              <a:defRPr/>
            </a:lvl4pPr>
            <a:lvl5pPr marL="2286000" lvl="4" indent="-228600" rtl="0">
              <a:spcBef>
                <a:spcPts val="600"/>
              </a:spcBef>
              <a:spcAft>
                <a:spcPts val="0"/>
              </a:spcAft>
              <a:buClr>
                <a:srgbClr val="888888"/>
              </a:buClr>
              <a:buSzPts val="1400"/>
              <a:buFont typeface="Arial"/>
              <a:buNone/>
              <a:defRPr/>
            </a:lvl5pPr>
            <a:lvl6pPr marL="2743200" lvl="5" indent="-228600" rtl="0">
              <a:spcBef>
                <a:spcPts val="600"/>
              </a:spcBef>
              <a:spcAft>
                <a:spcPts val="0"/>
              </a:spcAft>
              <a:buClr>
                <a:srgbClr val="888888"/>
              </a:buClr>
              <a:buSzPts val="1400"/>
              <a:buFont typeface="Arial"/>
              <a:buNone/>
              <a:defRPr/>
            </a:lvl6pPr>
            <a:lvl7pPr marL="3200400" lvl="6" indent="-228600" rtl="0">
              <a:spcBef>
                <a:spcPts val="600"/>
              </a:spcBef>
              <a:spcAft>
                <a:spcPts val="0"/>
              </a:spcAft>
              <a:buClr>
                <a:srgbClr val="888888"/>
              </a:buClr>
              <a:buSzPts val="1400"/>
              <a:buFont typeface="Arial"/>
              <a:buNone/>
              <a:defRPr/>
            </a:lvl7pPr>
            <a:lvl8pPr marL="3657600" lvl="7" indent="-228600" rtl="0">
              <a:spcBef>
                <a:spcPts val="600"/>
              </a:spcBef>
              <a:spcAft>
                <a:spcPts val="0"/>
              </a:spcAft>
              <a:buClr>
                <a:srgbClr val="888888"/>
              </a:buClr>
              <a:buSzPts val="1400"/>
              <a:buFont typeface="Arial"/>
              <a:buNone/>
              <a:defRPr/>
            </a:lvl8pPr>
            <a:lvl9pPr marL="4114800" lvl="8" indent="-228600" rtl="0">
              <a:spcBef>
                <a:spcPts val="600"/>
              </a:spcBef>
              <a:spcAft>
                <a:spcPts val="0"/>
              </a:spcAft>
              <a:buClr>
                <a:srgbClr val="888888"/>
              </a:buClr>
              <a:buSzPts val="1400"/>
              <a:buFont typeface="Arial"/>
              <a:buNone/>
              <a:defRPr/>
            </a:lvl9pPr>
          </a:lstStyle>
          <a:p>
            <a:endParaRPr/>
          </a:p>
        </p:txBody>
      </p:sp>
      <p:sp>
        <p:nvSpPr>
          <p:cNvPr id="405" name="Google Shape;405;p53"/>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6" name="Google Shape;406;p53"/>
          <p:cNvSpPr/>
          <p:nvPr/>
        </p:nvSpPr>
        <p:spPr>
          <a:xfrm>
            <a:off x="0" y="2283843"/>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7" name="Google Shape;407;p53"/>
          <p:cNvSpPr/>
          <p:nvPr/>
        </p:nvSpPr>
        <p:spPr>
          <a:xfrm>
            <a:off x="0" y="2283843"/>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08" name="Google Shape;408;p53"/>
          <p:cNvPicPr preferRelativeResize="0"/>
          <p:nvPr/>
        </p:nvPicPr>
        <p:blipFill rotWithShape="1">
          <a:blip r:embed="rId3">
            <a:alphaModFix/>
          </a:blip>
          <a:srcRect/>
          <a:stretch/>
        </p:blipFill>
        <p:spPr>
          <a:xfrm>
            <a:off x="5105400" y="4229100"/>
            <a:ext cx="3124200" cy="304200"/>
          </a:xfrm>
          <a:prstGeom prst="rect">
            <a:avLst/>
          </a:prstGeom>
          <a:noFill/>
          <a:ln>
            <a:noFill/>
          </a:ln>
        </p:spPr>
      </p:pic>
      <p:sp>
        <p:nvSpPr>
          <p:cNvPr id="409" name="Google Shape;409;p53"/>
          <p:cNvSpPr/>
          <p:nvPr/>
        </p:nvSpPr>
        <p:spPr>
          <a:xfrm>
            <a:off x="682487" y="4642089"/>
            <a:ext cx="3432300" cy="114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28742665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hank You Trademark">
  <p:cSld name="Thank You Trademark">
    <p:spTree>
      <p:nvGrpSpPr>
        <p:cNvPr id="1" name="Shape 410"/>
        <p:cNvGrpSpPr/>
        <p:nvPr/>
      </p:nvGrpSpPr>
      <p:grpSpPr>
        <a:xfrm>
          <a:off x="0" y="0"/>
          <a:ext cx="0" cy="0"/>
          <a:chOff x="0" y="0"/>
          <a:chExt cx="0" cy="0"/>
        </a:xfrm>
      </p:grpSpPr>
      <p:pic>
        <p:nvPicPr>
          <p:cNvPr id="411" name="Google Shape;411;p54"/>
          <p:cNvPicPr preferRelativeResize="0"/>
          <p:nvPr/>
        </p:nvPicPr>
        <p:blipFill rotWithShape="1">
          <a:blip r:embed="rId2">
            <a:alphaModFix/>
          </a:blip>
          <a:srcRect/>
          <a:stretch/>
        </p:blipFill>
        <p:spPr>
          <a:xfrm>
            <a:off x="0" y="1744218"/>
            <a:ext cx="9144000" cy="1746900"/>
          </a:xfrm>
          <a:prstGeom prst="rect">
            <a:avLst/>
          </a:prstGeom>
          <a:noFill/>
          <a:ln>
            <a:noFill/>
          </a:ln>
        </p:spPr>
      </p:pic>
      <p:sp>
        <p:nvSpPr>
          <p:cNvPr id="412" name="Google Shape;412;p54"/>
          <p:cNvSpPr txBox="1">
            <a:spLocks noGrp="1"/>
          </p:cNvSpPr>
          <p:nvPr>
            <p:ph type="title"/>
          </p:nvPr>
        </p:nvSpPr>
        <p:spPr>
          <a:xfrm>
            <a:off x="685800" y="342900"/>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13" name="Google Shape;413;p54"/>
          <p:cNvSpPr txBox="1">
            <a:spLocks noGrp="1"/>
          </p:cNvSpPr>
          <p:nvPr>
            <p:ph type="body" idx="1"/>
          </p:nvPr>
        </p:nvSpPr>
        <p:spPr>
          <a:xfrm>
            <a:off x="685800" y="1275588"/>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rgbClr val="5F5F62"/>
              </a:buClr>
              <a:buSzPts val="2000"/>
              <a:buFont typeface="Arial"/>
              <a:buNone/>
              <a:defRPr/>
            </a:lvl1pPr>
            <a:lvl2pPr marL="914400" lvl="1" indent="-228600" rtl="0">
              <a:spcBef>
                <a:spcPts val="800"/>
              </a:spcBef>
              <a:spcAft>
                <a:spcPts val="0"/>
              </a:spcAft>
              <a:buClr>
                <a:srgbClr val="888888"/>
              </a:buClr>
              <a:buSzPts val="1600"/>
              <a:buFont typeface="Arial"/>
              <a:buNone/>
              <a:defRPr/>
            </a:lvl2pPr>
            <a:lvl3pPr marL="1371600" lvl="2" indent="-228600" rtl="0">
              <a:spcBef>
                <a:spcPts val="600"/>
              </a:spcBef>
              <a:spcAft>
                <a:spcPts val="0"/>
              </a:spcAft>
              <a:buClr>
                <a:srgbClr val="888888"/>
              </a:buClr>
              <a:buSzPts val="1400"/>
              <a:buFont typeface="Arial"/>
              <a:buNone/>
              <a:defRPr/>
            </a:lvl3pPr>
            <a:lvl4pPr marL="1828800" lvl="3" indent="-228600" rtl="0">
              <a:spcBef>
                <a:spcPts val="600"/>
              </a:spcBef>
              <a:spcAft>
                <a:spcPts val="0"/>
              </a:spcAft>
              <a:buClr>
                <a:srgbClr val="888888"/>
              </a:buClr>
              <a:buSzPts val="1400"/>
              <a:buFont typeface="Arial"/>
              <a:buNone/>
              <a:defRPr/>
            </a:lvl4pPr>
            <a:lvl5pPr marL="2286000" lvl="4" indent="-228600" rtl="0">
              <a:spcBef>
                <a:spcPts val="600"/>
              </a:spcBef>
              <a:spcAft>
                <a:spcPts val="0"/>
              </a:spcAft>
              <a:buClr>
                <a:srgbClr val="888888"/>
              </a:buClr>
              <a:buSzPts val="1400"/>
              <a:buFont typeface="Arial"/>
              <a:buNone/>
              <a:defRPr/>
            </a:lvl5pPr>
            <a:lvl6pPr marL="2743200" lvl="5" indent="-228600" rtl="0">
              <a:spcBef>
                <a:spcPts val="600"/>
              </a:spcBef>
              <a:spcAft>
                <a:spcPts val="0"/>
              </a:spcAft>
              <a:buClr>
                <a:srgbClr val="888888"/>
              </a:buClr>
              <a:buSzPts val="1400"/>
              <a:buFont typeface="Arial"/>
              <a:buNone/>
              <a:defRPr/>
            </a:lvl6pPr>
            <a:lvl7pPr marL="3200400" lvl="6" indent="-228600" rtl="0">
              <a:spcBef>
                <a:spcPts val="600"/>
              </a:spcBef>
              <a:spcAft>
                <a:spcPts val="0"/>
              </a:spcAft>
              <a:buClr>
                <a:srgbClr val="888888"/>
              </a:buClr>
              <a:buSzPts val="1400"/>
              <a:buFont typeface="Arial"/>
              <a:buNone/>
              <a:defRPr/>
            </a:lvl7pPr>
            <a:lvl8pPr marL="3657600" lvl="7" indent="-228600" rtl="0">
              <a:spcBef>
                <a:spcPts val="600"/>
              </a:spcBef>
              <a:spcAft>
                <a:spcPts val="0"/>
              </a:spcAft>
              <a:buClr>
                <a:srgbClr val="888888"/>
              </a:buClr>
              <a:buSzPts val="1400"/>
              <a:buFont typeface="Arial"/>
              <a:buNone/>
              <a:defRPr/>
            </a:lvl8pPr>
            <a:lvl9pPr marL="4114800" lvl="8" indent="-228600" rtl="0">
              <a:spcBef>
                <a:spcPts val="600"/>
              </a:spcBef>
              <a:spcAft>
                <a:spcPts val="0"/>
              </a:spcAft>
              <a:buClr>
                <a:srgbClr val="888888"/>
              </a:buClr>
              <a:buSzPts val="1400"/>
              <a:buFont typeface="Arial"/>
              <a:buNone/>
              <a:defRPr/>
            </a:lvl9pPr>
          </a:lstStyle>
          <a:p>
            <a:endParaRPr/>
          </a:p>
        </p:txBody>
      </p:sp>
      <p:sp>
        <p:nvSpPr>
          <p:cNvPr id="414" name="Google Shape;414;p54"/>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5" name="Google Shape;415;p54"/>
          <p:cNvSpPr/>
          <p:nvPr/>
        </p:nvSpPr>
        <p:spPr>
          <a:xfrm>
            <a:off x="0" y="1744218"/>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6" name="Google Shape;416;p54"/>
          <p:cNvSpPr/>
          <p:nvPr/>
        </p:nvSpPr>
        <p:spPr>
          <a:xfrm>
            <a:off x="0" y="1744218"/>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17" name="Google Shape;417;p54"/>
          <p:cNvPicPr preferRelativeResize="0"/>
          <p:nvPr/>
        </p:nvPicPr>
        <p:blipFill rotWithShape="1">
          <a:blip r:embed="rId3">
            <a:alphaModFix/>
          </a:blip>
          <a:srcRect/>
          <a:stretch/>
        </p:blipFill>
        <p:spPr>
          <a:xfrm>
            <a:off x="5105400" y="3696236"/>
            <a:ext cx="3124200" cy="304200"/>
          </a:xfrm>
          <a:prstGeom prst="rect">
            <a:avLst/>
          </a:prstGeom>
          <a:noFill/>
          <a:ln>
            <a:noFill/>
          </a:ln>
        </p:spPr>
      </p:pic>
      <p:sp>
        <p:nvSpPr>
          <p:cNvPr id="418" name="Google Shape;418;p54"/>
          <p:cNvSpPr/>
          <p:nvPr/>
        </p:nvSpPr>
        <p:spPr>
          <a:xfrm>
            <a:off x="682487" y="4179768"/>
            <a:ext cx="7775700" cy="563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1" i="0" u="none" strike="noStrike" cap="none">
                <a:solidFill>
                  <a:schemeClr val="dk2"/>
                </a:solidFill>
                <a:latin typeface="Arial"/>
                <a:ea typeface="Arial"/>
                <a:cs typeface="Arial"/>
                <a:sym typeface="Arial"/>
              </a:rPr>
              <a:t>Trademark Attribution</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GLOBALFOUNDRIES</a:t>
            </a:r>
            <a:r>
              <a:rPr lang="en" sz="900" b="0" i="0" u="none" strike="noStrike" cap="none" baseline="30000">
                <a:solidFill>
                  <a:schemeClr val="dk2"/>
                </a:solidFill>
                <a:latin typeface="Arial"/>
                <a:ea typeface="Arial"/>
                <a:cs typeface="Arial"/>
                <a:sym typeface="Arial"/>
              </a:rPr>
              <a:t>®</a:t>
            </a:r>
            <a:r>
              <a:rPr lang="en" sz="900" b="0" i="0" u="none" strike="noStrike" cap="none">
                <a:solidFill>
                  <a:schemeClr val="dk2"/>
                </a:solidFill>
                <a:latin typeface="Arial"/>
                <a:ea typeface="Arial"/>
                <a:cs typeface="Arial"/>
                <a:sym typeface="Arial"/>
              </a:rPr>
              <a:t>, the GLOBALFOUNDRIES logo and combinations thereof, and GLOBALFOUNDRIES’ other trademarks and service marks are owned by GLOBALFOUNDRIES Inc. in the United States and/or other jurisdictions. All other brand names, product names, or trademarks belong to their respective owners and are used herein solely to identify the products and/or services offered by those trademark owners. </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11162375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19"/>
        <p:cNvGrpSpPr/>
        <p:nvPr/>
      </p:nvGrpSpPr>
      <p:grpSpPr>
        <a:xfrm>
          <a:off x="0" y="0"/>
          <a:ext cx="0" cy="0"/>
          <a:chOff x="0" y="0"/>
          <a:chExt cx="0" cy="0"/>
        </a:xfrm>
      </p:grpSpPr>
      <p:sp>
        <p:nvSpPr>
          <p:cNvPr id="420" name="Google Shape;420;p55"/>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1" name="Google Shape;421;p55"/>
          <p:cNvSpPr txBox="1">
            <a:spLocks noGrp="1"/>
          </p:cNvSpPr>
          <p:nvPr>
            <p:ph type="body" idx="1"/>
          </p:nvPr>
        </p:nvSpPr>
        <p:spPr>
          <a:xfrm rot="5400000">
            <a:off x="2800350" y="-1028700"/>
            <a:ext cx="3543300" cy="7772400"/>
          </a:xfrm>
          <a:prstGeom prst="rect">
            <a:avLst/>
          </a:prstGeom>
          <a:noFill/>
          <a:ln>
            <a:noFill/>
          </a:ln>
        </p:spPr>
        <p:txBody>
          <a:bodyPr spcFirstLastPara="1" wrap="square" lIns="91425" tIns="91425" rIns="91425" bIns="91425" anchor="t" anchorCtr="0">
            <a:noAutofit/>
          </a:bodyPr>
          <a:lstStyle>
            <a:lvl1pPr marL="457200" lvl="0" indent="-355600" algn="l" rtl="0">
              <a:lnSpc>
                <a:spcPct val="90000"/>
              </a:lnSpc>
              <a:spcBef>
                <a:spcPts val="1200"/>
              </a:spcBef>
              <a:spcAft>
                <a:spcPts val="0"/>
              </a:spcAft>
              <a:buClr>
                <a:srgbClr val="3F3F41"/>
              </a:buClr>
              <a:buSzPts val="2000"/>
              <a:buFont typeface="Arial"/>
              <a:buChar char="•"/>
              <a:defRPr/>
            </a:lvl1pPr>
            <a:lvl2pPr marL="914400" lvl="1" indent="-330200" algn="l" rtl="0">
              <a:lnSpc>
                <a:spcPct val="90000"/>
              </a:lnSpc>
              <a:spcBef>
                <a:spcPts val="800"/>
              </a:spcBef>
              <a:spcAft>
                <a:spcPts val="0"/>
              </a:spcAft>
              <a:buClr>
                <a:srgbClr val="3F3F41"/>
              </a:buClr>
              <a:buSzPts val="1600"/>
              <a:buFont typeface="Arial"/>
              <a:buChar char="–"/>
              <a:defRPr/>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422" name="Google Shape;422;p55"/>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3" name="Google Shape;423;p55"/>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4" name="Google Shape;424;p55"/>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1962928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25"/>
        <p:cNvGrpSpPr/>
        <p:nvPr/>
      </p:nvGrpSpPr>
      <p:grpSpPr>
        <a:xfrm>
          <a:off x="0" y="0"/>
          <a:ext cx="0" cy="0"/>
          <a:chOff x="0" y="0"/>
          <a:chExt cx="0" cy="0"/>
        </a:xfrm>
      </p:grpSpPr>
      <p:sp>
        <p:nvSpPr>
          <p:cNvPr id="426" name="Google Shape;426;p56"/>
          <p:cNvSpPr txBox="1">
            <a:spLocks noGrp="1"/>
          </p:cNvSpPr>
          <p:nvPr>
            <p:ph type="title"/>
          </p:nvPr>
        </p:nvSpPr>
        <p:spPr>
          <a:xfrm rot="5400000">
            <a:off x="5808750" y="1979700"/>
            <a:ext cx="4457700" cy="8412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7" name="Google Shape;427;p56"/>
          <p:cNvSpPr txBox="1">
            <a:spLocks noGrp="1"/>
          </p:cNvSpPr>
          <p:nvPr>
            <p:ph type="body" idx="1"/>
          </p:nvPr>
        </p:nvSpPr>
        <p:spPr>
          <a:xfrm rot="5400000">
            <a:off x="1733550" y="-876300"/>
            <a:ext cx="4457700" cy="6553200"/>
          </a:xfrm>
          <a:prstGeom prst="rect">
            <a:avLst/>
          </a:prstGeom>
          <a:noFill/>
          <a:ln>
            <a:noFill/>
          </a:ln>
        </p:spPr>
        <p:txBody>
          <a:bodyPr spcFirstLastPara="1" wrap="square" lIns="91425" tIns="91425" rIns="91425" bIns="91425" anchor="t" anchorCtr="0">
            <a:noAutofit/>
          </a:bodyPr>
          <a:lstStyle>
            <a:lvl1pPr marL="457200" lvl="0" indent="-355600" algn="l" rtl="0">
              <a:lnSpc>
                <a:spcPct val="90000"/>
              </a:lnSpc>
              <a:spcBef>
                <a:spcPts val="1200"/>
              </a:spcBef>
              <a:spcAft>
                <a:spcPts val="0"/>
              </a:spcAft>
              <a:buClr>
                <a:srgbClr val="3F3F41"/>
              </a:buClr>
              <a:buSzPts val="2000"/>
              <a:buFont typeface="Arial"/>
              <a:buChar char="•"/>
              <a:defRPr/>
            </a:lvl1pPr>
            <a:lvl2pPr marL="914400" lvl="1" indent="-330200" algn="l" rtl="0">
              <a:lnSpc>
                <a:spcPct val="90000"/>
              </a:lnSpc>
              <a:spcBef>
                <a:spcPts val="800"/>
              </a:spcBef>
              <a:spcAft>
                <a:spcPts val="0"/>
              </a:spcAft>
              <a:buClr>
                <a:srgbClr val="3F3F41"/>
              </a:buClr>
              <a:buSzPts val="1600"/>
              <a:buFont typeface="Arial"/>
              <a:buChar char="–"/>
              <a:defRPr/>
            </a:lvl2pPr>
            <a:lvl3pPr marL="1371600" lvl="2" indent="-317500" algn="l" rtl="0">
              <a:lnSpc>
                <a:spcPct val="90000"/>
              </a:lnSpc>
              <a:spcBef>
                <a:spcPts val="600"/>
              </a:spcBef>
              <a:spcAft>
                <a:spcPts val="0"/>
              </a:spcAft>
              <a:buClr>
                <a:srgbClr val="3F3F41"/>
              </a:buClr>
              <a:buSzPts val="1400"/>
              <a:buFont typeface="Arial"/>
              <a:buChar char="•"/>
              <a:defRPr/>
            </a:lvl3pPr>
            <a:lvl4pPr marL="1828800" lvl="3" indent="-317500" algn="l" rtl="0">
              <a:lnSpc>
                <a:spcPct val="90000"/>
              </a:lnSpc>
              <a:spcBef>
                <a:spcPts val="600"/>
              </a:spcBef>
              <a:spcAft>
                <a:spcPts val="0"/>
              </a:spcAft>
              <a:buClr>
                <a:srgbClr val="3F3F41"/>
              </a:buClr>
              <a:buSzPts val="1400"/>
              <a:buFont typeface="Arial"/>
              <a:buChar char="–"/>
              <a:defRPr/>
            </a:lvl4pPr>
            <a:lvl5pPr marL="2286000" lvl="4" indent="-317500" algn="l" rtl="0">
              <a:lnSpc>
                <a:spcPct val="90000"/>
              </a:lnSpc>
              <a:spcBef>
                <a:spcPts val="600"/>
              </a:spcBef>
              <a:spcAft>
                <a:spcPts val="0"/>
              </a:spcAft>
              <a:buClr>
                <a:srgbClr val="3F3F41"/>
              </a:buClr>
              <a:buSzPts val="1400"/>
              <a:buFont typeface="Arial"/>
              <a:buChar char="•"/>
              <a:defRPr/>
            </a:lvl5pPr>
            <a:lvl6pPr marL="2743200" lvl="5" indent="-317500" algn="l" rtl="0">
              <a:lnSpc>
                <a:spcPct val="90000"/>
              </a:lnSpc>
              <a:spcBef>
                <a:spcPts val="600"/>
              </a:spcBef>
              <a:spcAft>
                <a:spcPts val="0"/>
              </a:spcAft>
              <a:buClr>
                <a:srgbClr val="3F3F41"/>
              </a:buClr>
              <a:buSzPts val="1400"/>
              <a:buFont typeface="Arial"/>
              <a:buChar char="–"/>
              <a:defRPr/>
            </a:lvl6pPr>
            <a:lvl7pPr marL="3200400" lvl="6" indent="-317500" algn="l" rtl="0">
              <a:lnSpc>
                <a:spcPct val="90000"/>
              </a:lnSpc>
              <a:spcBef>
                <a:spcPts val="600"/>
              </a:spcBef>
              <a:spcAft>
                <a:spcPts val="0"/>
              </a:spcAft>
              <a:buClr>
                <a:srgbClr val="3F3F41"/>
              </a:buClr>
              <a:buSzPts val="1400"/>
              <a:buFont typeface="Arial"/>
              <a:buChar char="•"/>
              <a:defRPr/>
            </a:lvl7pPr>
            <a:lvl8pPr marL="3657600" lvl="7" indent="-317500" algn="l" rtl="0">
              <a:lnSpc>
                <a:spcPct val="90000"/>
              </a:lnSpc>
              <a:spcBef>
                <a:spcPts val="600"/>
              </a:spcBef>
              <a:spcAft>
                <a:spcPts val="0"/>
              </a:spcAft>
              <a:buClr>
                <a:srgbClr val="3F3F41"/>
              </a:buClr>
              <a:buSzPts val="1400"/>
              <a:buFont typeface="Arial"/>
              <a:buChar char="–"/>
              <a:defRPr/>
            </a:lvl8pPr>
            <a:lvl9pPr marL="411480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428" name="Google Shape;428;p56"/>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29" name="Google Shape;429;p56"/>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30" name="Google Shape;430;p56"/>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18752082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Section Header Orange" type="secHead">
  <p:cSld name="Section Header Orange">
    <p:bg>
      <p:bgPr>
        <a:solidFill>
          <a:schemeClr val="accent1"/>
        </a:solidFill>
        <a:effectLst/>
      </p:bgPr>
    </p:bg>
    <p:spTree>
      <p:nvGrpSpPr>
        <p:cNvPr id="1" name="Shape 431"/>
        <p:cNvGrpSpPr/>
        <p:nvPr/>
      </p:nvGrpSpPr>
      <p:grpSpPr>
        <a:xfrm>
          <a:off x="0" y="0"/>
          <a:ext cx="0" cy="0"/>
          <a:chOff x="0" y="0"/>
          <a:chExt cx="0" cy="0"/>
        </a:xfrm>
      </p:grpSpPr>
      <p:pic>
        <p:nvPicPr>
          <p:cNvPr id="432" name="Google Shape;432;p57"/>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3" name="Google Shape;433;p57"/>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4" name="Google Shape;434;p57"/>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chemeClr val="lt1"/>
              </a:buClr>
              <a:buSzPts val="2000"/>
              <a:buFont typeface="Arial"/>
              <a:buNone/>
              <a:defRPr/>
            </a:lvl1pPr>
            <a:lvl2pPr marL="914400" lvl="1" indent="-228600" rtl="0">
              <a:spcBef>
                <a:spcPts val="800"/>
              </a:spcBef>
              <a:spcAft>
                <a:spcPts val="0"/>
              </a:spcAft>
              <a:buClr>
                <a:schemeClr val="lt1"/>
              </a:buClr>
              <a:buSzPts val="1600"/>
              <a:buFont typeface="Arial"/>
              <a:buNone/>
              <a:defRPr/>
            </a:lvl2pPr>
            <a:lvl3pPr marL="1371600" lvl="2" indent="-228600" rtl="0">
              <a:spcBef>
                <a:spcPts val="600"/>
              </a:spcBef>
              <a:spcAft>
                <a:spcPts val="0"/>
              </a:spcAft>
              <a:buClr>
                <a:schemeClr val="lt1"/>
              </a:buClr>
              <a:buSzPts val="1400"/>
              <a:buFont typeface="Arial"/>
              <a:buNone/>
              <a:defRPr/>
            </a:lvl3pPr>
            <a:lvl4pPr marL="1828800" lvl="3" indent="-228600" rtl="0">
              <a:spcBef>
                <a:spcPts val="600"/>
              </a:spcBef>
              <a:spcAft>
                <a:spcPts val="0"/>
              </a:spcAft>
              <a:buClr>
                <a:schemeClr val="lt1"/>
              </a:buClr>
              <a:buSzPts val="1400"/>
              <a:buFont typeface="Arial"/>
              <a:buNone/>
              <a:defRPr/>
            </a:lvl4pPr>
            <a:lvl5pPr marL="2286000" lvl="4" indent="-228600" rtl="0">
              <a:spcBef>
                <a:spcPts val="600"/>
              </a:spcBef>
              <a:spcAft>
                <a:spcPts val="0"/>
              </a:spcAft>
              <a:buClr>
                <a:schemeClr val="lt1"/>
              </a:buClr>
              <a:buSzPts val="1400"/>
              <a:buFont typeface="Arial"/>
              <a:buNone/>
              <a:defRPr/>
            </a:lvl5pPr>
            <a:lvl6pPr marL="2743200" lvl="5" indent="-228600" rtl="0">
              <a:spcBef>
                <a:spcPts val="600"/>
              </a:spcBef>
              <a:spcAft>
                <a:spcPts val="0"/>
              </a:spcAft>
              <a:buClr>
                <a:schemeClr val="lt1"/>
              </a:buClr>
              <a:buSzPts val="1400"/>
              <a:buFont typeface="Arial"/>
              <a:buNone/>
              <a:defRPr/>
            </a:lvl6pPr>
            <a:lvl7pPr marL="3200400" lvl="6" indent="-228600" rtl="0">
              <a:spcBef>
                <a:spcPts val="600"/>
              </a:spcBef>
              <a:spcAft>
                <a:spcPts val="0"/>
              </a:spcAft>
              <a:buClr>
                <a:schemeClr val="lt1"/>
              </a:buClr>
              <a:buSzPts val="1400"/>
              <a:buFont typeface="Arial"/>
              <a:buNone/>
              <a:defRPr/>
            </a:lvl7pPr>
            <a:lvl8pPr marL="3657600" lvl="7" indent="-228600" rtl="0">
              <a:spcBef>
                <a:spcPts val="600"/>
              </a:spcBef>
              <a:spcAft>
                <a:spcPts val="0"/>
              </a:spcAft>
              <a:buClr>
                <a:schemeClr val="lt1"/>
              </a:buClr>
              <a:buSzPts val="1400"/>
              <a:buFont typeface="Arial"/>
              <a:buNone/>
              <a:defRPr/>
            </a:lvl8pPr>
            <a:lvl9pPr marL="4114800" lvl="8" indent="-228600" rtl="0">
              <a:spcBef>
                <a:spcPts val="600"/>
              </a:spcBef>
              <a:spcAft>
                <a:spcPts val="0"/>
              </a:spcAft>
              <a:buClr>
                <a:schemeClr val="lt1"/>
              </a:buClr>
              <a:buSzPts val="1400"/>
              <a:buFont typeface="Arial"/>
              <a:buNone/>
              <a:defRPr/>
            </a:lvl9pPr>
          </a:lstStyle>
          <a:p>
            <a:endParaRPr/>
          </a:p>
        </p:txBody>
      </p:sp>
      <p:sp>
        <p:nvSpPr>
          <p:cNvPr id="435" name="Google Shape;435;p57"/>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36" name="Google Shape;436;p57"/>
          <p:cNvSpPr/>
          <p:nvPr/>
        </p:nvSpPr>
        <p:spPr>
          <a:xfrm>
            <a:off x="9006840" y="0"/>
            <a:ext cx="137100" cy="5143500"/>
          </a:xfrm>
          <a:prstGeom prst="rect">
            <a:avLst/>
          </a:prstGeom>
          <a:solidFill>
            <a:srgbClr val="D351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967800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dk2"/>
        </a:solidFill>
        <a:effectLst/>
      </p:bgPr>
    </p:bg>
    <p:spTree>
      <p:nvGrpSpPr>
        <p:cNvPr id="1" name="Shape 437"/>
        <p:cNvGrpSpPr/>
        <p:nvPr/>
      </p:nvGrpSpPr>
      <p:grpSpPr>
        <a:xfrm>
          <a:off x="0" y="0"/>
          <a:ext cx="0" cy="0"/>
          <a:chOff x="0" y="0"/>
          <a:chExt cx="0" cy="0"/>
        </a:xfrm>
      </p:grpSpPr>
      <p:pic>
        <p:nvPicPr>
          <p:cNvPr id="438" name="Google Shape;438;p58"/>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9" name="Google Shape;439;p58"/>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40" name="Google Shape;440;p58"/>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200" lvl="0" indent="-228600" rtl="0">
              <a:spcBef>
                <a:spcPts val="0"/>
              </a:spcBef>
              <a:spcAft>
                <a:spcPts val="0"/>
              </a:spcAft>
              <a:buClr>
                <a:schemeClr val="lt1"/>
              </a:buClr>
              <a:buSzPts val="2000"/>
              <a:buFont typeface="Arial"/>
              <a:buNone/>
              <a:defRPr/>
            </a:lvl1pPr>
            <a:lvl2pPr marL="914400" lvl="1" indent="-228600" rtl="0">
              <a:spcBef>
                <a:spcPts val="800"/>
              </a:spcBef>
              <a:spcAft>
                <a:spcPts val="0"/>
              </a:spcAft>
              <a:buClr>
                <a:schemeClr val="lt1"/>
              </a:buClr>
              <a:buSzPts val="1600"/>
              <a:buFont typeface="Arial"/>
              <a:buNone/>
              <a:defRPr/>
            </a:lvl2pPr>
            <a:lvl3pPr marL="1371600" lvl="2" indent="-228600" rtl="0">
              <a:spcBef>
                <a:spcPts val="600"/>
              </a:spcBef>
              <a:spcAft>
                <a:spcPts val="0"/>
              </a:spcAft>
              <a:buClr>
                <a:schemeClr val="lt1"/>
              </a:buClr>
              <a:buSzPts val="1400"/>
              <a:buFont typeface="Arial"/>
              <a:buNone/>
              <a:defRPr/>
            </a:lvl3pPr>
            <a:lvl4pPr marL="1828800" lvl="3" indent="-228600" rtl="0">
              <a:spcBef>
                <a:spcPts val="600"/>
              </a:spcBef>
              <a:spcAft>
                <a:spcPts val="0"/>
              </a:spcAft>
              <a:buClr>
                <a:schemeClr val="lt1"/>
              </a:buClr>
              <a:buSzPts val="1400"/>
              <a:buFont typeface="Arial"/>
              <a:buNone/>
              <a:defRPr/>
            </a:lvl4pPr>
            <a:lvl5pPr marL="2286000" lvl="4" indent="-228600" rtl="0">
              <a:spcBef>
                <a:spcPts val="600"/>
              </a:spcBef>
              <a:spcAft>
                <a:spcPts val="0"/>
              </a:spcAft>
              <a:buClr>
                <a:schemeClr val="lt1"/>
              </a:buClr>
              <a:buSzPts val="1400"/>
              <a:buFont typeface="Arial"/>
              <a:buNone/>
              <a:defRPr/>
            </a:lvl5pPr>
            <a:lvl6pPr marL="2743200" lvl="5" indent="-228600" rtl="0">
              <a:spcBef>
                <a:spcPts val="600"/>
              </a:spcBef>
              <a:spcAft>
                <a:spcPts val="0"/>
              </a:spcAft>
              <a:buClr>
                <a:schemeClr val="lt1"/>
              </a:buClr>
              <a:buSzPts val="1400"/>
              <a:buFont typeface="Arial"/>
              <a:buNone/>
              <a:defRPr/>
            </a:lvl6pPr>
            <a:lvl7pPr marL="3200400" lvl="6" indent="-228600" rtl="0">
              <a:spcBef>
                <a:spcPts val="600"/>
              </a:spcBef>
              <a:spcAft>
                <a:spcPts val="0"/>
              </a:spcAft>
              <a:buClr>
                <a:schemeClr val="lt1"/>
              </a:buClr>
              <a:buSzPts val="1400"/>
              <a:buFont typeface="Arial"/>
              <a:buNone/>
              <a:defRPr/>
            </a:lvl7pPr>
            <a:lvl8pPr marL="3657600" lvl="7" indent="-228600" rtl="0">
              <a:spcBef>
                <a:spcPts val="600"/>
              </a:spcBef>
              <a:spcAft>
                <a:spcPts val="0"/>
              </a:spcAft>
              <a:buClr>
                <a:schemeClr val="lt1"/>
              </a:buClr>
              <a:buSzPts val="1400"/>
              <a:buFont typeface="Arial"/>
              <a:buNone/>
              <a:defRPr/>
            </a:lvl8pPr>
            <a:lvl9pPr marL="4114800" lvl="8" indent="-228600" rtl="0">
              <a:spcBef>
                <a:spcPts val="600"/>
              </a:spcBef>
              <a:spcAft>
                <a:spcPts val="0"/>
              </a:spcAft>
              <a:buClr>
                <a:schemeClr val="lt1"/>
              </a:buClr>
              <a:buSzPts val="1400"/>
              <a:buFont typeface="Arial"/>
              <a:buNone/>
              <a:defRPr/>
            </a:lvl9pPr>
          </a:lstStyle>
          <a:p>
            <a:endParaRPr/>
          </a:p>
        </p:txBody>
      </p:sp>
      <p:sp>
        <p:nvSpPr>
          <p:cNvPr id="441" name="Google Shape;441;p58"/>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42" name="Google Shape;442;p58"/>
          <p:cNvSpPr/>
          <p:nvPr/>
        </p:nvSpPr>
        <p:spPr>
          <a:xfrm>
            <a:off x="9006840" y="0"/>
            <a:ext cx="137100" cy="5143500"/>
          </a:xfrm>
          <a:prstGeom prst="rect">
            <a:avLst/>
          </a:prstGeom>
          <a:solidFill>
            <a:srgbClr val="5F5F6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4523699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311708" y="744575"/>
            <a:ext cx="8520600" cy="2052675"/>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3600"/>
            </a:lvl1pPr>
            <a:lvl2pPr lvl="1" algn="ctr">
              <a:spcBef>
                <a:spcPts val="0"/>
              </a:spcBef>
              <a:spcAft>
                <a:spcPts val="0"/>
              </a:spcAft>
              <a:buSzPts val="5200"/>
              <a:buNone/>
              <a:defRPr sz="3600"/>
            </a:lvl2pPr>
            <a:lvl3pPr lvl="2" algn="ctr">
              <a:spcBef>
                <a:spcPts val="0"/>
              </a:spcBef>
              <a:spcAft>
                <a:spcPts val="0"/>
              </a:spcAft>
              <a:buSzPts val="5200"/>
              <a:buNone/>
              <a:defRPr sz="3600"/>
            </a:lvl3pPr>
            <a:lvl4pPr lvl="3" algn="ctr">
              <a:spcBef>
                <a:spcPts val="0"/>
              </a:spcBef>
              <a:spcAft>
                <a:spcPts val="0"/>
              </a:spcAft>
              <a:buSzPts val="5200"/>
              <a:buNone/>
              <a:defRPr sz="3600"/>
            </a:lvl4pPr>
            <a:lvl5pPr lvl="4" algn="ctr">
              <a:spcBef>
                <a:spcPts val="0"/>
              </a:spcBef>
              <a:spcAft>
                <a:spcPts val="0"/>
              </a:spcAft>
              <a:buSzPts val="5200"/>
              <a:buNone/>
              <a:defRPr sz="3600"/>
            </a:lvl5pPr>
            <a:lvl6pPr lvl="5" algn="ctr">
              <a:spcBef>
                <a:spcPts val="0"/>
              </a:spcBef>
              <a:spcAft>
                <a:spcPts val="0"/>
              </a:spcAft>
              <a:buSzPts val="5200"/>
              <a:buNone/>
              <a:defRPr sz="3600"/>
            </a:lvl6pPr>
            <a:lvl7pPr lvl="6" algn="ctr">
              <a:spcBef>
                <a:spcPts val="0"/>
              </a:spcBef>
              <a:spcAft>
                <a:spcPts val="0"/>
              </a:spcAft>
              <a:buSzPts val="5200"/>
              <a:buNone/>
              <a:defRPr sz="3600"/>
            </a:lvl7pPr>
            <a:lvl8pPr lvl="7" algn="ctr">
              <a:spcBef>
                <a:spcPts val="0"/>
              </a:spcBef>
              <a:spcAft>
                <a:spcPts val="0"/>
              </a:spcAft>
              <a:buSzPts val="5200"/>
              <a:buNone/>
              <a:defRPr sz="3600"/>
            </a:lvl8pPr>
            <a:lvl9pPr lvl="8" algn="ctr">
              <a:spcBef>
                <a:spcPts val="0"/>
              </a:spcBef>
              <a:spcAft>
                <a:spcPts val="0"/>
              </a:spcAft>
              <a:buSzPts val="5200"/>
              <a:buNone/>
              <a:defRPr sz="3600"/>
            </a:lvl9pPr>
          </a:lstStyle>
          <a:p>
            <a:endParaRPr/>
          </a:p>
        </p:txBody>
      </p:sp>
      <p:sp>
        <p:nvSpPr>
          <p:cNvPr id="15" name="Google Shape;15;p2"/>
          <p:cNvSpPr txBox="1">
            <a:spLocks noGrp="1"/>
          </p:cNvSpPr>
          <p:nvPr>
            <p:ph type="subTitle" idx="1"/>
          </p:nvPr>
        </p:nvSpPr>
        <p:spPr>
          <a:xfrm>
            <a:off x="311700" y="2834125"/>
            <a:ext cx="8520600" cy="79267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939"/>
            </a:lvl1pPr>
            <a:lvl2pPr lvl="1" algn="ctr">
              <a:lnSpc>
                <a:spcPct val="100000"/>
              </a:lnSpc>
              <a:spcBef>
                <a:spcPts val="0"/>
              </a:spcBef>
              <a:spcAft>
                <a:spcPts val="0"/>
              </a:spcAft>
              <a:buSzPts val="2800"/>
              <a:buNone/>
              <a:defRPr sz="1939"/>
            </a:lvl2pPr>
            <a:lvl3pPr lvl="2" algn="ctr">
              <a:lnSpc>
                <a:spcPct val="100000"/>
              </a:lnSpc>
              <a:spcBef>
                <a:spcPts val="0"/>
              </a:spcBef>
              <a:spcAft>
                <a:spcPts val="0"/>
              </a:spcAft>
              <a:buSzPts val="2800"/>
              <a:buNone/>
              <a:defRPr sz="1939"/>
            </a:lvl3pPr>
            <a:lvl4pPr lvl="3" algn="ctr">
              <a:lnSpc>
                <a:spcPct val="100000"/>
              </a:lnSpc>
              <a:spcBef>
                <a:spcPts val="0"/>
              </a:spcBef>
              <a:spcAft>
                <a:spcPts val="0"/>
              </a:spcAft>
              <a:buSzPts val="2800"/>
              <a:buNone/>
              <a:defRPr sz="1939"/>
            </a:lvl4pPr>
            <a:lvl5pPr lvl="4" algn="ctr">
              <a:lnSpc>
                <a:spcPct val="100000"/>
              </a:lnSpc>
              <a:spcBef>
                <a:spcPts val="0"/>
              </a:spcBef>
              <a:spcAft>
                <a:spcPts val="0"/>
              </a:spcAft>
              <a:buSzPts val="2800"/>
              <a:buNone/>
              <a:defRPr sz="1939"/>
            </a:lvl5pPr>
            <a:lvl6pPr lvl="5" algn="ctr">
              <a:lnSpc>
                <a:spcPct val="100000"/>
              </a:lnSpc>
              <a:spcBef>
                <a:spcPts val="0"/>
              </a:spcBef>
              <a:spcAft>
                <a:spcPts val="0"/>
              </a:spcAft>
              <a:buSzPts val="2800"/>
              <a:buNone/>
              <a:defRPr sz="1939"/>
            </a:lvl6pPr>
            <a:lvl7pPr lvl="6" algn="ctr">
              <a:lnSpc>
                <a:spcPct val="100000"/>
              </a:lnSpc>
              <a:spcBef>
                <a:spcPts val="0"/>
              </a:spcBef>
              <a:spcAft>
                <a:spcPts val="0"/>
              </a:spcAft>
              <a:buSzPts val="2800"/>
              <a:buNone/>
              <a:defRPr sz="1939"/>
            </a:lvl7pPr>
            <a:lvl8pPr lvl="7" algn="ctr">
              <a:lnSpc>
                <a:spcPct val="100000"/>
              </a:lnSpc>
              <a:spcBef>
                <a:spcPts val="0"/>
              </a:spcBef>
              <a:spcAft>
                <a:spcPts val="0"/>
              </a:spcAft>
              <a:buSzPts val="2800"/>
              <a:buNone/>
              <a:defRPr sz="1939"/>
            </a:lvl8pPr>
            <a:lvl9pPr lvl="8" algn="ctr">
              <a:lnSpc>
                <a:spcPct val="100000"/>
              </a:lnSpc>
              <a:spcBef>
                <a:spcPts val="0"/>
              </a:spcBef>
              <a:spcAft>
                <a:spcPts val="0"/>
              </a:spcAft>
              <a:buSzPts val="2800"/>
              <a:buNone/>
              <a:defRPr sz="1939"/>
            </a:lvl9pPr>
          </a:lstStyle>
          <a:p>
            <a:endParaRPr/>
          </a:p>
        </p:txBody>
      </p:sp>
      <p:sp>
        <p:nvSpPr>
          <p:cNvPr id="16" name="Google Shape;16;p2"/>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150850"/>
            <a:ext cx="8520600" cy="841725"/>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2492"/>
            </a:lvl1pPr>
            <a:lvl2pPr lvl="1" algn="ctr">
              <a:spcBef>
                <a:spcPts val="0"/>
              </a:spcBef>
              <a:spcAft>
                <a:spcPts val="0"/>
              </a:spcAft>
              <a:buSzPts val="3600"/>
              <a:buNone/>
              <a:defRPr sz="2492"/>
            </a:lvl2pPr>
            <a:lvl3pPr lvl="2" algn="ctr">
              <a:spcBef>
                <a:spcPts val="0"/>
              </a:spcBef>
              <a:spcAft>
                <a:spcPts val="0"/>
              </a:spcAft>
              <a:buSzPts val="3600"/>
              <a:buNone/>
              <a:defRPr sz="2492"/>
            </a:lvl3pPr>
            <a:lvl4pPr lvl="3" algn="ctr">
              <a:spcBef>
                <a:spcPts val="0"/>
              </a:spcBef>
              <a:spcAft>
                <a:spcPts val="0"/>
              </a:spcAft>
              <a:buSzPts val="3600"/>
              <a:buNone/>
              <a:defRPr sz="2492"/>
            </a:lvl4pPr>
            <a:lvl5pPr lvl="4" algn="ctr">
              <a:spcBef>
                <a:spcPts val="0"/>
              </a:spcBef>
              <a:spcAft>
                <a:spcPts val="0"/>
              </a:spcAft>
              <a:buSzPts val="3600"/>
              <a:buNone/>
              <a:defRPr sz="2492"/>
            </a:lvl5pPr>
            <a:lvl6pPr lvl="5" algn="ctr">
              <a:spcBef>
                <a:spcPts val="0"/>
              </a:spcBef>
              <a:spcAft>
                <a:spcPts val="0"/>
              </a:spcAft>
              <a:buSzPts val="3600"/>
              <a:buNone/>
              <a:defRPr sz="2492"/>
            </a:lvl6pPr>
            <a:lvl7pPr lvl="6" algn="ctr">
              <a:spcBef>
                <a:spcPts val="0"/>
              </a:spcBef>
              <a:spcAft>
                <a:spcPts val="0"/>
              </a:spcAft>
              <a:buSzPts val="3600"/>
              <a:buNone/>
              <a:defRPr sz="2492"/>
            </a:lvl7pPr>
            <a:lvl8pPr lvl="7" algn="ctr">
              <a:spcBef>
                <a:spcPts val="0"/>
              </a:spcBef>
              <a:spcAft>
                <a:spcPts val="0"/>
              </a:spcAft>
              <a:buSzPts val="3600"/>
              <a:buNone/>
              <a:defRPr sz="2492"/>
            </a:lvl8pPr>
            <a:lvl9pPr lvl="8" algn="ctr">
              <a:spcBef>
                <a:spcPts val="0"/>
              </a:spcBef>
              <a:spcAft>
                <a:spcPts val="0"/>
              </a:spcAft>
              <a:buSzPts val="3600"/>
              <a:buNone/>
              <a:defRPr sz="2492"/>
            </a:lvl9pPr>
          </a:lstStyle>
          <a:p>
            <a:endParaRPr/>
          </a:p>
        </p:txBody>
      </p:sp>
      <p:sp>
        <p:nvSpPr>
          <p:cNvPr id="19" name="Google Shape;19;p3"/>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316531" lvl="0" indent="-219813">
              <a:spcBef>
                <a:spcPts val="0"/>
              </a:spcBef>
              <a:spcAft>
                <a:spcPts val="0"/>
              </a:spcAft>
              <a:buSzPts val="1400"/>
              <a:buChar char="●"/>
              <a:defRPr sz="969"/>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316531" lvl="0" indent="-219813">
              <a:spcBef>
                <a:spcPts val="0"/>
              </a:spcBef>
              <a:spcAft>
                <a:spcPts val="0"/>
              </a:spcAft>
              <a:buSzPts val="1400"/>
              <a:buChar char="●"/>
              <a:defRPr sz="969"/>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28" name="Google Shape;28;p5"/>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75"/>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1661"/>
            </a:lvl1pPr>
            <a:lvl2pPr lvl="1">
              <a:spcBef>
                <a:spcPts val="0"/>
              </a:spcBef>
              <a:spcAft>
                <a:spcPts val="0"/>
              </a:spcAft>
              <a:buSzPts val="2400"/>
              <a:buNone/>
              <a:defRPr sz="1661"/>
            </a:lvl2pPr>
            <a:lvl3pPr lvl="2">
              <a:spcBef>
                <a:spcPts val="0"/>
              </a:spcBef>
              <a:spcAft>
                <a:spcPts val="0"/>
              </a:spcAft>
              <a:buSzPts val="2400"/>
              <a:buNone/>
              <a:defRPr sz="1661"/>
            </a:lvl3pPr>
            <a:lvl4pPr lvl="3">
              <a:spcBef>
                <a:spcPts val="0"/>
              </a:spcBef>
              <a:spcAft>
                <a:spcPts val="0"/>
              </a:spcAft>
              <a:buSzPts val="2400"/>
              <a:buNone/>
              <a:defRPr sz="1661"/>
            </a:lvl4pPr>
            <a:lvl5pPr lvl="4">
              <a:spcBef>
                <a:spcPts val="0"/>
              </a:spcBef>
              <a:spcAft>
                <a:spcPts val="0"/>
              </a:spcAft>
              <a:buSzPts val="2400"/>
              <a:buNone/>
              <a:defRPr sz="1661"/>
            </a:lvl5pPr>
            <a:lvl6pPr lvl="5">
              <a:spcBef>
                <a:spcPts val="0"/>
              </a:spcBef>
              <a:spcAft>
                <a:spcPts val="0"/>
              </a:spcAft>
              <a:buSzPts val="2400"/>
              <a:buNone/>
              <a:defRPr sz="1661"/>
            </a:lvl6pPr>
            <a:lvl7pPr lvl="6">
              <a:spcBef>
                <a:spcPts val="0"/>
              </a:spcBef>
              <a:spcAft>
                <a:spcPts val="0"/>
              </a:spcAft>
              <a:buSzPts val="2400"/>
              <a:buNone/>
              <a:defRPr sz="1661"/>
            </a:lvl7pPr>
            <a:lvl8pPr lvl="7">
              <a:spcBef>
                <a:spcPts val="0"/>
              </a:spcBef>
              <a:spcAft>
                <a:spcPts val="0"/>
              </a:spcAft>
              <a:buSzPts val="2400"/>
              <a:buNone/>
              <a:defRPr sz="1661"/>
            </a:lvl8pPr>
            <a:lvl9pPr lvl="8">
              <a:spcBef>
                <a:spcPts val="0"/>
              </a:spcBef>
              <a:spcAft>
                <a:spcPts val="0"/>
              </a:spcAft>
              <a:buSzPts val="2400"/>
              <a:buNone/>
              <a:defRPr sz="1661"/>
            </a:lvl9pPr>
          </a:lstStyle>
          <a:p>
            <a:endParaRPr/>
          </a:p>
        </p:txBody>
      </p:sp>
      <p:sp>
        <p:nvSpPr>
          <p:cNvPr id="34" name="Google Shape;34;p7"/>
          <p:cNvSpPr txBox="1">
            <a:spLocks noGrp="1"/>
          </p:cNvSpPr>
          <p:nvPr>
            <p:ph type="body" idx="1"/>
          </p:nvPr>
        </p:nvSpPr>
        <p:spPr>
          <a:xfrm>
            <a:off x="311700" y="1389600"/>
            <a:ext cx="2808000" cy="3179475"/>
          </a:xfrm>
          <a:prstGeom prst="rect">
            <a:avLst/>
          </a:prstGeom>
        </p:spPr>
        <p:txBody>
          <a:bodyPr spcFirstLastPara="1" wrap="square" lIns="91425" tIns="91425" rIns="91425" bIns="91425" anchor="t" anchorCtr="0">
            <a:noAutofit/>
          </a:bodyPr>
          <a:lstStyle>
            <a:lvl1pPr marL="316531" lvl="0" indent="-211021">
              <a:spcBef>
                <a:spcPts val="0"/>
              </a:spcBef>
              <a:spcAft>
                <a:spcPts val="0"/>
              </a:spcAft>
              <a:buSzPts val="1200"/>
              <a:buChar char="●"/>
              <a:defRPr sz="831"/>
            </a:lvl1pPr>
            <a:lvl2pPr marL="633062" lvl="1" indent="-211021">
              <a:spcBef>
                <a:spcPts val="1108"/>
              </a:spcBef>
              <a:spcAft>
                <a:spcPts val="0"/>
              </a:spcAft>
              <a:buSzPts val="1200"/>
              <a:buChar char="○"/>
              <a:defRPr sz="831"/>
            </a:lvl2pPr>
            <a:lvl3pPr marL="949593" lvl="2" indent="-211021">
              <a:spcBef>
                <a:spcPts val="1108"/>
              </a:spcBef>
              <a:spcAft>
                <a:spcPts val="0"/>
              </a:spcAft>
              <a:buSzPts val="1200"/>
              <a:buChar char="■"/>
              <a:defRPr sz="831"/>
            </a:lvl3pPr>
            <a:lvl4pPr marL="1266124" lvl="3" indent="-211021">
              <a:spcBef>
                <a:spcPts val="1108"/>
              </a:spcBef>
              <a:spcAft>
                <a:spcPts val="0"/>
              </a:spcAft>
              <a:buSzPts val="1200"/>
              <a:buChar char="●"/>
              <a:defRPr sz="831"/>
            </a:lvl4pPr>
            <a:lvl5pPr marL="1582655" lvl="4" indent="-211021">
              <a:spcBef>
                <a:spcPts val="1108"/>
              </a:spcBef>
              <a:spcAft>
                <a:spcPts val="0"/>
              </a:spcAft>
              <a:buSzPts val="1200"/>
              <a:buChar char="○"/>
              <a:defRPr sz="831"/>
            </a:lvl5pPr>
            <a:lvl6pPr marL="1899186" lvl="5" indent="-211021">
              <a:spcBef>
                <a:spcPts val="1108"/>
              </a:spcBef>
              <a:spcAft>
                <a:spcPts val="0"/>
              </a:spcAft>
              <a:buSzPts val="1200"/>
              <a:buChar char="■"/>
              <a:defRPr sz="831"/>
            </a:lvl6pPr>
            <a:lvl7pPr marL="2215717" lvl="6" indent="-211021">
              <a:spcBef>
                <a:spcPts val="1108"/>
              </a:spcBef>
              <a:spcAft>
                <a:spcPts val="0"/>
              </a:spcAft>
              <a:buSzPts val="1200"/>
              <a:buChar char="●"/>
              <a:defRPr sz="831"/>
            </a:lvl7pPr>
            <a:lvl8pPr marL="2532248" lvl="7" indent="-211021">
              <a:spcBef>
                <a:spcPts val="1108"/>
              </a:spcBef>
              <a:spcAft>
                <a:spcPts val="0"/>
              </a:spcAft>
              <a:buSzPts val="1200"/>
              <a:buChar char="○"/>
              <a:defRPr sz="831"/>
            </a:lvl8pPr>
            <a:lvl9pPr marL="2848779" lvl="8" indent="-211021">
              <a:spcBef>
                <a:spcPts val="1108"/>
              </a:spcBef>
              <a:spcAft>
                <a:spcPts val="1108"/>
              </a:spcAft>
              <a:buSzPts val="1200"/>
              <a:buChar char="■"/>
              <a:defRPr sz="831"/>
            </a:lvl9pPr>
          </a:lstStyle>
          <a:p>
            <a:endParaRPr/>
          </a:p>
        </p:txBody>
      </p:sp>
      <p:sp>
        <p:nvSpPr>
          <p:cNvPr id="35" name="Google Shape;35;p7"/>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725"/>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3323"/>
            </a:lvl1pPr>
            <a:lvl2pPr lvl="1">
              <a:spcBef>
                <a:spcPts val="0"/>
              </a:spcBef>
              <a:spcAft>
                <a:spcPts val="0"/>
              </a:spcAft>
              <a:buSzPts val="4800"/>
              <a:buNone/>
              <a:defRPr sz="3323"/>
            </a:lvl2pPr>
            <a:lvl3pPr lvl="2">
              <a:spcBef>
                <a:spcPts val="0"/>
              </a:spcBef>
              <a:spcAft>
                <a:spcPts val="0"/>
              </a:spcAft>
              <a:buSzPts val="4800"/>
              <a:buNone/>
              <a:defRPr sz="3323"/>
            </a:lvl3pPr>
            <a:lvl4pPr lvl="3">
              <a:spcBef>
                <a:spcPts val="0"/>
              </a:spcBef>
              <a:spcAft>
                <a:spcPts val="0"/>
              </a:spcAft>
              <a:buSzPts val="4800"/>
              <a:buNone/>
              <a:defRPr sz="3323"/>
            </a:lvl4pPr>
            <a:lvl5pPr lvl="4">
              <a:spcBef>
                <a:spcPts val="0"/>
              </a:spcBef>
              <a:spcAft>
                <a:spcPts val="0"/>
              </a:spcAft>
              <a:buSzPts val="4800"/>
              <a:buNone/>
              <a:defRPr sz="3323"/>
            </a:lvl5pPr>
            <a:lvl6pPr lvl="5">
              <a:spcBef>
                <a:spcPts val="0"/>
              </a:spcBef>
              <a:spcAft>
                <a:spcPts val="0"/>
              </a:spcAft>
              <a:buSzPts val="4800"/>
              <a:buNone/>
              <a:defRPr sz="3323"/>
            </a:lvl6pPr>
            <a:lvl7pPr lvl="6">
              <a:spcBef>
                <a:spcPts val="0"/>
              </a:spcBef>
              <a:spcAft>
                <a:spcPts val="0"/>
              </a:spcAft>
              <a:buSzPts val="4800"/>
              <a:buNone/>
              <a:defRPr sz="3323"/>
            </a:lvl7pPr>
            <a:lvl8pPr lvl="7">
              <a:spcBef>
                <a:spcPts val="0"/>
              </a:spcBef>
              <a:spcAft>
                <a:spcPts val="0"/>
              </a:spcAft>
              <a:buSzPts val="4800"/>
              <a:buNone/>
              <a:defRPr sz="3323"/>
            </a:lvl8pPr>
            <a:lvl9pPr lvl="8">
              <a:spcBef>
                <a:spcPts val="0"/>
              </a:spcBef>
              <a:spcAft>
                <a:spcPts val="0"/>
              </a:spcAft>
              <a:buSzPts val="4800"/>
              <a:buNone/>
              <a:defRPr sz="3323"/>
            </a:lvl9pPr>
          </a:lstStyle>
          <a:p>
            <a:endParaRPr/>
          </a:p>
        </p:txBody>
      </p:sp>
      <p:sp>
        <p:nvSpPr>
          <p:cNvPr id="38" name="Google Shape;38;p8"/>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63294" tIns="63294" rIns="63294" bIns="63294" anchor="ctr" anchorCtr="0">
            <a:noAutofit/>
          </a:bodyPr>
          <a:lstStyle/>
          <a:p>
            <a:pPr marL="0" lvl="0" indent="0" algn="l" rtl="0">
              <a:spcBef>
                <a:spcPts val="0"/>
              </a:spcBef>
              <a:spcAft>
                <a:spcPts val="0"/>
              </a:spcAft>
              <a:buNone/>
            </a:pPr>
            <a:endParaRPr sz="969"/>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2908"/>
            </a:lvl1pPr>
            <a:lvl2pPr lvl="1" algn="ctr">
              <a:spcBef>
                <a:spcPts val="0"/>
              </a:spcBef>
              <a:spcAft>
                <a:spcPts val="0"/>
              </a:spcAft>
              <a:buSzPts val="4200"/>
              <a:buNone/>
              <a:defRPr sz="2908"/>
            </a:lvl2pPr>
            <a:lvl3pPr lvl="2" algn="ctr">
              <a:spcBef>
                <a:spcPts val="0"/>
              </a:spcBef>
              <a:spcAft>
                <a:spcPts val="0"/>
              </a:spcAft>
              <a:buSzPts val="4200"/>
              <a:buNone/>
              <a:defRPr sz="2908"/>
            </a:lvl3pPr>
            <a:lvl4pPr lvl="3" algn="ctr">
              <a:spcBef>
                <a:spcPts val="0"/>
              </a:spcBef>
              <a:spcAft>
                <a:spcPts val="0"/>
              </a:spcAft>
              <a:buSzPts val="4200"/>
              <a:buNone/>
              <a:defRPr sz="2908"/>
            </a:lvl4pPr>
            <a:lvl5pPr lvl="4" algn="ctr">
              <a:spcBef>
                <a:spcPts val="0"/>
              </a:spcBef>
              <a:spcAft>
                <a:spcPts val="0"/>
              </a:spcAft>
              <a:buSzPts val="4200"/>
              <a:buNone/>
              <a:defRPr sz="2908"/>
            </a:lvl5pPr>
            <a:lvl6pPr lvl="5" algn="ctr">
              <a:spcBef>
                <a:spcPts val="0"/>
              </a:spcBef>
              <a:spcAft>
                <a:spcPts val="0"/>
              </a:spcAft>
              <a:buSzPts val="4200"/>
              <a:buNone/>
              <a:defRPr sz="2908"/>
            </a:lvl6pPr>
            <a:lvl7pPr lvl="6" algn="ctr">
              <a:spcBef>
                <a:spcPts val="0"/>
              </a:spcBef>
              <a:spcAft>
                <a:spcPts val="0"/>
              </a:spcAft>
              <a:buSzPts val="4200"/>
              <a:buNone/>
              <a:defRPr sz="2908"/>
            </a:lvl7pPr>
            <a:lvl8pPr lvl="7" algn="ctr">
              <a:spcBef>
                <a:spcPts val="0"/>
              </a:spcBef>
              <a:spcAft>
                <a:spcPts val="0"/>
              </a:spcAft>
              <a:buSzPts val="4200"/>
              <a:buNone/>
              <a:defRPr sz="2908"/>
            </a:lvl8pPr>
            <a:lvl9pPr lvl="8" algn="ctr">
              <a:spcBef>
                <a:spcPts val="0"/>
              </a:spcBef>
              <a:spcAft>
                <a:spcPts val="0"/>
              </a:spcAft>
              <a:buSzPts val="4200"/>
              <a:buNone/>
              <a:defRPr sz="2908"/>
            </a:lvl9pPr>
          </a:lstStyle>
          <a:p>
            <a:endParaRPr/>
          </a:p>
        </p:txBody>
      </p:sp>
      <p:sp>
        <p:nvSpPr>
          <p:cNvPr id="42" name="Google Shape;42;p9"/>
          <p:cNvSpPr txBox="1">
            <a:spLocks noGrp="1"/>
          </p:cNvSpPr>
          <p:nvPr>
            <p:ph type="subTitle" idx="1"/>
          </p:nvPr>
        </p:nvSpPr>
        <p:spPr>
          <a:xfrm>
            <a:off x="265500" y="2803075"/>
            <a:ext cx="4045200" cy="123502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454"/>
            </a:lvl1pPr>
            <a:lvl2pPr lvl="1" algn="ctr">
              <a:lnSpc>
                <a:spcPct val="100000"/>
              </a:lnSpc>
              <a:spcBef>
                <a:spcPts val="0"/>
              </a:spcBef>
              <a:spcAft>
                <a:spcPts val="0"/>
              </a:spcAft>
              <a:buSzPts val="2100"/>
              <a:buNone/>
              <a:defRPr sz="1454"/>
            </a:lvl2pPr>
            <a:lvl3pPr lvl="2" algn="ctr">
              <a:lnSpc>
                <a:spcPct val="100000"/>
              </a:lnSpc>
              <a:spcBef>
                <a:spcPts val="0"/>
              </a:spcBef>
              <a:spcAft>
                <a:spcPts val="0"/>
              </a:spcAft>
              <a:buSzPts val="2100"/>
              <a:buNone/>
              <a:defRPr sz="1454"/>
            </a:lvl3pPr>
            <a:lvl4pPr lvl="3" algn="ctr">
              <a:lnSpc>
                <a:spcPct val="100000"/>
              </a:lnSpc>
              <a:spcBef>
                <a:spcPts val="0"/>
              </a:spcBef>
              <a:spcAft>
                <a:spcPts val="0"/>
              </a:spcAft>
              <a:buSzPts val="2100"/>
              <a:buNone/>
              <a:defRPr sz="1454"/>
            </a:lvl4pPr>
            <a:lvl5pPr lvl="4" algn="ctr">
              <a:lnSpc>
                <a:spcPct val="100000"/>
              </a:lnSpc>
              <a:spcBef>
                <a:spcPts val="0"/>
              </a:spcBef>
              <a:spcAft>
                <a:spcPts val="0"/>
              </a:spcAft>
              <a:buSzPts val="2100"/>
              <a:buNone/>
              <a:defRPr sz="1454"/>
            </a:lvl5pPr>
            <a:lvl6pPr lvl="5" algn="ctr">
              <a:lnSpc>
                <a:spcPct val="100000"/>
              </a:lnSpc>
              <a:spcBef>
                <a:spcPts val="0"/>
              </a:spcBef>
              <a:spcAft>
                <a:spcPts val="0"/>
              </a:spcAft>
              <a:buSzPts val="2100"/>
              <a:buNone/>
              <a:defRPr sz="1454"/>
            </a:lvl6pPr>
            <a:lvl7pPr lvl="6" algn="ctr">
              <a:lnSpc>
                <a:spcPct val="100000"/>
              </a:lnSpc>
              <a:spcBef>
                <a:spcPts val="0"/>
              </a:spcBef>
              <a:spcAft>
                <a:spcPts val="0"/>
              </a:spcAft>
              <a:buSzPts val="2100"/>
              <a:buNone/>
              <a:defRPr sz="1454"/>
            </a:lvl7pPr>
            <a:lvl8pPr lvl="7" algn="ctr">
              <a:lnSpc>
                <a:spcPct val="100000"/>
              </a:lnSpc>
              <a:spcBef>
                <a:spcPts val="0"/>
              </a:spcBef>
              <a:spcAft>
                <a:spcPts val="0"/>
              </a:spcAft>
              <a:buSzPts val="2100"/>
              <a:buNone/>
              <a:defRPr sz="1454"/>
            </a:lvl8pPr>
            <a:lvl9pPr lvl="8" algn="ctr">
              <a:lnSpc>
                <a:spcPct val="100000"/>
              </a:lnSpc>
              <a:spcBef>
                <a:spcPts val="0"/>
              </a:spcBef>
              <a:spcAft>
                <a:spcPts val="0"/>
              </a:spcAft>
              <a:buSzPts val="2100"/>
              <a:buNone/>
              <a:defRPr sz="1454"/>
            </a:lvl9pPr>
          </a:lstStyle>
          <a:p>
            <a:endParaRPr/>
          </a:p>
        </p:txBody>
      </p:sp>
      <p:sp>
        <p:nvSpPr>
          <p:cNvPr id="43" name="Google Shape;43;p9"/>
          <p:cNvSpPr txBox="1">
            <a:spLocks noGrp="1"/>
          </p:cNvSpPr>
          <p:nvPr>
            <p:ph type="body" idx="2"/>
          </p:nvPr>
        </p:nvSpPr>
        <p:spPr>
          <a:xfrm>
            <a:off x="4939500" y="724075"/>
            <a:ext cx="3837000" cy="3695175"/>
          </a:xfrm>
          <a:prstGeom prst="rect">
            <a:avLst/>
          </a:prstGeom>
        </p:spPr>
        <p:txBody>
          <a:bodyPr spcFirstLastPara="1" wrap="square" lIns="91425" tIns="91425" rIns="91425" bIns="91425" anchor="ctr" anchorCtr="0">
            <a:noAutofit/>
          </a:bodyPr>
          <a:lstStyle>
            <a:lvl1pPr marL="316531" lvl="0" indent="-237398">
              <a:spcBef>
                <a:spcPts val="0"/>
              </a:spcBef>
              <a:spcAft>
                <a:spcPts val="0"/>
              </a:spcAft>
              <a:buSzPts val="1800"/>
              <a:buChar char="●"/>
              <a:defRPr/>
            </a:lvl1pPr>
            <a:lvl2pPr marL="633062" lvl="1" indent="-219813">
              <a:spcBef>
                <a:spcPts val="1108"/>
              </a:spcBef>
              <a:spcAft>
                <a:spcPts val="0"/>
              </a:spcAft>
              <a:buSzPts val="1400"/>
              <a:buChar char="○"/>
              <a:defRPr/>
            </a:lvl2pPr>
            <a:lvl3pPr marL="949593" lvl="2" indent="-219813">
              <a:spcBef>
                <a:spcPts val="1108"/>
              </a:spcBef>
              <a:spcAft>
                <a:spcPts val="0"/>
              </a:spcAft>
              <a:buSzPts val="1400"/>
              <a:buChar char="■"/>
              <a:defRPr/>
            </a:lvl3pPr>
            <a:lvl4pPr marL="1266124" lvl="3" indent="-219813">
              <a:spcBef>
                <a:spcPts val="1108"/>
              </a:spcBef>
              <a:spcAft>
                <a:spcPts val="0"/>
              </a:spcAft>
              <a:buSzPts val="1400"/>
              <a:buChar char="●"/>
              <a:defRPr/>
            </a:lvl4pPr>
            <a:lvl5pPr marL="1582655" lvl="4" indent="-219813">
              <a:spcBef>
                <a:spcPts val="1108"/>
              </a:spcBef>
              <a:spcAft>
                <a:spcPts val="0"/>
              </a:spcAft>
              <a:buSzPts val="1400"/>
              <a:buChar char="○"/>
              <a:defRPr/>
            </a:lvl5pPr>
            <a:lvl6pPr marL="1899186" lvl="5" indent="-219813">
              <a:spcBef>
                <a:spcPts val="1108"/>
              </a:spcBef>
              <a:spcAft>
                <a:spcPts val="0"/>
              </a:spcAft>
              <a:buSzPts val="1400"/>
              <a:buChar char="■"/>
              <a:defRPr/>
            </a:lvl6pPr>
            <a:lvl7pPr marL="2215717" lvl="6" indent="-219813">
              <a:spcBef>
                <a:spcPts val="1108"/>
              </a:spcBef>
              <a:spcAft>
                <a:spcPts val="0"/>
              </a:spcAft>
              <a:buSzPts val="1400"/>
              <a:buChar char="●"/>
              <a:defRPr/>
            </a:lvl7pPr>
            <a:lvl8pPr marL="2532248" lvl="7" indent="-219813">
              <a:spcBef>
                <a:spcPts val="1108"/>
              </a:spcBef>
              <a:spcAft>
                <a:spcPts val="0"/>
              </a:spcAft>
              <a:buSzPts val="1400"/>
              <a:buChar char="○"/>
              <a:defRPr/>
            </a:lvl8pPr>
            <a:lvl9pPr marL="2848779" lvl="8" indent="-219813">
              <a:spcBef>
                <a:spcPts val="1108"/>
              </a:spcBef>
              <a:spcAft>
                <a:spcPts val="1108"/>
              </a:spcAft>
              <a:buSzPts val="1400"/>
              <a:buChar char="■"/>
              <a:defRPr/>
            </a:lvl9pPr>
          </a:lstStyle>
          <a:p>
            <a:endParaRPr/>
          </a:p>
        </p:txBody>
      </p:sp>
      <p:sp>
        <p:nvSpPr>
          <p:cNvPr id="44" name="Google Shape;44;p9"/>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025"/>
          </a:xfrm>
          <a:prstGeom prst="rect">
            <a:avLst/>
          </a:prstGeom>
        </p:spPr>
        <p:txBody>
          <a:bodyPr spcFirstLastPara="1" wrap="square" lIns="91425" tIns="91425" rIns="91425" bIns="91425" anchor="ctr" anchorCtr="0">
            <a:noAutofit/>
          </a:bodyPr>
          <a:lstStyle>
            <a:lvl1pPr marL="316531" lvl="0" indent="-158266">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5"/>
            <a:ext cx="8520600" cy="1963575"/>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308"/>
            </a:lvl1pPr>
            <a:lvl2pPr lvl="1" algn="ctr">
              <a:spcBef>
                <a:spcPts val="0"/>
              </a:spcBef>
              <a:spcAft>
                <a:spcPts val="0"/>
              </a:spcAft>
              <a:buSzPts val="12000"/>
              <a:buNone/>
              <a:defRPr sz="8308"/>
            </a:lvl2pPr>
            <a:lvl3pPr lvl="2" algn="ctr">
              <a:spcBef>
                <a:spcPts val="0"/>
              </a:spcBef>
              <a:spcAft>
                <a:spcPts val="0"/>
              </a:spcAft>
              <a:buSzPts val="12000"/>
              <a:buNone/>
              <a:defRPr sz="8308"/>
            </a:lvl3pPr>
            <a:lvl4pPr lvl="3" algn="ctr">
              <a:spcBef>
                <a:spcPts val="0"/>
              </a:spcBef>
              <a:spcAft>
                <a:spcPts val="0"/>
              </a:spcAft>
              <a:buSzPts val="12000"/>
              <a:buNone/>
              <a:defRPr sz="8308"/>
            </a:lvl4pPr>
            <a:lvl5pPr lvl="4" algn="ctr">
              <a:spcBef>
                <a:spcPts val="0"/>
              </a:spcBef>
              <a:spcAft>
                <a:spcPts val="0"/>
              </a:spcAft>
              <a:buSzPts val="12000"/>
              <a:buNone/>
              <a:defRPr sz="8308"/>
            </a:lvl5pPr>
            <a:lvl6pPr lvl="5" algn="ctr">
              <a:spcBef>
                <a:spcPts val="0"/>
              </a:spcBef>
              <a:spcAft>
                <a:spcPts val="0"/>
              </a:spcAft>
              <a:buSzPts val="12000"/>
              <a:buNone/>
              <a:defRPr sz="8308"/>
            </a:lvl6pPr>
            <a:lvl7pPr lvl="6" algn="ctr">
              <a:spcBef>
                <a:spcPts val="0"/>
              </a:spcBef>
              <a:spcAft>
                <a:spcPts val="0"/>
              </a:spcAft>
              <a:buSzPts val="12000"/>
              <a:buNone/>
              <a:defRPr sz="8308"/>
            </a:lvl7pPr>
            <a:lvl8pPr lvl="7" algn="ctr">
              <a:spcBef>
                <a:spcPts val="0"/>
              </a:spcBef>
              <a:spcAft>
                <a:spcPts val="0"/>
              </a:spcAft>
              <a:buSzPts val="12000"/>
              <a:buNone/>
              <a:defRPr sz="8308"/>
            </a:lvl8pPr>
            <a:lvl9pPr lvl="8" algn="ctr">
              <a:spcBef>
                <a:spcPts val="0"/>
              </a:spcBef>
              <a:spcAft>
                <a:spcPts val="0"/>
              </a:spcAft>
              <a:buSzPts val="12000"/>
              <a:buNone/>
              <a:defRPr sz="8308"/>
            </a:lvl9pPr>
          </a:lstStyle>
          <a:p>
            <a:r>
              <a:t>xx%</a:t>
            </a:r>
          </a:p>
        </p:txBody>
      </p:sp>
      <p:sp>
        <p:nvSpPr>
          <p:cNvPr id="50" name="Google Shape;50;p11"/>
          <p:cNvSpPr txBox="1">
            <a:spLocks noGrp="1"/>
          </p:cNvSpPr>
          <p:nvPr>
            <p:ph type="body" idx="1"/>
          </p:nvPr>
        </p:nvSpPr>
        <p:spPr>
          <a:xfrm>
            <a:off x="311700" y="3152225"/>
            <a:ext cx="8520600" cy="1300725"/>
          </a:xfrm>
          <a:prstGeom prst="rect">
            <a:avLst/>
          </a:prstGeom>
        </p:spPr>
        <p:txBody>
          <a:bodyPr spcFirstLastPara="1" wrap="square" lIns="91425" tIns="91425" rIns="91425" bIns="91425" anchor="t" anchorCtr="0">
            <a:noAutofit/>
          </a:bodyPr>
          <a:lstStyle>
            <a:lvl1pPr marL="316531" lvl="0" indent="-237398" algn="ctr">
              <a:spcBef>
                <a:spcPts val="0"/>
              </a:spcBef>
              <a:spcAft>
                <a:spcPts val="0"/>
              </a:spcAft>
              <a:buSzPts val="1800"/>
              <a:buChar char="●"/>
              <a:defRPr/>
            </a:lvl1pPr>
            <a:lvl2pPr marL="633062" lvl="1" indent="-219813" algn="ctr">
              <a:spcBef>
                <a:spcPts val="1108"/>
              </a:spcBef>
              <a:spcAft>
                <a:spcPts val="0"/>
              </a:spcAft>
              <a:buSzPts val="1400"/>
              <a:buChar char="○"/>
              <a:defRPr/>
            </a:lvl2pPr>
            <a:lvl3pPr marL="949593" lvl="2" indent="-219813" algn="ctr">
              <a:spcBef>
                <a:spcPts val="1108"/>
              </a:spcBef>
              <a:spcAft>
                <a:spcPts val="0"/>
              </a:spcAft>
              <a:buSzPts val="1400"/>
              <a:buChar char="■"/>
              <a:defRPr/>
            </a:lvl3pPr>
            <a:lvl4pPr marL="1266124" lvl="3" indent="-219813" algn="ctr">
              <a:spcBef>
                <a:spcPts val="1108"/>
              </a:spcBef>
              <a:spcAft>
                <a:spcPts val="0"/>
              </a:spcAft>
              <a:buSzPts val="1400"/>
              <a:buChar char="●"/>
              <a:defRPr/>
            </a:lvl4pPr>
            <a:lvl5pPr marL="1582655" lvl="4" indent="-219813" algn="ctr">
              <a:spcBef>
                <a:spcPts val="1108"/>
              </a:spcBef>
              <a:spcAft>
                <a:spcPts val="0"/>
              </a:spcAft>
              <a:buSzPts val="1400"/>
              <a:buChar char="○"/>
              <a:defRPr/>
            </a:lvl5pPr>
            <a:lvl6pPr marL="1899186" lvl="5" indent="-219813" algn="ctr">
              <a:spcBef>
                <a:spcPts val="1108"/>
              </a:spcBef>
              <a:spcAft>
                <a:spcPts val="0"/>
              </a:spcAft>
              <a:buSzPts val="1400"/>
              <a:buChar char="■"/>
              <a:defRPr/>
            </a:lvl6pPr>
            <a:lvl7pPr marL="2215717" lvl="6" indent="-219813" algn="ctr">
              <a:spcBef>
                <a:spcPts val="1108"/>
              </a:spcBef>
              <a:spcAft>
                <a:spcPts val="0"/>
              </a:spcAft>
              <a:buSzPts val="1400"/>
              <a:buChar char="●"/>
              <a:defRPr/>
            </a:lvl7pPr>
            <a:lvl8pPr marL="2532248" lvl="7" indent="-219813" algn="ctr">
              <a:spcBef>
                <a:spcPts val="1108"/>
              </a:spcBef>
              <a:spcAft>
                <a:spcPts val="0"/>
              </a:spcAft>
              <a:buSzPts val="1400"/>
              <a:buChar char="○"/>
              <a:defRPr/>
            </a:lvl8pPr>
            <a:lvl9pPr marL="2848779" lvl="8" indent="-219813" algn="ctr">
              <a:spcBef>
                <a:spcPts val="1108"/>
              </a:spcBef>
              <a:spcAft>
                <a:spcPts val="1108"/>
              </a:spcAft>
              <a:buSzPts val="1400"/>
              <a:buChar char="■"/>
              <a:defRPr/>
            </a:lvl9pPr>
          </a:lstStyle>
          <a:p>
            <a:endParaRPr/>
          </a:p>
        </p:txBody>
      </p:sp>
      <p:sp>
        <p:nvSpPr>
          <p:cNvPr id="51" name="Google Shape;51;p11"/>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56" name="Google Shape;56;p13"/>
          <p:cNvSpPr txBox="1">
            <a:spLocks noGrp="1"/>
          </p:cNvSpPr>
          <p:nvPr>
            <p:ph type="body" idx="1"/>
          </p:nvPr>
        </p:nvSpPr>
        <p:spPr>
          <a:xfrm>
            <a:off x="114300" y="3438525"/>
            <a:ext cx="7772400" cy="628650"/>
          </a:xfrm>
          <a:prstGeom prst="rect">
            <a:avLst/>
          </a:prstGeom>
          <a:noFill/>
          <a:ln>
            <a:noFill/>
          </a:ln>
        </p:spPr>
        <p:txBody>
          <a:bodyPr spcFirstLastPara="1" wrap="square" lIns="0" tIns="0" rIns="0" bIns="0"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717" marR="0" lvl="6"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248" marR="0" lvl="7"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79" marR="0" lvl="8"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57" name="Google Shape;57;p13"/>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8" name="Google Shape;58;p13"/>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9" name="Google Shape;59;p13"/>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ubtitle Only">
  <p:cSld name="Title and Subtitle Only">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2pPr>
            <a:lvl3pPr marR="0" lvl="2"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3pPr>
            <a:lvl4pPr marR="0" lvl="3"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4pPr>
            <a:lvl5pPr marR="0" lvl="4"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5pPr>
            <a:lvl6pPr marR="0" lvl="5"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6pPr>
            <a:lvl7pPr marR="0" lvl="6"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7pPr>
            <a:lvl8pPr marR="0" lvl="7"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8pPr>
            <a:lvl9pPr marR="0" lvl="8"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9pPr>
          </a:lstStyle>
          <a:p>
            <a:endParaRPr/>
          </a:p>
        </p:txBody>
      </p:sp>
      <p:sp>
        <p:nvSpPr>
          <p:cNvPr id="62" name="Google Shape;62;p14"/>
          <p:cNvSpPr txBox="1">
            <a:spLocks noGrp="1"/>
          </p:cNvSpPr>
          <p:nvPr>
            <p:ph type="body" idx="1"/>
          </p:nvPr>
        </p:nvSpPr>
        <p:spPr>
          <a:xfrm>
            <a:off x="685800" y="857250"/>
            <a:ext cx="7772400" cy="228600"/>
          </a:xfrm>
          <a:prstGeom prst="rect">
            <a:avLst/>
          </a:prstGeom>
          <a:noFill/>
          <a:ln>
            <a:noFill/>
          </a:ln>
        </p:spPr>
        <p:txBody>
          <a:bodyPr spcFirstLastPara="1" wrap="square" lIns="0" tIns="0" rIns="0" bIns="0" anchor="t" anchorCtr="0">
            <a:noAutofit/>
          </a:bodyPr>
          <a:lstStyle>
            <a:lvl1pPr marL="316531" marR="0" lvl="0" indent="-158266" algn="l" rtl="0">
              <a:lnSpc>
                <a:spcPct val="90000"/>
              </a:lnSpc>
              <a:spcBef>
                <a:spcPts val="831"/>
              </a:spcBef>
              <a:spcAft>
                <a:spcPts val="0"/>
              </a:spcAft>
              <a:buClr>
                <a:srgbClr val="403F42"/>
              </a:buClr>
              <a:buSzPts val="1620"/>
              <a:buFont typeface="Arial"/>
              <a:buNone/>
              <a:defRPr sz="1247" b="0" i="0" u="none" strike="noStrike" cap="none">
                <a:solidFill>
                  <a:srgbClr val="5F5F62"/>
                </a:solidFill>
                <a:latin typeface="Arial"/>
                <a:ea typeface="Arial"/>
                <a:cs typeface="Arial"/>
                <a:sym typeface="Arial"/>
              </a:defRPr>
            </a:lvl1pPr>
            <a:lvl2pPr marL="633062" marR="0" lvl="1" indent="-158266" algn="l" rtl="0">
              <a:lnSpc>
                <a:spcPct val="90000"/>
              </a:lnSpc>
              <a:spcBef>
                <a:spcPts val="554"/>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2pPr>
            <a:lvl3pPr marL="949593" marR="0" lvl="2"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3pPr>
            <a:lvl4pPr marL="1266124" marR="0" lvl="3"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4pPr>
            <a:lvl5pPr marL="1582655" marR="0" lvl="4" indent="-158266"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5pPr>
            <a:lvl6pPr marL="1899186" marR="0" lvl="5"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717" marR="0" lvl="6"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248" marR="0" lvl="7"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79" marR="0" lvl="8"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
        <p:nvSpPr>
          <p:cNvPr id="63" name="Google Shape;63;p14"/>
          <p:cNvSpPr txBox="1">
            <a:spLocks noGrp="1"/>
          </p:cNvSpPr>
          <p:nvPr>
            <p:ph type="dt" idx="10"/>
          </p:nvPr>
        </p:nvSpPr>
        <p:spPr>
          <a:xfrm>
            <a:off x="4572001" y="4898232"/>
            <a:ext cx="10209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4" name="Google Shape;64;p14"/>
          <p:cNvSpPr txBox="1">
            <a:spLocks noGrp="1"/>
          </p:cNvSpPr>
          <p:nvPr>
            <p:ph type="ftr" idx="11"/>
          </p:nvPr>
        </p:nvSpPr>
        <p:spPr>
          <a:xfrm>
            <a:off x="5715000" y="4898232"/>
            <a:ext cx="27432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5" name="Google Shape;65;p14"/>
          <p:cNvSpPr txBox="1">
            <a:spLocks noGrp="1"/>
          </p:cNvSpPr>
          <p:nvPr>
            <p:ph type="sldNum" idx="12"/>
          </p:nvPr>
        </p:nvSpPr>
        <p:spPr>
          <a:xfrm>
            <a:off x="8610600" y="4898232"/>
            <a:ext cx="304800" cy="137025"/>
          </a:xfrm>
          <a:prstGeom prst="rect">
            <a:avLst/>
          </a:prstGeom>
          <a:noFill/>
          <a:ln>
            <a:noFill/>
          </a:ln>
        </p:spPr>
        <p:txBody>
          <a:bodyPr spcFirstLastPara="1" wrap="square" lIns="0" tIns="0" rIns="0" bIns="0" anchor="b" anchorCtr="0">
            <a:noAutofit/>
          </a:bodyPr>
          <a:lstStyle>
            <a:lvl1pPr marL="0" marR="0" lvl="0" indent="0" algn="l" rtl="0">
              <a:spcBef>
                <a:spcPts val="0"/>
              </a:spcBef>
              <a:spcAft>
                <a:spcPts val="0"/>
              </a:spcAft>
              <a:buNone/>
              <a:defRPr sz="623" b="0" i="0" u="none" strike="noStrike" cap="none">
                <a:solidFill>
                  <a:srgbClr val="807F83"/>
                </a:solidFill>
                <a:latin typeface="Arial"/>
                <a:ea typeface="Arial"/>
                <a:cs typeface="Arial"/>
                <a:sym typeface="Arial"/>
              </a:defRPr>
            </a:lvl1pPr>
            <a:lvl2pPr marL="0" marR="0" lvl="1" indent="0" algn="l" rtl="0">
              <a:spcBef>
                <a:spcPts val="0"/>
              </a:spcBef>
              <a:spcAft>
                <a:spcPts val="0"/>
              </a:spcAft>
              <a:buNone/>
              <a:defRPr sz="623" b="0" i="0" u="none" strike="noStrike" cap="none">
                <a:solidFill>
                  <a:srgbClr val="807F83"/>
                </a:solidFill>
                <a:latin typeface="Arial"/>
                <a:ea typeface="Arial"/>
                <a:cs typeface="Arial"/>
                <a:sym typeface="Arial"/>
              </a:defRPr>
            </a:lvl2pPr>
            <a:lvl3pPr marL="0" marR="0" lvl="2" indent="0" algn="l" rtl="0">
              <a:spcBef>
                <a:spcPts val="0"/>
              </a:spcBef>
              <a:spcAft>
                <a:spcPts val="0"/>
              </a:spcAft>
              <a:buNone/>
              <a:defRPr sz="623" b="0" i="0" u="none" strike="noStrike" cap="none">
                <a:solidFill>
                  <a:srgbClr val="807F83"/>
                </a:solidFill>
                <a:latin typeface="Arial"/>
                <a:ea typeface="Arial"/>
                <a:cs typeface="Arial"/>
                <a:sym typeface="Arial"/>
              </a:defRPr>
            </a:lvl3pPr>
            <a:lvl4pPr marL="0" marR="0" lvl="3" indent="0" algn="l" rtl="0">
              <a:spcBef>
                <a:spcPts val="0"/>
              </a:spcBef>
              <a:spcAft>
                <a:spcPts val="0"/>
              </a:spcAft>
              <a:buNone/>
              <a:defRPr sz="623" b="0" i="0" u="none" strike="noStrike" cap="none">
                <a:solidFill>
                  <a:srgbClr val="807F83"/>
                </a:solidFill>
                <a:latin typeface="Arial"/>
                <a:ea typeface="Arial"/>
                <a:cs typeface="Arial"/>
                <a:sym typeface="Arial"/>
              </a:defRPr>
            </a:lvl4pPr>
            <a:lvl5pPr marL="0" marR="0" lvl="4" indent="0" algn="l" rtl="0">
              <a:spcBef>
                <a:spcPts val="0"/>
              </a:spcBef>
              <a:spcAft>
                <a:spcPts val="0"/>
              </a:spcAft>
              <a:buNone/>
              <a:defRPr sz="623" b="0" i="0" u="none" strike="noStrike" cap="none">
                <a:solidFill>
                  <a:srgbClr val="807F83"/>
                </a:solidFill>
                <a:latin typeface="Arial"/>
                <a:ea typeface="Arial"/>
                <a:cs typeface="Arial"/>
                <a:sym typeface="Arial"/>
              </a:defRPr>
            </a:lvl5pPr>
            <a:lvl6pPr marL="0" marR="0" lvl="5" indent="0" algn="l" rtl="0">
              <a:spcBef>
                <a:spcPts val="0"/>
              </a:spcBef>
              <a:spcAft>
                <a:spcPts val="0"/>
              </a:spcAft>
              <a:buNone/>
              <a:defRPr sz="623" b="0" i="0" u="none" strike="noStrike" cap="none">
                <a:solidFill>
                  <a:srgbClr val="807F83"/>
                </a:solidFill>
                <a:latin typeface="Arial"/>
                <a:ea typeface="Arial"/>
                <a:cs typeface="Arial"/>
                <a:sym typeface="Arial"/>
              </a:defRPr>
            </a:lvl6pPr>
            <a:lvl7pPr marL="0" marR="0" lvl="6" indent="0" algn="l" rtl="0">
              <a:spcBef>
                <a:spcPts val="0"/>
              </a:spcBef>
              <a:spcAft>
                <a:spcPts val="0"/>
              </a:spcAft>
              <a:buNone/>
              <a:defRPr sz="623" b="0" i="0" u="none" strike="noStrike" cap="none">
                <a:solidFill>
                  <a:srgbClr val="807F83"/>
                </a:solidFill>
                <a:latin typeface="Arial"/>
                <a:ea typeface="Arial"/>
                <a:cs typeface="Arial"/>
                <a:sym typeface="Arial"/>
              </a:defRPr>
            </a:lvl7pPr>
            <a:lvl8pPr marL="0" marR="0" lvl="7" indent="0" algn="l" rtl="0">
              <a:spcBef>
                <a:spcPts val="0"/>
              </a:spcBef>
              <a:spcAft>
                <a:spcPts val="0"/>
              </a:spcAft>
              <a:buNone/>
              <a:defRPr sz="623" b="0" i="0" u="none" strike="noStrike" cap="none">
                <a:solidFill>
                  <a:srgbClr val="807F83"/>
                </a:solidFill>
                <a:latin typeface="Arial"/>
                <a:ea typeface="Arial"/>
                <a:cs typeface="Arial"/>
                <a:sym typeface="Arial"/>
              </a:defRPr>
            </a:lvl8pPr>
            <a:lvl9pPr marL="0" marR="0" lvl="8" indent="0" algn="l" rtl="0">
              <a:spcBef>
                <a:spcPts val="0"/>
              </a:spcBef>
              <a:spcAft>
                <a:spcPts val="0"/>
              </a:spcAft>
              <a:buNone/>
              <a:defRPr sz="623" b="0" i="0" u="none" strike="noStrike" cap="none">
                <a:solidFill>
                  <a:srgbClr val="807F83"/>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68" name="Google Shape;68;p15"/>
          <p:cNvSpPr txBox="1">
            <a:spLocks noGrp="1"/>
          </p:cNvSpPr>
          <p:nvPr>
            <p:ph type="body" idx="1"/>
          </p:nvPr>
        </p:nvSpPr>
        <p:spPr>
          <a:xfrm>
            <a:off x="685800" y="1314450"/>
            <a:ext cx="7772400" cy="3314700"/>
          </a:xfrm>
          <a:prstGeom prst="rect">
            <a:avLst/>
          </a:prstGeom>
          <a:noFill/>
          <a:ln>
            <a:noFill/>
          </a:ln>
        </p:spPr>
        <p:txBody>
          <a:bodyPr spcFirstLastPara="1" wrap="square" lIns="0" tIns="0" rIns="0" bIns="0"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717" marR="0" lvl="6"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248" marR="0" lvl="7"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79" marR="0" lvl="8" indent="-213658"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69" name="Google Shape;69;p15"/>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1" name="Google Shape;71;p15"/>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72" name="Google Shape;72;p15"/>
          <p:cNvSpPr txBox="1">
            <a:spLocks noGrp="1"/>
          </p:cNvSpPr>
          <p:nvPr>
            <p:ph type="body" idx="2"/>
          </p:nvPr>
        </p:nvSpPr>
        <p:spPr>
          <a:xfrm>
            <a:off x="685800" y="857250"/>
            <a:ext cx="7772400" cy="228600"/>
          </a:xfrm>
          <a:prstGeom prst="rect">
            <a:avLst/>
          </a:prstGeom>
          <a:noFill/>
          <a:ln>
            <a:noFill/>
          </a:ln>
        </p:spPr>
        <p:txBody>
          <a:bodyPr spcFirstLastPara="1" wrap="square" lIns="0" tIns="0" rIns="0" bIns="0" anchor="t" anchorCtr="0">
            <a:noAutofit/>
          </a:bodyPr>
          <a:lstStyle>
            <a:lvl1pPr marL="316531" marR="0" lvl="0" indent="-158266" algn="l" rtl="0">
              <a:lnSpc>
                <a:spcPct val="90000"/>
              </a:lnSpc>
              <a:spcBef>
                <a:spcPts val="831"/>
              </a:spcBef>
              <a:spcAft>
                <a:spcPts val="0"/>
              </a:spcAft>
              <a:buClr>
                <a:srgbClr val="3F3F41"/>
              </a:buClr>
              <a:buSzPts val="1620"/>
              <a:buFont typeface="Arial"/>
              <a:buNone/>
              <a:defRPr sz="1247" b="0" i="0" u="none" strike="noStrike" cap="none">
                <a:solidFill>
                  <a:srgbClr val="5F5F62"/>
                </a:solidFill>
                <a:latin typeface="Arial"/>
                <a:ea typeface="Arial"/>
                <a:cs typeface="Arial"/>
                <a:sym typeface="Arial"/>
              </a:defRPr>
            </a:lvl1pPr>
            <a:lvl2pPr marL="633062" marR="0" lvl="1" indent="-158266" algn="l" rtl="0">
              <a:lnSpc>
                <a:spcPct val="90000"/>
              </a:lnSpc>
              <a:spcBef>
                <a:spcPts val="554"/>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2pPr>
            <a:lvl3pPr marL="949593" marR="0" lvl="2"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3pPr>
            <a:lvl4pPr marL="1266124" marR="0" lvl="3"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4pPr>
            <a:lvl5pPr marL="1582655" marR="0" lvl="4"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5pPr>
            <a:lvl6pPr marL="1899186" marR="0" lvl="5"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717" marR="0" lvl="6"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248" marR="0" lvl="7"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79" marR="0" lvl="8" indent="-158266"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Content 1x1">
  <p:cSld name="Title and Content 1x1">
    <p:spTree>
      <p:nvGrpSpPr>
        <p:cNvPr id="1" name="Shape 73"/>
        <p:cNvGrpSpPr/>
        <p:nvPr/>
      </p:nvGrpSpPr>
      <p:grpSpPr>
        <a:xfrm>
          <a:off x="0" y="0"/>
          <a:ext cx="0" cy="0"/>
          <a:chOff x="0" y="0"/>
          <a:chExt cx="0" cy="0"/>
        </a:xfrm>
      </p:grpSpPr>
      <p:sp>
        <p:nvSpPr>
          <p:cNvPr id="74" name="Google Shape;74;p16"/>
          <p:cNvSpPr/>
          <p:nvPr/>
        </p:nvSpPr>
        <p:spPr>
          <a:xfrm>
            <a:off x="1588" y="1588"/>
            <a:ext cx="1500" cy="1125"/>
          </a:xfrm>
          <a:prstGeom prst="rect">
            <a:avLst/>
          </a:prstGeom>
          <a:solidFill>
            <a:srgbClr val="FFFFFF"/>
          </a:solidFill>
          <a:ln>
            <a:noFill/>
          </a:ln>
        </p:spPr>
      </p:sp>
      <p:sp>
        <p:nvSpPr>
          <p:cNvPr id="75" name="Google Shape;75;p16"/>
          <p:cNvSpPr txBox="1">
            <a:spLocks noGrp="1"/>
          </p:cNvSpPr>
          <p:nvPr>
            <p:ph type="title"/>
          </p:nvPr>
        </p:nvSpPr>
        <p:spPr>
          <a:xfrm>
            <a:off x="685800" y="171450"/>
            <a:ext cx="7772400" cy="628425"/>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100"/>
              <a:buFont typeface="Arial"/>
              <a:buNone/>
              <a:defRPr sz="1454" b="0" i="0" u="none" strike="noStrike" cap="none">
                <a:solidFill>
                  <a:schemeClr val="accent1"/>
                </a:solidFill>
                <a:latin typeface="Arial"/>
                <a:ea typeface="Arial"/>
                <a:cs typeface="Arial"/>
                <a:sym typeface="Arial"/>
              </a:defRPr>
            </a:lvl1pPr>
            <a:lvl2pPr lvl="1" algn="l" rtl="0">
              <a:lnSpc>
                <a:spcPct val="100000"/>
              </a:lnSpc>
              <a:spcBef>
                <a:spcPts val="0"/>
              </a:spcBef>
              <a:spcAft>
                <a:spcPts val="0"/>
              </a:spcAft>
              <a:buSzPts val="1400"/>
              <a:buNone/>
              <a:defRPr sz="1247"/>
            </a:lvl2pPr>
            <a:lvl3pPr lvl="2" algn="l" rtl="0">
              <a:lnSpc>
                <a:spcPct val="100000"/>
              </a:lnSpc>
              <a:spcBef>
                <a:spcPts val="0"/>
              </a:spcBef>
              <a:spcAft>
                <a:spcPts val="0"/>
              </a:spcAft>
              <a:buSzPts val="1400"/>
              <a:buNone/>
              <a:defRPr sz="1247"/>
            </a:lvl3pPr>
            <a:lvl4pPr lvl="3" algn="l" rtl="0">
              <a:lnSpc>
                <a:spcPct val="100000"/>
              </a:lnSpc>
              <a:spcBef>
                <a:spcPts val="0"/>
              </a:spcBef>
              <a:spcAft>
                <a:spcPts val="0"/>
              </a:spcAft>
              <a:buSzPts val="1400"/>
              <a:buNone/>
              <a:defRPr sz="1247"/>
            </a:lvl4pPr>
            <a:lvl5pPr lvl="4" algn="l" rtl="0">
              <a:lnSpc>
                <a:spcPct val="100000"/>
              </a:lnSpc>
              <a:spcBef>
                <a:spcPts val="0"/>
              </a:spcBef>
              <a:spcAft>
                <a:spcPts val="0"/>
              </a:spcAft>
              <a:buSzPts val="1400"/>
              <a:buNone/>
              <a:defRPr sz="1247"/>
            </a:lvl5pPr>
            <a:lvl6pPr lvl="5" algn="l" rtl="0">
              <a:lnSpc>
                <a:spcPct val="100000"/>
              </a:lnSpc>
              <a:spcBef>
                <a:spcPts val="0"/>
              </a:spcBef>
              <a:spcAft>
                <a:spcPts val="0"/>
              </a:spcAft>
              <a:buSzPts val="1400"/>
              <a:buNone/>
              <a:defRPr sz="1247"/>
            </a:lvl6pPr>
            <a:lvl7pPr lvl="6" algn="l" rtl="0">
              <a:lnSpc>
                <a:spcPct val="100000"/>
              </a:lnSpc>
              <a:spcBef>
                <a:spcPts val="0"/>
              </a:spcBef>
              <a:spcAft>
                <a:spcPts val="0"/>
              </a:spcAft>
              <a:buSzPts val="1400"/>
              <a:buNone/>
              <a:defRPr sz="1247"/>
            </a:lvl7pPr>
            <a:lvl8pPr lvl="7" algn="l" rtl="0">
              <a:lnSpc>
                <a:spcPct val="100000"/>
              </a:lnSpc>
              <a:spcBef>
                <a:spcPts val="0"/>
              </a:spcBef>
              <a:spcAft>
                <a:spcPts val="0"/>
              </a:spcAft>
              <a:buSzPts val="1400"/>
              <a:buNone/>
              <a:defRPr sz="1247"/>
            </a:lvl8pPr>
            <a:lvl9pPr lvl="8" algn="l" rtl="0">
              <a:lnSpc>
                <a:spcPct val="100000"/>
              </a:lnSpc>
              <a:spcBef>
                <a:spcPts val="0"/>
              </a:spcBef>
              <a:spcAft>
                <a:spcPts val="0"/>
              </a:spcAft>
              <a:buSzPts val="1400"/>
              <a:buNone/>
              <a:defRPr sz="1247"/>
            </a:lvl9pPr>
          </a:lstStyle>
          <a:p>
            <a:endParaRPr/>
          </a:p>
        </p:txBody>
      </p:sp>
      <p:sp>
        <p:nvSpPr>
          <p:cNvPr id="76" name="Google Shape;76;p16"/>
          <p:cNvSpPr txBox="1">
            <a:spLocks noGrp="1"/>
          </p:cNvSpPr>
          <p:nvPr>
            <p:ph type="body" idx="1"/>
          </p:nvPr>
        </p:nvSpPr>
        <p:spPr>
          <a:xfrm>
            <a:off x="304800" y="914400"/>
            <a:ext cx="8540400" cy="4000500"/>
          </a:xfrm>
          <a:prstGeom prst="rect">
            <a:avLst/>
          </a:prstGeom>
          <a:noFill/>
          <a:ln>
            <a:noFill/>
          </a:ln>
        </p:spPr>
        <p:txBody>
          <a:bodyPr spcFirstLastPara="1" wrap="square" lIns="34700" tIns="34700" rIns="34700" bIns="0" anchor="t" anchorCtr="0">
            <a:noAutofit/>
          </a:bodyPr>
          <a:lstStyle>
            <a:lvl1pPr marL="316531" marR="0" lvl="0" indent="-217615" algn="l" rtl="0">
              <a:lnSpc>
                <a:spcPct val="90000"/>
              </a:lnSpc>
              <a:spcBef>
                <a:spcPts val="623"/>
              </a:spcBef>
              <a:spcAft>
                <a:spcPts val="0"/>
              </a:spcAft>
              <a:buClr>
                <a:srgbClr val="3F3F41"/>
              </a:buClr>
              <a:buSzPts val="1350"/>
              <a:buFont typeface="Arial"/>
              <a:buChar char="•"/>
              <a:defRPr sz="1039" b="0" i="0" u="none" strike="noStrike" cap="none">
                <a:solidFill>
                  <a:schemeClr val="dk1"/>
                </a:solidFill>
                <a:latin typeface="Arial"/>
                <a:ea typeface="Arial"/>
                <a:cs typeface="Arial"/>
                <a:sym typeface="Arial"/>
              </a:defRPr>
            </a:lvl1pPr>
            <a:lvl2pPr marL="633062" marR="0" lvl="1" indent="-213659" algn="l" rtl="0">
              <a:lnSpc>
                <a:spcPct val="90000"/>
              </a:lnSpc>
              <a:spcBef>
                <a:spcPts val="634"/>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93" marR="0" lvl="2" indent="-197832" algn="l" rtl="0">
              <a:lnSpc>
                <a:spcPct val="105000"/>
              </a:lnSpc>
              <a:spcBef>
                <a:spcPts val="634"/>
              </a:spcBef>
              <a:spcAft>
                <a:spcPts val="0"/>
              </a:spcAft>
              <a:buClr>
                <a:schemeClr val="dk2"/>
              </a:buClr>
              <a:buSzPts val="900"/>
              <a:buFont typeface="Noto Sans Symbols"/>
              <a:buChar char="■"/>
              <a:defRPr sz="831" b="0" i="0" u="none" strike="noStrike" cap="none">
                <a:solidFill>
                  <a:schemeClr val="dk1"/>
                </a:solidFill>
                <a:latin typeface="Arial"/>
                <a:ea typeface="Arial"/>
                <a:cs typeface="Arial"/>
                <a:sym typeface="Arial"/>
              </a:defRPr>
            </a:lvl3pPr>
            <a:lvl4pPr marL="1266124" marR="0" lvl="3" indent="-192116" algn="l" rtl="0">
              <a:lnSpc>
                <a:spcPct val="105000"/>
              </a:lnSpc>
              <a:spcBef>
                <a:spcPts val="316"/>
              </a:spcBef>
              <a:spcAft>
                <a:spcPts val="0"/>
              </a:spcAft>
              <a:buClr>
                <a:srgbClr val="666666"/>
              </a:buClr>
              <a:buSzPts val="770"/>
              <a:buFont typeface="Arial"/>
              <a:buChar char="–"/>
              <a:defRPr sz="761" b="0" i="0" u="none" strike="noStrike" cap="none">
                <a:solidFill>
                  <a:schemeClr val="dk1"/>
                </a:solidFill>
                <a:latin typeface="Arial"/>
                <a:ea typeface="Arial"/>
                <a:cs typeface="Arial"/>
                <a:sym typeface="Arial"/>
              </a:defRPr>
            </a:lvl4pPr>
            <a:lvl5pPr marL="1582655" marR="0" lvl="4" indent="-196952" algn="l" rtl="0">
              <a:lnSpc>
                <a:spcPct val="105000"/>
              </a:lnSpc>
              <a:spcBef>
                <a:spcPts val="158"/>
              </a:spcBef>
              <a:spcAft>
                <a:spcPts val="0"/>
              </a:spcAft>
              <a:buClr>
                <a:srgbClr val="666666"/>
              </a:buClr>
              <a:buSzPts val="880"/>
              <a:buFont typeface="Noto Sans Symbols"/>
              <a:buChar char="▪"/>
              <a:defRPr sz="761" b="0" i="0" u="none" strike="noStrike" cap="none">
                <a:solidFill>
                  <a:schemeClr val="dk1"/>
                </a:solidFill>
                <a:latin typeface="Arial"/>
                <a:ea typeface="Arial"/>
                <a:cs typeface="Arial"/>
                <a:sym typeface="Arial"/>
              </a:defRPr>
            </a:lvl5pPr>
            <a:lvl6pPr marL="1899186" marR="0" lvl="5"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717" marR="0" lvl="6"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248" marR="0" lvl="7"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79" marR="0" lvl="8"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
        <p:nvSpPr>
          <p:cNvPr id="77" name="Google Shape;77;p16"/>
          <p:cNvSpPr txBox="1">
            <a:spLocks noGrp="1"/>
          </p:cNvSpPr>
          <p:nvPr>
            <p:ph type="ftr" idx="11"/>
          </p:nvPr>
        </p:nvSpPr>
        <p:spPr>
          <a:xfrm>
            <a:off x="6707351" y="4953904"/>
            <a:ext cx="1782600" cy="103725"/>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chemeClr val="dk1"/>
              </a:buClr>
              <a:buSzPts val="700"/>
              <a:buFont typeface="Arial"/>
              <a:buNone/>
              <a:defRPr sz="485"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8610600" y="4897647"/>
            <a:ext cx="304800" cy="137025"/>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1pPr>
            <a:lvl2pPr marL="0" marR="0" lvl="1"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2pPr>
            <a:lvl3pPr marL="0" marR="0" lvl="2"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3pPr>
            <a:lvl4pPr marL="0" marR="0" lvl="3"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4pPr>
            <a:lvl5pPr marL="0" marR="0" lvl="4"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5pPr>
            <a:lvl6pPr marL="0" marR="0" lvl="5"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6pPr>
            <a:lvl7pPr marL="0" marR="0" lvl="6"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7pPr>
            <a:lvl8pPr marL="0" marR="0" lvl="7"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8pPr>
            <a:lvl9pPr marL="0" marR="0" lvl="8"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79" name="Google Shape;79;p16"/>
          <p:cNvSpPr txBox="1">
            <a:spLocks noGrp="1"/>
          </p:cNvSpPr>
          <p:nvPr>
            <p:ph type="body" idx="2"/>
          </p:nvPr>
        </p:nvSpPr>
        <p:spPr>
          <a:xfrm>
            <a:off x="304803" y="4953902"/>
            <a:ext cx="6321600" cy="103725"/>
          </a:xfrm>
          <a:prstGeom prst="rect">
            <a:avLst/>
          </a:prstGeom>
          <a:noFill/>
          <a:ln>
            <a:noFill/>
          </a:ln>
        </p:spPr>
        <p:txBody>
          <a:bodyPr spcFirstLastPara="1" wrap="square" lIns="0" tIns="0" rIns="0" bIns="0" anchor="b" anchorCtr="0">
            <a:noAutofit/>
          </a:bodyPr>
          <a:lstStyle>
            <a:lvl1pPr marL="316531" marR="0" lvl="0" indent="-178049" algn="l" rtl="0">
              <a:lnSpc>
                <a:spcPct val="90000"/>
              </a:lnSpc>
              <a:spcBef>
                <a:spcPts val="53"/>
              </a:spcBef>
              <a:spcAft>
                <a:spcPts val="0"/>
              </a:spcAft>
              <a:buClr>
                <a:srgbClr val="3F3F41"/>
              </a:buClr>
              <a:buSzPts val="450"/>
              <a:buFont typeface="Arial"/>
              <a:buChar char="•"/>
              <a:defRPr sz="347" b="0" i="1" u="none" strike="noStrike" cap="none">
                <a:solidFill>
                  <a:schemeClr val="dk1"/>
                </a:solidFill>
                <a:latin typeface="Arial"/>
                <a:ea typeface="Arial"/>
                <a:cs typeface="Arial"/>
                <a:sym typeface="Arial"/>
              </a:defRPr>
            </a:lvl1pPr>
            <a:lvl2pPr marL="633062" marR="0" lvl="1"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93" marR="0" lvl="2" indent="-205745" algn="l" rtl="0">
              <a:lnSpc>
                <a:spcPct val="90000"/>
              </a:lnSpc>
              <a:spcBef>
                <a:spcPts val="311"/>
              </a:spcBef>
              <a:spcAft>
                <a:spcPts val="0"/>
              </a:spcAft>
              <a:buClr>
                <a:srgbClr val="3F3F41"/>
              </a:buClr>
              <a:buSzPts val="1080"/>
              <a:buFont typeface="Arial"/>
              <a:buChar char="•"/>
              <a:defRPr sz="831" b="0" i="0" u="none" strike="noStrike" cap="none">
                <a:solidFill>
                  <a:schemeClr val="dk1"/>
                </a:solidFill>
                <a:latin typeface="Arial"/>
                <a:ea typeface="Arial"/>
                <a:cs typeface="Arial"/>
                <a:sym typeface="Arial"/>
              </a:defRPr>
            </a:lvl3pPr>
            <a:lvl4pPr marL="1266124" marR="0" lvl="3"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4pPr>
            <a:lvl5pPr marL="1582655" marR="0" lvl="4"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5pPr>
            <a:lvl6pPr marL="1899186" marR="0" lvl="5"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717" marR="0" lvl="6"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248" marR="0" lvl="7"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79" marR="0" lvl="8" indent="-201788"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685800" y="171450"/>
            <a:ext cx="7772400" cy="62865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body" idx="1"/>
          </p:nvPr>
        </p:nvSpPr>
        <p:spPr>
          <a:xfrm>
            <a:off x="685800" y="1085850"/>
            <a:ext cx="3749100" cy="3543300"/>
          </a:xfrm>
          <a:prstGeom prst="rect">
            <a:avLst/>
          </a:prstGeom>
          <a:noFill/>
          <a:ln>
            <a:noFill/>
          </a:ln>
        </p:spPr>
        <p:txBody>
          <a:bodyPr spcFirstLastPara="1" wrap="square" lIns="91425" tIns="91425" rIns="91425" bIns="91425"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717" marR="0" lvl="6"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248" marR="0" lvl="7"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79" marR="0" lvl="8"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3" name="Google Shape;83;p17"/>
          <p:cNvSpPr txBox="1">
            <a:spLocks noGrp="1"/>
          </p:cNvSpPr>
          <p:nvPr>
            <p:ph type="body" idx="2"/>
          </p:nvPr>
        </p:nvSpPr>
        <p:spPr>
          <a:xfrm>
            <a:off x="4709160" y="1085850"/>
            <a:ext cx="3749100" cy="3543300"/>
          </a:xfrm>
          <a:prstGeom prst="rect">
            <a:avLst/>
          </a:prstGeom>
          <a:noFill/>
          <a:ln>
            <a:noFill/>
          </a:ln>
        </p:spPr>
        <p:txBody>
          <a:bodyPr spcFirstLastPara="1" wrap="square" lIns="91425" tIns="91425" rIns="91425" bIns="91425" anchor="t" anchorCtr="0">
            <a:noAutofit/>
          </a:bodyPr>
          <a:lstStyle>
            <a:lvl1pPr marL="316531" marR="0" lvl="0" indent="-237398"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62" marR="0" lvl="1" indent="-229484"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93" marR="0" lvl="2" indent="-221571"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124" marR="0" lvl="3"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55" marR="0" lvl="4" indent="-213659"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86" marR="0" lvl="5"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717" marR="0" lvl="6"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248" marR="0" lvl="7"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79" marR="0" lvl="8" indent="-229485"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dt" idx="10"/>
          </p:nvPr>
        </p:nvSpPr>
        <p:spPr>
          <a:xfrm>
            <a:off x="4572000" y="4897647"/>
            <a:ext cx="1021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5" name="Google Shape;85;p17"/>
          <p:cNvSpPr txBox="1">
            <a:spLocks noGrp="1"/>
          </p:cNvSpPr>
          <p:nvPr>
            <p:ph type="ftr" idx="11"/>
          </p:nvPr>
        </p:nvSpPr>
        <p:spPr>
          <a:xfrm>
            <a:off x="5715000" y="4897647"/>
            <a:ext cx="2743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6" name="Google Shape;86;p17"/>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87"/>
        <p:cNvGrpSpPr/>
        <p:nvPr/>
      </p:nvGrpSpPr>
      <p:grpSpPr>
        <a:xfrm>
          <a:off x="0" y="0"/>
          <a:ext cx="0" cy="0"/>
          <a:chOff x="0" y="0"/>
          <a:chExt cx="0" cy="0"/>
        </a:xfrm>
      </p:grpSpPr>
      <p:pic>
        <p:nvPicPr>
          <p:cNvPr id="88" name="Google Shape;88;p18"/>
          <p:cNvPicPr preferRelativeResize="0"/>
          <p:nvPr/>
        </p:nvPicPr>
        <p:blipFill rotWithShape="1">
          <a:blip r:embed="rId2">
            <a:alphaModFix/>
          </a:blip>
          <a:srcRect/>
          <a:stretch/>
        </p:blipFill>
        <p:spPr>
          <a:xfrm>
            <a:off x="1191" y="1191"/>
            <a:ext cx="1190" cy="893"/>
          </a:xfrm>
          <a:prstGeom prst="rect">
            <a:avLst/>
          </a:prstGeom>
          <a:noFill/>
          <a:ln>
            <a:noFill/>
          </a:ln>
        </p:spPr>
      </p:pic>
      <p:sp>
        <p:nvSpPr>
          <p:cNvPr id="89" name="Google Shape;89;p18"/>
          <p:cNvSpPr txBox="1">
            <a:spLocks noGrp="1"/>
          </p:cNvSpPr>
          <p:nvPr>
            <p:ph type="ftr" idx="11"/>
          </p:nvPr>
        </p:nvSpPr>
        <p:spPr>
          <a:xfrm>
            <a:off x="5714999" y="4949190"/>
            <a:ext cx="2743200" cy="137025"/>
          </a:xfrm>
          <a:prstGeom prst="rect">
            <a:avLst/>
          </a:prstGeom>
          <a:noFill/>
          <a:ln>
            <a:noFill/>
          </a:ln>
        </p:spPr>
        <p:txBody>
          <a:bodyPr spcFirstLastPara="1" wrap="square" lIns="0" tIns="0" rIns="0" bIns="0" anchor="ctr" anchorCtr="0">
            <a:noAutofit/>
          </a:bodyPr>
          <a:lstStyle>
            <a:lvl1pPr lvl="0" algn="r" rtl="0">
              <a:spcBef>
                <a:spcPts val="0"/>
              </a:spcBef>
              <a:spcAft>
                <a:spcPts val="0"/>
              </a:spcAft>
              <a:buSzPts val="1400"/>
              <a:buNone/>
              <a:defRPr sz="485">
                <a:solidFill>
                  <a:schemeClr val="dk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8"/>
          <p:cNvSpPr txBox="1">
            <a:spLocks noGrp="1"/>
          </p:cNvSpPr>
          <p:nvPr>
            <p:ph type="sldNum" idx="12"/>
          </p:nvPr>
        </p:nvSpPr>
        <p:spPr>
          <a:xfrm>
            <a:off x="8610600" y="4949190"/>
            <a:ext cx="304800" cy="137025"/>
          </a:xfrm>
          <a:prstGeom prst="rect">
            <a:avLst/>
          </a:prstGeom>
          <a:noFill/>
          <a:ln>
            <a:noFill/>
          </a:ln>
        </p:spPr>
        <p:txBody>
          <a:bodyPr spcFirstLastPara="1" wrap="square" lIns="0" tIns="0" rIns="0" bIns="0" anchor="ctr" anchorCtr="0">
            <a:noAutofit/>
          </a:bodyPr>
          <a:lstStyle>
            <a:lvl1pPr marL="0" lvl="0" indent="0" algn="l" rtl="0">
              <a:spcBef>
                <a:spcPts val="0"/>
              </a:spcBef>
              <a:buNone/>
              <a:defRPr sz="485" b="0" i="0" u="none" strike="noStrike" cap="none">
                <a:solidFill>
                  <a:schemeClr val="dk2"/>
                </a:solidFill>
                <a:latin typeface="Arial"/>
                <a:ea typeface="Arial"/>
                <a:cs typeface="Arial"/>
                <a:sym typeface="Arial"/>
              </a:defRPr>
            </a:lvl1pPr>
            <a:lvl2pPr marL="0" lvl="1" indent="0" algn="l" rtl="0">
              <a:spcBef>
                <a:spcPts val="0"/>
              </a:spcBef>
              <a:buNone/>
              <a:defRPr sz="485" b="0" i="0" u="none" strike="noStrike" cap="none">
                <a:solidFill>
                  <a:schemeClr val="dk2"/>
                </a:solidFill>
                <a:latin typeface="Arial"/>
                <a:ea typeface="Arial"/>
                <a:cs typeface="Arial"/>
                <a:sym typeface="Arial"/>
              </a:defRPr>
            </a:lvl2pPr>
            <a:lvl3pPr marL="0" lvl="2" indent="0" algn="l" rtl="0">
              <a:spcBef>
                <a:spcPts val="0"/>
              </a:spcBef>
              <a:buNone/>
              <a:defRPr sz="485" b="0" i="0" u="none" strike="noStrike" cap="none">
                <a:solidFill>
                  <a:schemeClr val="dk2"/>
                </a:solidFill>
                <a:latin typeface="Arial"/>
                <a:ea typeface="Arial"/>
                <a:cs typeface="Arial"/>
                <a:sym typeface="Arial"/>
              </a:defRPr>
            </a:lvl3pPr>
            <a:lvl4pPr marL="0" lvl="3" indent="0" algn="l" rtl="0">
              <a:spcBef>
                <a:spcPts val="0"/>
              </a:spcBef>
              <a:buNone/>
              <a:defRPr sz="485" b="0" i="0" u="none" strike="noStrike" cap="none">
                <a:solidFill>
                  <a:schemeClr val="dk2"/>
                </a:solidFill>
                <a:latin typeface="Arial"/>
                <a:ea typeface="Arial"/>
                <a:cs typeface="Arial"/>
                <a:sym typeface="Arial"/>
              </a:defRPr>
            </a:lvl4pPr>
            <a:lvl5pPr marL="0" lvl="4" indent="0" algn="l" rtl="0">
              <a:spcBef>
                <a:spcPts val="0"/>
              </a:spcBef>
              <a:buNone/>
              <a:defRPr sz="485" b="0" i="0" u="none" strike="noStrike" cap="none">
                <a:solidFill>
                  <a:schemeClr val="dk2"/>
                </a:solidFill>
                <a:latin typeface="Arial"/>
                <a:ea typeface="Arial"/>
                <a:cs typeface="Arial"/>
                <a:sym typeface="Arial"/>
              </a:defRPr>
            </a:lvl5pPr>
            <a:lvl6pPr marL="0" lvl="5" indent="0" algn="l" rtl="0">
              <a:spcBef>
                <a:spcPts val="0"/>
              </a:spcBef>
              <a:buNone/>
              <a:defRPr sz="485" b="0" i="0" u="none" strike="noStrike" cap="none">
                <a:solidFill>
                  <a:schemeClr val="dk2"/>
                </a:solidFill>
                <a:latin typeface="Arial"/>
                <a:ea typeface="Arial"/>
                <a:cs typeface="Arial"/>
                <a:sym typeface="Arial"/>
              </a:defRPr>
            </a:lvl6pPr>
            <a:lvl7pPr marL="0" lvl="6" indent="0" algn="l" rtl="0">
              <a:spcBef>
                <a:spcPts val="0"/>
              </a:spcBef>
              <a:buNone/>
              <a:defRPr sz="485" b="0" i="0" u="none" strike="noStrike" cap="none">
                <a:solidFill>
                  <a:schemeClr val="dk2"/>
                </a:solidFill>
                <a:latin typeface="Arial"/>
                <a:ea typeface="Arial"/>
                <a:cs typeface="Arial"/>
                <a:sym typeface="Arial"/>
              </a:defRPr>
            </a:lvl7pPr>
            <a:lvl8pPr marL="0" lvl="7" indent="0" algn="l" rtl="0">
              <a:spcBef>
                <a:spcPts val="0"/>
              </a:spcBef>
              <a:buNone/>
              <a:defRPr sz="485" b="0" i="0" u="none" strike="noStrike" cap="none">
                <a:solidFill>
                  <a:schemeClr val="dk2"/>
                </a:solidFill>
                <a:latin typeface="Arial"/>
                <a:ea typeface="Arial"/>
                <a:cs typeface="Arial"/>
                <a:sym typeface="Arial"/>
              </a:defRPr>
            </a:lvl8pPr>
            <a:lvl9pPr marL="0" lvl="8" indent="0" algn="l" rtl="0">
              <a:spcBef>
                <a:spcPts val="0"/>
              </a:spcBef>
              <a:buNone/>
              <a:defRPr sz="485"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91" name="Google Shape;91;p18"/>
          <p:cNvSpPr txBox="1">
            <a:spLocks noGrp="1"/>
          </p:cNvSpPr>
          <p:nvPr>
            <p:ph type="dt" idx="10"/>
          </p:nvPr>
        </p:nvSpPr>
        <p:spPr>
          <a:xfrm>
            <a:off x="505727" y="4949190"/>
            <a:ext cx="3276600" cy="137025"/>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485" b="0" i="0" u="none" strike="noStrike" cap="none">
                <a:solidFill>
                  <a:schemeClr val="dk2"/>
                </a:solidFill>
                <a:latin typeface="Arial"/>
                <a:ea typeface="Arial"/>
                <a:cs typeface="Arial"/>
                <a:sym typeface="Arial"/>
              </a:defRPr>
            </a:lvl1pPr>
            <a:lvl2pPr marR="0" lvl="1" algn="l" rtl="0">
              <a:spcBef>
                <a:spcPts val="0"/>
              </a:spcBef>
              <a:spcAft>
                <a:spcPts val="0"/>
              </a:spcAft>
              <a:buSzPts val="1100"/>
              <a:buNone/>
              <a:defRPr sz="969"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969"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969"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969"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969"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969"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969"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969"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Table" type="tbl">
  <p:cSld name="Title and Table">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457200" y="205601"/>
            <a:ext cx="8229600" cy="85725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L="0" marR="0" lvl="1" indent="0" algn="l" rtl="0">
              <a:spcBef>
                <a:spcPts val="0"/>
              </a:spcBef>
              <a:spcAft>
                <a:spcPts val="0"/>
              </a:spcAft>
              <a:buSzPts val="2800"/>
              <a:buNone/>
              <a:defRPr/>
            </a:lvl2pPr>
            <a:lvl3pPr marL="0" marR="0" lvl="2" indent="0" algn="l" rtl="0">
              <a:spcBef>
                <a:spcPts val="0"/>
              </a:spcBef>
              <a:spcAft>
                <a:spcPts val="0"/>
              </a:spcAft>
              <a:buSzPts val="2800"/>
              <a:buNone/>
              <a:defRPr/>
            </a:lvl3pPr>
            <a:lvl4pPr marL="0" marR="0" lvl="3" indent="0" algn="l" rtl="0">
              <a:spcBef>
                <a:spcPts val="0"/>
              </a:spcBef>
              <a:spcAft>
                <a:spcPts val="0"/>
              </a:spcAft>
              <a:buSzPts val="2800"/>
              <a:buNone/>
              <a:defRPr/>
            </a:lvl4pPr>
            <a:lvl5pPr marL="0" marR="0" lvl="4" indent="0" algn="l" rtl="0">
              <a:spcBef>
                <a:spcPts val="0"/>
              </a:spcBef>
              <a:spcAft>
                <a:spcPts val="0"/>
              </a:spcAft>
              <a:buSzPts val="2800"/>
              <a:buNone/>
              <a:defRPr/>
            </a:lvl5pPr>
            <a:lvl6pPr marL="0" marR="0" lvl="5" indent="0" algn="l" rtl="0">
              <a:spcBef>
                <a:spcPts val="0"/>
              </a:spcBef>
              <a:spcAft>
                <a:spcPts val="0"/>
              </a:spcAft>
              <a:buSzPts val="2800"/>
              <a:buNone/>
              <a:defRPr/>
            </a:lvl6pPr>
            <a:lvl7pPr marL="0" marR="0" lvl="6" indent="0" algn="l" rtl="0">
              <a:spcBef>
                <a:spcPts val="0"/>
              </a:spcBef>
              <a:spcAft>
                <a:spcPts val="0"/>
              </a:spcAft>
              <a:buSzPts val="2800"/>
              <a:buNone/>
              <a:defRPr/>
            </a:lvl7pPr>
            <a:lvl8pPr marL="0" marR="0" lvl="7" indent="0" algn="l" rtl="0">
              <a:spcBef>
                <a:spcPts val="0"/>
              </a:spcBef>
              <a:spcAft>
                <a:spcPts val="0"/>
              </a:spcAft>
              <a:buSzPts val="2800"/>
              <a:buNone/>
              <a:defRPr/>
            </a:lvl8pPr>
            <a:lvl9pPr marL="0" marR="0" lvl="8" indent="0" algn="l" rtl="0">
              <a:spcBef>
                <a:spcPts val="0"/>
              </a:spcBef>
              <a:spcAft>
                <a:spcPts val="0"/>
              </a:spcAft>
              <a:buSzPts val="2800"/>
              <a:buNone/>
              <a:defRPr/>
            </a:lvl9pPr>
          </a:lstStyle>
          <a:p>
            <a:endParaRPr/>
          </a:p>
        </p:txBody>
      </p:sp>
      <p:sp>
        <p:nvSpPr>
          <p:cNvPr id="94" name="Google Shape;94;p19"/>
          <p:cNvSpPr txBox="1">
            <a:spLocks noGrp="1"/>
          </p:cNvSpPr>
          <p:nvPr>
            <p:ph type="dt" idx="10"/>
          </p:nvPr>
        </p:nvSpPr>
        <p:spPr>
          <a:xfrm>
            <a:off x="4572000" y="4897647"/>
            <a:ext cx="1021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31"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62"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93"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917"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48"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78"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510"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1041"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5" name="Google Shape;95;p19"/>
          <p:cNvSpPr txBox="1">
            <a:spLocks noGrp="1"/>
          </p:cNvSpPr>
          <p:nvPr>
            <p:ph type="ftr" idx="11"/>
          </p:nvPr>
        </p:nvSpPr>
        <p:spPr>
          <a:xfrm>
            <a:off x="5715000" y="4897647"/>
            <a:ext cx="2743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31"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62"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93"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917"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48"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78"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510"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1041"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6" name="Google Shape;96;p19"/>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1" y="5"/>
            <a:ext cx="411566"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567">
              <a:latin typeface="Arial" panose="020B0604020202020204" pitchFamily="34" charset="0"/>
            </a:endParaRPr>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hasCustomPrompt="1"/>
          </p:nvPr>
        </p:nvSpPr>
        <p:spPr>
          <a:xfrm>
            <a:off x="621787" y="298873"/>
            <a:ext cx="7568762" cy="425472"/>
          </a:xfrm>
          <a:prstGeom prst="rect">
            <a:avLst/>
          </a:prstGeom>
        </p:spPr>
        <p:txBody>
          <a:bodyPr vert="horz" wrap="square" lIns="0" tIns="0" rIns="0" bIns="0" rtlCol="0" anchor="ctr" anchorCtr="0">
            <a:noAutofit/>
          </a:bodyPr>
          <a:lstStyle>
            <a:lvl1pPr marL="8117">
              <a:lnSpc>
                <a:spcPct val="100000"/>
              </a:lnSpc>
              <a:spcBef>
                <a:spcPts val="61"/>
              </a:spcBef>
              <a:defRPr sz="1869">
                <a:solidFill>
                  <a:schemeClr val="bg2"/>
                </a:solidFill>
                <a:latin typeface="Arial Black" panose="020B0A04020102020204" pitchFamily="34" charset="0"/>
              </a:defRPr>
            </a:lvl1pPr>
          </a:lstStyle>
          <a:p>
            <a:pPr marL="8792">
              <a:lnSpc>
                <a:spcPct val="100000"/>
              </a:lnSpc>
              <a:spcBef>
                <a:spcPts val="66"/>
              </a:spcBef>
            </a:pPr>
            <a:r>
              <a:rPr lang="en-US" spc="-80"/>
              <a:t>Click to edit master title style</a:t>
            </a: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618152" y="979717"/>
            <a:ext cx="7568762" cy="3670871"/>
          </a:xfrm>
          <a:prstGeom prst="rect">
            <a:avLst/>
          </a:prstGeom>
        </p:spPr>
        <p:txBody>
          <a:bodyPr vert="horz" tIns="0">
            <a:normAutofit/>
          </a:bodyPr>
          <a:lstStyle>
            <a:lvl1pPr marL="107982" indent="-107982">
              <a:lnSpc>
                <a:spcPct val="130000"/>
              </a:lnSpc>
              <a:spcBef>
                <a:spcPts val="1043"/>
              </a:spcBef>
              <a:buClr>
                <a:schemeClr val="accent5"/>
              </a:buClr>
              <a:buSzPct val="135000"/>
              <a:buFont typeface="Arial" panose="020B0604020202020204" pitchFamily="34" charset="0"/>
              <a:buChar char="•"/>
              <a:defRPr sz="1039">
                <a:latin typeface="Arial" panose="020B0604020202020204" pitchFamily="34" charset="0"/>
              </a:defRPr>
            </a:lvl1pPr>
            <a:lvl2pPr marL="233962"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2pPr>
            <a:lvl3pPr marL="377938"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3pPr>
            <a:lvl4pPr marL="521914"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4pPr>
            <a:lvl5pPr marL="665891" indent="-89985">
              <a:lnSpc>
                <a:spcPct val="130000"/>
              </a:lnSpc>
              <a:buClr>
                <a:schemeClr val="accent5"/>
              </a:buClr>
              <a:buSzPct val="135000"/>
              <a:buFont typeface="Arial" panose="020B0604020202020204" pitchFamily="34" charset="0"/>
              <a:buChar char="•"/>
              <a:defRPr sz="1039">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0B6FD5E6-2A02-4784-A287-A76EFB1F6B3C}"/>
              </a:ext>
            </a:extLst>
          </p:cNvPr>
          <p:cNvSpPr txBox="1">
            <a:spLocks/>
          </p:cNvSpPr>
          <p:nvPr/>
        </p:nvSpPr>
        <p:spPr>
          <a:xfrm>
            <a:off x="6044343" y="4789722"/>
            <a:ext cx="292840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 Confidential	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996043"/>
      </p:ext>
    </p:extLst>
  </p:cSld>
  <p:clrMapOvr>
    <a:masterClrMapping/>
  </p:clrMapOvr>
  <p:hf sldNum="0"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70"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441"/>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2" y="298878"/>
            <a:ext cx="7416025" cy="541943"/>
          </a:xfrm>
          <a:prstGeom prst="rect">
            <a:avLst/>
          </a:prstGeom>
        </p:spPr>
        <p:txBody>
          <a:bodyPr vert="horz" wrap="square" lIns="0" tIns="12065" rIns="0" bIns="0" rtlCol="0">
            <a:spAutoFit/>
          </a:bodyPr>
          <a:lstStyle>
            <a:lvl1pPr marL="8792">
              <a:lnSpc>
                <a:spcPct val="100000"/>
              </a:lnSpc>
              <a:spcBef>
                <a:spcPts val="66"/>
              </a:spcBef>
              <a:defRPr sz="2519"/>
            </a:lvl1pPr>
          </a:lstStyle>
          <a:p>
            <a:pPr marL="8792">
              <a:lnSpc>
                <a:spcPct val="100000"/>
              </a:lnSpc>
              <a:spcBef>
                <a:spcPts val="66"/>
              </a:spcBef>
            </a:pPr>
            <a:r>
              <a:rPr lang="en-US" spc="-80"/>
              <a:t>Click to edit Master title style</a:t>
            </a:r>
            <a:endParaRPr spc="-80"/>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7"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
        <p:nvSpPr>
          <p:cNvPr id="9" name="Footer Placeholder 3">
            <a:extLst>
              <a:ext uri="{FF2B5EF4-FFF2-40B4-BE49-F238E27FC236}">
                <a16:creationId xmlns:a16="http://schemas.microsoft.com/office/drawing/2014/main" id="{3BB0B4EE-FC6B-4BDD-8F9E-1764D5C62CC5}"/>
              </a:ext>
            </a:extLst>
          </p:cNvPr>
          <p:cNvSpPr txBox="1">
            <a:spLocks/>
          </p:cNvSpPr>
          <p:nvPr userDrawn="1"/>
        </p:nvSpPr>
        <p:spPr>
          <a:xfrm>
            <a:off x="3810930" y="4789722"/>
            <a:ext cx="76107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268093993"/>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0"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969"/>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7" y="298875"/>
            <a:ext cx="7877126" cy="615523"/>
          </a:xfrm>
          <a:prstGeom prst="rect">
            <a:avLst/>
          </a:prstGeom>
        </p:spPr>
        <p:txBody>
          <a:bodyPr wrap="square">
            <a:spAutoFit/>
          </a:bodyPr>
          <a:lstStyle>
            <a:lvl1pPr>
              <a:defRPr spc="-80" dirty="0">
                <a:solidFill>
                  <a:schemeClr val="bg2"/>
                </a:solidFill>
                <a:latin typeface="Arial Black" panose="020B0604020202020204" pitchFamily="34" charset="0"/>
                <a:ea typeface="+mn-ea"/>
                <a:cs typeface="+mn-cs"/>
              </a:defRPr>
            </a:lvl1pPr>
          </a:lstStyle>
          <a:p>
            <a:pPr marL="0" lvl="0">
              <a:lnSpc>
                <a:spcPct val="100000"/>
              </a:lnSpc>
            </a:pPr>
            <a:r>
              <a:rPr lang="en-US" spc="-80"/>
              <a:t>Click to edit Master title style</a:t>
            </a:r>
            <a:endParaRPr spc="-80"/>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7" y="1204581"/>
            <a:ext cx="7877126" cy="503917"/>
          </a:xfrm>
          <a:prstGeom prst="rect">
            <a:avLst/>
          </a:prstGeom>
        </p:spPr>
        <p:txBody>
          <a:bodyPr anchor="b" anchorCtr="0">
            <a:normAutofit/>
          </a:bodyPr>
          <a:lstStyle>
            <a:lvl1pPr>
              <a:lnSpc>
                <a:spcPct val="100000"/>
              </a:lnSpc>
              <a:defRPr lang="en-US" sz="1108"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1" y="1878634"/>
            <a:ext cx="7902080" cy="881460"/>
          </a:xfrm>
          <a:prstGeom prst="rect">
            <a:avLst/>
          </a:prstGeom>
        </p:spPr>
        <p:txBody>
          <a:bodyPr/>
          <a:lstStyle>
            <a:lvl1pPr marL="107969" indent="-107969">
              <a:lnSpc>
                <a:spcPct val="130000"/>
              </a:lnSpc>
              <a:spcBef>
                <a:spcPts val="1042"/>
              </a:spcBef>
              <a:buClr>
                <a:schemeClr val="accent5"/>
              </a:buClr>
              <a:buSzPct val="135000"/>
              <a:buFont typeface="Arial" panose="020B0604020202020204" pitchFamily="34" charset="0"/>
              <a:buChar char="•"/>
              <a:defRPr sz="623">
                <a:latin typeface="Arial" panose="020B0604020202020204" pitchFamily="34" charset="0"/>
              </a:defRPr>
            </a:lvl1pPr>
            <a:lvl2pPr marL="233933"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2pPr>
            <a:lvl3pPr marL="377891"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3pPr>
            <a:lvl4pPr marL="521849"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4pPr>
            <a:lvl5pPr marL="665807" indent="-89974">
              <a:lnSpc>
                <a:spcPct val="130000"/>
              </a:lnSpc>
              <a:buClr>
                <a:schemeClr val="accent5"/>
              </a:buClr>
              <a:buSzPct val="135000"/>
              <a:buFont typeface="Arial" panose="020B0604020202020204" pitchFamily="34" charset="0"/>
              <a:buChar char="•"/>
              <a:defRPr sz="623">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FE26A2DB-F7D8-8C4E-9D30-E14CC752E9F0}"/>
              </a:ext>
            </a:extLst>
          </p:cNvPr>
          <p:cNvSpPr>
            <a:spLocks noGrp="1"/>
          </p:cNvSpPr>
          <p:nvPr>
            <p:ph type="body" sz="quarter" idx="25" hasCustomPrompt="1"/>
          </p:nvPr>
        </p:nvSpPr>
        <p:spPr>
          <a:xfrm>
            <a:off x="1357098" y="4809486"/>
            <a:ext cx="2451349" cy="92333"/>
          </a:xfrm>
          <a:prstGeom prst="rect">
            <a:avLst/>
          </a:prstGeom>
        </p:spPr>
        <p:txBody>
          <a:bodyPr/>
          <a:lstStyle>
            <a:lvl1pPr>
              <a:lnSpc>
                <a:spcPct val="100000"/>
              </a:lnSpc>
              <a:defRPr sz="416"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DD308B40-2970-9848-84D6-7CEEA738FDB1}"/>
              </a:ext>
            </a:extLst>
          </p:cNvPr>
          <p:cNvSpPr>
            <a:spLocks noGrp="1"/>
          </p:cNvSpPr>
          <p:nvPr>
            <p:ph type="body" sz="quarter" idx="26" hasCustomPrompt="1"/>
          </p:nvPr>
        </p:nvSpPr>
        <p:spPr>
          <a:xfrm>
            <a:off x="849407" y="4809486"/>
            <a:ext cx="444918" cy="92333"/>
          </a:xfrm>
          <a:prstGeom prst="rect">
            <a:avLst/>
          </a:prstGeom>
        </p:spPr>
        <p:txBody>
          <a:bodyPr/>
          <a:lstStyle>
            <a:lvl1pPr>
              <a:lnSpc>
                <a:spcPct val="100000"/>
              </a:lnSpc>
              <a:defRPr sz="416"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7"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16" b="1">
                <a:latin typeface="Arial" panose="020B0604020202020204" pitchFamily="34" charset="0"/>
                <a:cs typeface="Arial" panose="020B0604020202020204" pitchFamily="34" charset="0"/>
              </a:rPr>
              <a:t>GlobalFoundries</a:t>
            </a:r>
            <a:r>
              <a:rPr lang="en-US" sz="416">
                <a:latin typeface="Arial" panose="020B0604020202020204" pitchFamily="34" charset="0"/>
                <a:cs typeface="Arial" panose="020B0604020202020204" pitchFamily="34" charset="0"/>
              </a:rPr>
              <a:t> © 2021 All Rights Reserved       </a:t>
            </a:r>
            <a:fld id="{B6F15528-21DE-4FAA-801E-634DDDAF4B2B}" type="slidenum">
              <a:rPr lang="en-US" sz="416" b="1" smtClean="0">
                <a:latin typeface="Arial" panose="020B0604020202020204" pitchFamily="34" charset="0"/>
                <a:cs typeface="Arial" panose="020B0604020202020204" pitchFamily="34" charset="0"/>
              </a:rPr>
              <a:pPr algn="r"/>
              <a:t>‹#›</a:t>
            </a:fld>
            <a:endParaRPr lang="en-US" sz="416"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8422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_Openin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18F8322D-F6D0-FD48-8ECA-70197A18213F}"/>
              </a:ext>
            </a:extLst>
          </p:cNvPr>
          <p:cNvSpPr>
            <a:spLocks noGrp="1"/>
          </p:cNvSpPr>
          <p:nvPr>
            <p:ph type="pic" sz="quarter" idx="12"/>
          </p:nvPr>
        </p:nvSpPr>
        <p:spPr>
          <a:xfrm>
            <a:off x="1556735" y="2"/>
            <a:ext cx="7596509"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2" name="Footer Placeholder 3">
            <a:extLst>
              <a:ext uri="{FF2B5EF4-FFF2-40B4-BE49-F238E27FC236}">
                <a16:creationId xmlns:a16="http://schemas.microsoft.com/office/drawing/2014/main" id="{634843C3-62CF-5B4B-A33C-CB8BBE06B650}"/>
              </a:ext>
            </a:extLst>
          </p:cNvPr>
          <p:cNvSpPr>
            <a:spLocks noGrp="1"/>
          </p:cNvSpPr>
          <p:nvPr>
            <p:ph type="ftr" sz="quarter" idx="5"/>
          </p:nvPr>
        </p:nvSpPr>
        <p:spPr>
          <a:xfrm>
            <a:off x="6922478" y="4814516"/>
            <a:ext cx="1745331" cy="107433"/>
          </a:xfrm>
          <a:prstGeom prst="rect">
            <a:avLst/>
          </a:prstGeom>
        </p:spPr>
        <p:txBody>
          <a:bodyPr/>
          <a:lstStyle>
            <a:lvl1pPr>
              <a:defRPr sz="637" baseline="0">
                <a:latin typeface="Arial" panose="020B0604020202020204" pitchFamily="34" charset="0"/>
              </a:defRPr>
            </a:lvl1pPr>
          </a:lstStyle>
          <a:p>
            <a:endParaRPr lang="en-US"/>
          </a:p>
        </p:txBody>
      </p:sp>
      <p:sp>
        <p:nvSpPr>
          <p:cNvPr id="10" name="Text Placeholder Ttle">
            <a:extLst>
              <a:ext uri="{FF2B5EF4-FFF2-40B4-BE49-F238E27FC236}">
                <a16:creationId xmlns:a16="http://schemas.microsoft.com/office/drawing/2014/main" id="{1D014202-442C-6C41-9DD1-D92C2019E40E}"/>
              </a:ext>
            </a:extLst>
          </p:cNvPr>
          <p:cNvSpPr>
            <a:spLocks noGrp="1"/>
          </p:cNvSpPr>
          <p:nvPr>
            <p:ph type="body" sz="quarter" idx="10" hasCustomPrompt="1"/>
          </p:nvPr>
        </p:nvSpPr>
        <p:spPr>
          <a:xfrm>
            <a:off x="1924110" y="2086469"/>
            <a:ext cx="4445809" cy="1236085"/>
          </a:xfrm>
        </p:spPr>
        <p:txBody>
          <a:bodyPr anchor="b" anchorCtr="0">
            <a:normAutofit/>
          </a:bodyPr>
          <a:lstStyle>
            <a:lvl1pPr>
              <a:lnSpc>
                <a:spcPts val="4775"/>
              </a:lnSpc>
              <a:spcBef>
                <a:spcPts val="0"/>
              </a:spcBef>
              <a:spcAft>
                <a:spcPts val="1364"/>
              </a:spcAft>
              <a:defRPr sz="4366" b="0" i="0" baseline="0">
                <a:solidFill>
                  <a:schemeClr val="bg1"/>
                </a:solidFill>
                <a:latin typeface="Arial Black" panose="020B0604020202020204" pitchFamily="34" charset="0"/>
              </a:defRPr>
            </a:lvl1pPr>
          </a:lstStyle>
          <a:p>
            <a:pPr lvl="0"/>
            <a:r>
              <a:rPr lang="en-US"/>
              <a:t>Click to add title</a:t>
            </a:r>
          </a:p>
        </p:txBody>
      </p:sp>
      <p:sp>
        <p:nvSpPr>
          <p:cNvPr id="11" name="Text Placeholder Date">
            <a:extLst>
              <a:ext uri="{FF2B5EF4-FFF2-40B4-BE49-F238E27FC236}">
                <a16:creationId xmlns:a16="http://schemas.microsoft.com/office/drawing/2014/main" id="{99A11649-992A-9041-8A59-3BC29D989A10}"/>
              </a:ext>
            </a:extLst>
          </p:cNvPr>
          <p:cNvSpPr>
            <a:spLocks noGrp="1"/>
          </p:cNvSpPr>
          <p:nvPr>
            <p:ph type="body" sz="quarter" idx="11" hasCustomPrompt="1"/>
          </p:nvPr>
        </p:nvSpPr>
        <p:spPr>
          <a:xfrm>
            <a:off x="1924256" y="3576770"/>
            <a:ext cx="2385643" cy="377938"/>
          </a:xfrm>
        </p:spPr>
        <p:txBody>
          <a:bodyPr>
            <a:normAutofit/>
          </a:bodyPr>
          <a:lstStyle>
            <a:lvl1pPr>
              <a:defRPr sz="1637" baseline="0">
                <a:solidFill>
                  <a:schemeClr val="bg1"/>
                </a:solidFill>
                <a:latin typeface="Arial" panose="020B0604020202020204" pitchFamily="34" charset="0"/>
              </a:defRPr>
            </a:lvl1pPr>
          </a:lstStyle>
          <a:p>
            <a:pPr lvl="0"/>
            <a:r>
              <a:rPr lang="en-US"/>
              <a:t>Month, Day, Year</a:t>
            </a:r>
          </a:p>
          <a:p>
            <a:pPr lvl="1"/>
            <a:endParaRPr lang="en-US"/>
          </a:p>
        </p:txBody>
      </p:sp>
      <p:pic>
        <p:nvPicPr>
          <p:cNvPr id="8" name="Logo" descr="Logo&#10;&#10;Description automatically generated">
            <a:extLst>
              <a:ext uri="{FF2B5EF4-FFF2-40B4-BE49-F238E27FC236}">
                <a16:creationId xmlns:a16="http://schemas.microsoft.com/office/drawing/2014/main" id="{451685C8-C13E-4718-9B3B-64BDCAFB0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496" y="702032"/>
            <a:ext cx="3597044" cy="701813"/>
          </a:xfrm>
          <a:prstGeom prst="rect">
            <a:avLst/>
          </a:prstGeom>
        </p:spPr>
      </p:pic>
    </p:spTree>
    <p:extLst>
      <p:ext uri="{BB962C8B-B14F-4D97-AF65-F5344CB8AC3E}">
        <p14:creationId xmlns:p14="http://schemas.microsoft.com/office/powerpoint/2010/main" val="410256229"/>
      </p:ext>
    </p:extLst>
  </p:cSld>
  <p:clrMapOvr>
    <a:masterClrMapping/>
  </p:clrMapOvr>
  <p:hf sldNum="0" hdr="0" ftr="0" dt="0"/>
  <p:extLst>
    <p:ext uri="{DCECCB84-F9BA-43D5-87BE-67443E8EF086}">
      <p15:sldGuideLst xmlns:p15="http://schemas.microsoft.com/office/powerpoint/2012/main">
        <p15:guide id="1" orient="horz" pos="1930">
          <p15:clr>
            <a:srgbClr val="FBAE40"/>
          </p15:clr>
        </p15:guide>
        <p15:guide id="2" pos="148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Title Slide with SmallPictur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292747" y="4232471"/>
            <a:ext cx="7851536" cy="910870"/>
          </a:xfrm>
          <a:custGeom>
            <a:avLst/>
            <a:gdLst/>
            <a:ahLst/>
            <a:cxnLst/>
            <a:rect l="l" t="t" r="r" b="b"/>
            <a:pathLst>
              <a:path w="17262475" h="2002790">
                <a:moveTo>
                  <a:pt x="17261851" y="0"/>
                </a:moveTo>
                <a:lnTo>
                  <a:pt x="0" y="0"/>
                </a:lnTo>
                <a:lnTo>
                  <a:pt x="0" y="2002347"/>
                </a:lnTo>
                <a:lnTo>
                  <a:pt x="17261851" y="2002347"/>
                </a:lnTo>
                <a:lnTo>
                  <a:pt x="17261851" y="0"/>
                </a:lnTo>
                <a:close/>
              </a:path>
            </a:pathLst>
          </a:custGeom>
          <a:solidFill>
            <a:srgbClr val="FFDC34"/>
          </a:solidFill>
        </p:spPr>
        <p:txBody>
          <a:bodyPr wrap="square" lIns="0" tIns="0" rIns="0" bIns="0" rtlCol="0"/>
          <a:lstStyle/>
          <a:p>
            <a:endParaRPr sz="637"/>
          </a:p>
        </p:txBody>
      </p:sp>
      <p:sp>
        <p:nvSpPr>
          <p:cNvPr id="18" name="bg object 18"/>
          <p:cNvSpPr/>
          <p:nvPr/>
        </p:nvSpPr>
        <p:spPr>
          <a:xfrm>
            <a:off x="825814" y="3013660"/>
            <a:ext cx="197552" cy="197538"/>
          </a:xfrm>
          <a:custGeom>
            <a:avLst/>
            <a:gdLst/>
            <a:ahLst/>
            <a:cxnLst/>
            <a:rect l="l" t="t" r="r" b="b"/>
            <a:pathLst>
              <a:path w="434339" h="434340">
                <a:moveTo>
                  <a:pt x="434007" y="0"/>
                </a:moveTo>
                <a:lnTo>
                  <a:pt x="0" y="0"/>
                </a:lnTo>
                <a:lnTo>
                  <a:pt x="0" y="434007"/>
                </a:lnTo>
                <a:lnTo>
                  <a:pt x="434007" y="434007"/>
                </a:lnTo>
                <a:lnTo>
                  <a:pt x="434007" y="0"/>
                </a:lnTo>
                <a:close/>
              </a:path>
            </a:pathLst>
          </a:custGeom>
          <a:solidFill>
            <a:srgbClr val="43007A"/>
          </a:solidFill>
        </p:spPr>
        <p:txBody>
          <a:bodyPr wrap="square" lIns="0" tIns="0" rIns="0" bIns="0" rtlCol="0"/>
          <a:lstStyle/>
          <a:p>
            <a:endParaRPr sz="637"/>
          </a:p>
        </p:txBody>
      </p:sp>
      <p:sp>
        <p:nvSpPr>
          <p:cNvPr id="19" name="bg object 19"/>
          <p:cNvSpPr/>
          <p:nvPr/>
        </p:nvSpPr>
        <p:spPr>
          <a:xfrm>
            <a:off x="825814" y="2767796"/>
            <a:ext cx="198419" cy="198405"/>
          </a:xfrm>
          <a:custGeom>
            <a:avLst/>
            <a:gdLst/>
            <a:ahLst/>
            <a:cxnLst/>
            <a:rect l="l" t="t" r="r" b="b"/>
            <a:pathLst>
              <a:path w="436244" h="436245">
                <a:moveTo>
                  <a:pt x="436122" y="0"/>
                </a:moveTo>
                <a:lnTo>
                  <a:pt x="0" y="0"/>
                </a:lnTo>
                <a:lnTo>
                  <a:pt x="0" y="436143"/>
                </a:lnTo>
                <a:lnTo>
                  <a:pt x="436122" y="436143"/>
                </a:lnTo>
                <a:lnTo>
                  <a:pt x="436122" y="0"/>
                </a:lnTo>
                <a:close/>
              </a:path>
            </a:pathLst>
          </a:custGeom>
          <a:solidFill>
            <a:srgbClr val="43007A"/>
          </a:solidFill>
        </p:spPr>
        <p:txBody>
          <a:bodyPr wrap="square" lIns="0" tIns="0" rIns="0" bIns="0" rtlCol="0"/>
          <a:lstStyle/>
          <a:p>
            <a:endParaRPr sz="637"/>
          </a:p>
        </p:txBody>
      </p:sp>
      <p:sp>
        <p:nvSpPr>
          <p:cNvPr id="2" name="Holder 2"/>
          <p:cNvSpPr>
            <a:spLocks noGrp="1"/>
          </p:cNvSpPr>
          <p:nvPr>
            <p:ph type="ctrTitle"/>
          </p:nvPr>
        </p:nvSpPr>
        <p:spPr>
          <a:xfrm>
            <a:off x="1257263" y="2664165"/>
            <a:ext cx="7569360" cy="625960"/>
          </a:xfrm>
          <a:prstGeom prst="rect">
            <a:avLst/>
          </a:prstGeom>
        </p:spPr>
        <p:txBody>
          <a:bodyPr wrap="square" lIns="0" tIns="0" rIns="0" bIns="0" anchor="ctr" anchorCtr="0">
            <a:normAutofit/>
          </a:bodyPr>
          <a:lstStyle>
            <a:lvl1pPr>
              <a:lnSpc>
                <a:spcPct val="100000"/>
              </a:lnSpc>
              <a:spcBef>
                <a:spcPts val="0"/>
              </a:spcBef>
              <a:defRPr sz="3638" b="0" i="0" baseline="0">
                <a:solidFill>
                  <a:schemeClr val="bg2"/>
                </a:solidFill>
              </a:defRPr>
            </a:lvl1pPr>
          </a:lstStyle>
          <a:p>
            <a:r>
              <a:rPr lang="en-US"/>
              <a:t>Click to edit Master title style</a:t>
            </a:r>
            <a:endParaRPr/>
          </a:p>
        </p:txBody>
      </p:sp>
      <p:sp>
        <p:nvSpPr>
          <p:cNvPr id="3" name="Holder 3"/>
          <p:cNvSpPr>
            <a:spLocks noGrp="1"/>
          </p:cNvSpPr>
          <p:nvPr>
            <p:ph type="subTitle" idx="4" hasCustomPrompt="1"/>
          </p:nvPr>
        </p:nvSpPr>
        <p:spPr>
          <a:xfrm>
            <a:off x="1279467" y="3469193"/>
            <a:ext cx="6400800" cy="251945"/>
          </a:xfrm>
          <a:prstGeom prst="rect">
            <a:avLst/>
          </a:prstGeom>
        </p:spPr>
        <p:txBody>
          <a:bodyPr wrap="square" lIns="0" tIns="0" rIns="0" bIns="0">
            <a:spAutoFit/>
          </a:bodyPr>
          <a:lstStyle>
            <a:lvl1pPr>
              <a:lnSpc>
                <a:spcPct val="100000"/>
              </a:lnSpc>
              <a:defRPr sz="1637" baseline="0">
                <a:solidFill>
                  <a:schemeClr val="tx1"/>
                </a:solidFill>
                <a:latin typeface="Arial" panose="020B0604020202020204" pitchFamily="34" charset="0"/>
              </a:defRPr>
            </a:lvl1pPr>
          </a:lstStyle>
          <a:p>
            <a:r>
              <a:rPr lang="en-US"/>
              <a:t>Click to add text</a:t>
            </a:r>
            <a:endParaRPr/>
          </a:p>
        </p:txBody>
      </p:sp>
      <p:sp>
        <p:nvSpPr>
          <p:cNvPr id="7" name="Picture Placeholder 6">
            <a:extLst>
              <a:ext uri="{FF2B5EF4-FFF2-40B4-BE49-F238E27FC236}">
                <a16:creationId xmlns:a16="http://schemas.microsoft.com/office/drawing/2014/main" id="{DF9848FC-4B31-B34D-BA57-86DDBFBC688F}"/>
              </a:ext>
            </a:extLst>
          </p:cNvPr>
          <p:cNvSpPr>
            <a:spLocks noGrp="1"/>
          </p:cNvSpPr>
          <p:nvPr>
            <p:ph type="pic" sz="quarter" idx="16"/>
          </p:nvPr>
        </p:nvSpPr>
        <p:spPr>
          <a:xfrm>
            <a:off x="1292465" y="3"/>
            <a:ext cx="7851537" cy="260841"/>
          </a:xfrm>
          <a:solidFill>
            <a:schemeClr val="bg1">
              <a:lumMod val="85000"/>
            </a:schemeClr>
          </a:solidFill>
        </p:spPr>
        <p:txBody>
          <a:bodyPr/>
          <a:lstStyle>
            <a:lvl1pPr marL="0" marR="0" indent="0" algn="ctr" defTabSz="41585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59" eaLnBrk="1" fontAlgn="auto" latinLnBrk="0" hangingPunct="1">
              <a:lnSpc>
                <a:spcPct val="130000"/>
              </a:lnSpc>
              <a:spcBef>
                <a:spcPts val="0"/>
              </a:spcBef>
              <a:spcAft>
                <a:spcPts val="0"/>
              </a:spcAft>
              <a:buClrTx/>
              <a:buSzTx/>
              <a:buFontTx/>
              <a:buNone/>
              <a:tabLst/>
              <a:defRPr/>
            </a:pPr>
            <a:r>
              <a:rPr lang="en-US"/>
              <a:t>Click icon to add picture</a:t>
            </a:r>
          </a:p>
        </p:txBody>
      </p:sp>
      <p:sp>
        <p:nvSpPr>
          <p:cNvPr id="10" name="Footer Placeholder 3">
            <a:extLst>
              <a:ext uri="{FF2B5EF4-FFF2-40B4-BE49-F238E27FC236}">
                <a16:creationId xmlns:a16="http://schemas.microsoft.com/office/drawing/2014/main" id="{F03DE273-C4B9-4E75-AFC4-88EDEC2DAC89}"/>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191545"/>
      </p:ext>
    </p:extLst>
  </p:cSld>
  <p:clrMapOvr>
    <a:masterClrMapping/>
  </p:clrMapOvr>
  <p:hf sldNum="0" hdr="0" ftr="0" dt="0"/>
  <p:extLst>
    <p:ext uri="{DCECCB84-F9BA-43D5-87BE-67443E8EF086}">
      <p15:sldGuideLst xmlns:p15="http://schemas.microsoft.com/office/powerpoint/2012/main">
        <p15:guide id="1" orient="horz" pos="2890">
          <p15:clr>
            <a:srgbClr val="FBAE40"/>
          </p15:clr>
        </p15:guide>
        <p15:guide id="2" pos="63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2" y="298877"/>
            <a:ext cx="7416025" cy="572016"/>
          </a:xfrm>
          <a:prstGeom prst="rect">
            <a:avLst/>
          </a:prstGeom>
        </p:spPr>
        <p:txBody>
          <a:bodyPr vert="horz" wrap="square" lIns="0" tIns="12065" rIns="0" bIns="0" rtlCol="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7885127"/>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_Black">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7AE8A58-B98A-2A41-8AA6-221B32D3947B}"/>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7D1CEE56-B27E-DE42-A714-ADC77582EE14}"/>
              </a:ext>
            </a:extLst>
          </p:cNvPr>
          <p:cNvSpPr txBox="1">
            <a:spLocks noGrp="1"/>
          </p:cNvSpPr>
          <p:nvPr>
            <p:ph type="title"/>
          </p:nvPr>
        </p:nvSpPr>
        <p:spPr>
          <a:xfrm>
            <a:off x="621802" y="298877"/>
            <a:ext cx="7416025" cy="572016"/>
          </a:xfrm>
          <a:prstGeom prst="rect">
            <a:avLst/>
          </a:prstGeom>
        </p:spPr>
        <p:txBody>
          <a:bodyPr vert="horz" wrap="square" lIns="0" tIns="12065" rIns="0" bIns="0" rtlCol="0">
            <a:spAutoFit/>
          </a:bodyPr>
          <a:lstStyle>
            <a:lvl1pPr marL="9525">
              <a:lnSpc>
                <a:spcPct val="100000"/>
              </a:lnSpc>
              <a:spcBef>
                <a:spcPts val="71"/>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7" name="Footer Placeholder 3">
            <a:extLst>
              <a:ext uri="{FF2B5EF4-FFF2-40B4-BE49-F238E27FC236}">
                <a16:creationId xmlns:a16="http://schemas.microsoft.com/office/drawing/2014/main" id="{815548B5-D5E7-431E-88A3-907D8C1B8E7C}"/>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3276240"/>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Only_Purple">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E9065142-D5F6-2247-8914-8532F440046F}"/>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D6DD737C-628A-714C-9D17-705D709E9549}"/>
              </a:ext>
            </a:extLst>
          </p:cNvPr>
          <p:cNvSpPr txBox="1">
            <a:spLocks noGrp="1"/>
          </p:cNvSpPr>
          <p:nvPr>
            <p:ph type="title"/>
          </p:nvPr>
        </p:nvSpPr>
        <p:spPr>
          <a:xfrm>
            <a:off x="618154" y="302525"/>
            <a:ext cx="7416025" cy="572016"/>
          </a:xfrm>
          <a:prstGeom prst="rect">
            <a:avLst/>
          </a:prstGeom>
        </p:spPr>
        <p:txBody>
          <a:bodyPr vert="horz" wrap="square" lIns="0" tIns="12065" rIns="0" bIns="0" rtlCol="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4CC2AA49-DE27-5049-AF78-1C4BC83D1A49}"/>
              </a:ext>
            </a:extLst>
          </p:cNvPr>
          <p:cNvSpPr>
            <a:spLocks noGrp="1"/>
          </p:cNvSpPr>
          <p:nvPr>
            <p:ph type="body" sz="quarter" idx="16" hasCustomPrompt="1"/>
          </p:nvPr>
        </p:nvSpPr>
        <p:spPr>
          <a:xfrm>
            <a:off x="618152" y="944177"/>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3E695C8A-6424-41C7-8903-6871B25A805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8094018"/>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Only_Black">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7529BCB9-ABDD-7F43-9F75-B2297F56404F}"/>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15" name="object 3">
            <a:extLst>
              <a:ext uri="{FF2B5EF4-FFF2-40B4-BE49-F238E27FC236}">
                <a16:creationId xmlns:a16="http://schemas.microsoft.com/office/drawing/2014/main" id="{A732B48E-6C62-8244-9A7C-4B7253DA89C9}"/>
              </a:ext>
            </a:extLst>
          </p:cNvPr>
          <p:cNvSpPr txBox="1">
            <a:spLocks noGrp="1"/>
          </p:cNvSpPr>
          <p:nvPr>
            <p:ph type="title"/>
          </p:nvPr>
        </p:nvSpPr>
        <p:spPr>
          <a:xfrm>
            <a:off x="618154" y="302525"/>
            <a:ext cx="7416025" cy="572016"/>
          </a:xfrm>
          <a:prstGeom prst="rect">
            <a:avLst/>
          </a:prstGeom>
        </p:spPr>
        <p:txBody>
          <a:bodyPr vert="horz" wrap="square" lIns="0" tIns="12065" rIns="0" bIns="0" rtlCol="0">
            <a:spAutoFit/>
          </a:bodyPr>
          <a:lstStyle>
            <a:lvl1pPr marL="9525">
              <a:lnSpc>
                <a:spcPct val="100000"/>
              </a:lnSpc>
              <a:spcBef>
                <a:spcPts val="71"/>
              </a:spcBef>
              <a:defRPr sz="3638" baseline="0">
                <a:solidFill>
                  <a:srgbClr val="1C1B1A"/>
                </a:solidFill>
              </a:defRPr>
            </a:lvl1pPr>
          </a:lstStyle>
          <a:p>
            <a:pPr marL="12700">
              <a:lnSpc>
                <a:spcPct val="100000"/>
              </a:lnSpc>
              <a:spcBef>
                <a:spcPts val="95"/>
              </a:spcBef>
            </a:pPr>
            <a:r>
              <a:rPr lang="en-US" spc="-116"/>
              <a:t>Click to edit Master title style</a:t>
            </a:r>
            <a:endParaRPr spc="-116"/>
          </a:p>
        </p:txBody>
      </p:sp>
      <p:sp>
        <p:nvSpPr>
          <p:cNvPr id="16" name="Text Placeholder 20">
            <a:extLst>
              <a:ext uri="{FF2B5EF4-FFF2-40B4-BE49-F238E27FC236}">
                <a16:creationId xmlns:a16="http://schemas.microsoft.com/office/drawing/2014/main" id="{FB1ED3FE-E055-A146-94DA-558D536F5FB8}"/>
              </a:ext>
            </a:extLst>
          </p:cNvPr>
          <p:cNvSpPr>
            <a:spLocks noGrp="1"/>
          </p:cNvSpPr>
          <p:nvPr>
            <p:ph type="body" sz="quarter" idx="16" hasCustomPrompt="1"/>
          </p:nvPr>
        </p:nvSpPr>
        <p:spPr>
          <a:xfrm>
            <a:off x="618152" y="944177"/>
            <a:ext cx="7415479" cy="293427"/>
          </a:xfrm>
        </p:spPr>
        <p:txBody>
          <a:bodyPr/>
          <a:lstStyle>
            <a:lvl1pPr>
              <a:defRPr sz="1637" baseline="0">
                <a:latin typeface="Arial" panose="020B0604020202020204" pitchFamily="34" charset="0"/>
              </a:defRPr>
            </a:lvl1pPr>
          </a:lstStyle>
          <a:p>
            <a:pPr lvl="0"/>
            <a:r>
              <a:rPr lang="en-US"/>
              <a:t>Click to add text</a:t>
            </a:r>
          </a:p>
        </p:txBody>
      </p:sp>
      <p:sp>
        <p:nvSpPr>
          <p:cNvPr id="8" name="Footer Placeholder 3">
            <a:extLst>
              <a:ext uri="{FF2B5EF4-FFF2-40B4-BE49-F238E27FC236}">
                <a16:creationId xmlns:a16="http://schemas.microsoft.com/office/drawing/2014/main" id="{B86FE90A-49BD-41A5-9067-05581F0CBAB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392163"/>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7" y="298872"/>
            <a:ext cx="7877127" cy="572016"/>
          </a:xfrm>
          <a:prstGeom prst="rect">
            <a:avLst/>
          </a:prstGeom>
        </p:spPr>
        <p:txBody>
          <a:bodyPr vert="horz" wrap="square" lIns="0" tIns="12065" rIns="0" bIns="0" rtlCol="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7" y="1204581"/>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1" y="1878634"/>
            <a:ext cx="7902080" cy="891270"/>
          </a:xfrm>
        </p:spPr>
        <p:txBody>
          <a:bodyPr/>
          <a:lstStyle>
            <a:lvl1pPr marL="155947" indent="-155947">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86"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1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4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73"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71117"/>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and Content_Black">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69"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7" y="298872"/>
            <a:ext cx="7877127" cy="572016"/>
          </a:xfrm>
          <a:prstGeom prst="rect">
            <a:avLst/>
          </a:prstGeom>
        </p:spPr>
        <p:txBody>
          <a:bodyPr vert="horz" wrap="square" lIns="0" tIns="12065" rIns="0" bIns="0" rtlCol="0">
            <a:spAutoFit/>
          </a:bodyPr>
          <a:lstStyle>
            <a:lvl1pPr marL="9525">
              <a:lnSpc>
                <a:spcPct val="100000"/>
              </a:lnSpc>
              <a:spcBef>
                <a:spcPts val="71"/>
              </a:spcBef>
              <a:defRPr sz="3638">
                <a:solidFill>
                  <a:schemeClr val="tx1"/>
                </a:solidFill>
              </a:defRPr>
            </a:lvl1pPr>
          </a:lstStyle>
          <a:p>
            <a:pPr marL="12700">
              <a:lnSpc>
                <a:spcPct val="100000"/>
              </a:lnSpc>
              <a:spcBef>
                <a:spcPts val="95"/>
              </a:spcBef>
            </a:pPr>
            <a:r>
              <a:rPr lang="en-US" spc="-116"/>
              <a:t>Click to edit Master title style</a:t>
            </a:r>
            <a:endParaRPr spc="-116"/>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7" y="1204581"/>
            <a:ext cx="7877127" cy="503917"/>
          </a:xfrm>
        </p:spPr>
        <p:txBody>
          <a:bodyPr anchor="b" anchorCtr="0">
            <a:normAutofit/>
          </a:bodyPr>
          <a:lstStyle>
            <a:lvl1pPr>
              <a:lnSpc>
                <a:spcPct val="100000"/>
              </a:lnSpc>
              <a:defRPr lang="en-US" sz="1637" b="0" i="0" baseline="0" dirty="0">
                <a:solidFill>
                  <a:schemeClr val="tx1"/>
                </a:solidFill>
                <a:latin typeface="Arial" panose="020B0604020202020204" pitchFamily="34" charset="0"/>
                <a:ea typeface="+mn-ea"/>
                <a:cs typeface="+mn-cs"/>
              </a:defRPr>
            </a:lvl1pPr>
          </a:lstStyle>
          <a:p>
            <a:pPr lvl="0"/>
            <a:r>
              <a:rPr lang="en-US"/>
              <a:t>Click to add text</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1" y="1878634"/>
            <a:ext cx="7902080" cy="891270"/>
          </a:xfrm>
        </p:spPr>
        <p:txBody>
          <a:bodyPr/>
          <a:lstStyle>
            <a:lvl1pPr marL="155947" indent="-155947">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86"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1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4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73"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D70243D2-D83B-44EB-AB49-14897F4F7A9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770742"/>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7" name="object 2">
            <a:extLst>
              <a:ext uri="{FF2B5EF4-FFF2-40B4-BE49-F238E27FC236}">
                <a16:creationId xmlns:a16="http://schemas.microsoft.com/office/drawing/2014/main" id="{7171EA4B-8F25-CF40-90EF-4C3871F85478}"/>
              </a:ext>
            </a:extLst>
          </p:cNvPr>
          <p:cNvGrpSpPr/>
          <p:nvPr/>
        </p:nvGrpSpPr>
        <p:grpSpPr>
          <a:xfrm>
            <a:off x="4420511" y="3"/>
            <a:ext cx="4723631" cy="5143211"/>
            <a:chOff x="9718981" y="0"/>
            <a:chExt cx="10385425" cy="11308715"/>
          </a:xfrm>
        </p:grpSpPr>
        <p:sp>
          <p:nvSpPr>
            <p:cNvPr id="8" name="object 3">
              <a:extLst>
                <a:ext uri="{FF2B5EF4-FFF2-40B4-BE49-F238E27FC236}">
                  <a16:creationId xmlns:a16="http://schemas.microsoft.com/office/drawing/2014/main" id="{8BB247A8-0EF4-D349-B0F5-9A51C4CE7D8D}"/>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9" name="object 4">
              <a:extLst>
                <a:ext uri="{FF2B5EF4-FFF2-40B4-BE49-F238E27FC236}">
                  <a16:creationId xmlns:a16="http://schemas.microsoft.com/office/drawing/2014/main" id="{B0FD7BB0-69F9-2C42-99D0-4A2903568EEE}"/>
                </a:ext>
              </a:extLst>
            </p:cNvPr>
            <p:cNvSpPr/>
            <p:nvPr/>
          </p:nvSpPr>
          <p:spPr>
            <a:xfrm>
              <a:off x="9718979" y="2775057"/>
              <a:ext cx="655955" cy="1581785"/>
            </a:xfrm>
            <a:custGeom>
              <a:avLst/>
              <a:gdLst/>
              <a:ahLst/>
              <a:cxnLst/>
              <a:rect l="l" t="t" r="r" b="b"/>
              <a:pathLst>
                <a:path w="655954" h="1581785">
                  <a:moveTo>
                    <a:pt x="655650" y="925753"/>
                  </a:moveTo>
                  <a:lnTo>
                    <a:pt x="0" y="925753"/>
                  </a:lnTo>
                  <a:lnTo>
                    <a:pt x="0" y="1581442"/>
                  </a:lnTo>
                  <a:lnTo>
                    <a:pt x="655650" y="1581442"/>
                  </a:lnTo>
                  <a:lnTo>
                    <a:pt x="655650" y="925753"/>
                  </a:lnTo>
                  <a:close/>
                </a:path>
                <a:path w="655954" h="1581785">
                  <a:moveTo>
                    <a:pt x="655650" y="0"/>
                  </a:moveTo>
                  <a:lnTo>
                    <a:pt x="0" y="0"/>
                  </a:lnTo>
                  <a:lnTo>
                    <a:pt x="0" y="655688"/>
                  </a:lnTo>
                  <a:lnTo>
                    <a:pt x="655650" y="655688"/>
                  </a:lnTo>
                  <a:lnTo>
                    <a:pt x="655650" y="0"/>
                  </a:lnTo>
                  <a:close/>
                </a:path>
              </a:pathLst>
            </a:custGeom>
            <a:solidFill>
              <a:srgbClr val="FF6012"/>
            </a:solidFill>
          </p:spPr>
          <p:txBody>
            <a:bodyPr wrap="square" lIns="0" tIns="0" rIns="0" bIns="0" rtlCol="0"/>
            <a:lstStyle/>
            <a:p>
              <a:endParaRPr sz="637"/>
            </a:p>
          </p:txBody>
        </p:sp>
      </p:grpSp>
      <p:sp>
        <p:nvSpPr>
          <p:cNvPr id="23" name="Text Placeholder 22">
            <a:extLst>
              <a:ext uri="{FF2B5EF4-FFF2-40B4-BE49-F238E27FC236}">
                <a16:creationId xmlns:a16="http://schemas.microsoft.com/office/drawing/2014/main" id="{41DC7188-A6E8-284F-869C-2F3D66E4C6F1}"/>
              </a:ext>
            </a:extLst>
          </p:cNvPr>
          <p:cNvSpPr>
            <a:spLocks noGrp="1"/>
          </p:cNvSpPr>
          <p:nvPr>
            <p:ph type="body" sz="quarter" idx="13" hasCustomPrompt="1"/>
          </p:nvPr>
        </p:nvSpPr>
        <p:spPr>
          <a:xfrm>
            <a:off x="5507774" y="1141099"/>
            <a:ext cx="3015267" cy="2904435"/>
          </a:xfrm>
          <a:prstGeom prst="rect">
            <a:avLst/>
          </a:prstGeom>
        </p:spPr>
        <p:txBody>
          <a:bodyPr lIns="0" tIns="0" bIns="0">
            <a:noAutofit/>
          </a:bodyPr>
          <a:lstStyle>
            <a:lvl1pPr marL="155947" indent="-365956">
              <a:lnSpc>
                <a:spcPct val="200000"/>
              </a:lnSpc>
              <a:buClr>
                <a:schemeClr val="bg2"/>
              </a:buClr>
              <a:buFont typeface="+mj-lt"/>
              <a:buAutoNum type="arabicPeriod"/>
              <a:defRPr sz="1637" b="1" i="0" spc="0" baseline="0">
                <a:solidFill>
                  <a:schemeClr val="bg2"/>
                </a:solidFill>
                <a:latin typeface="Arial" panose="020B0604020202020204" pitchFamily="34" charset="0"/>
              </a:defRPr>
            </a:lvl1pPr>
            <a:lvl2pPr marL="207930" indent="0">
              <a:buClr>
                <a:schemeClr val="tx1"/>
              </a:buClr>
              <a:buFont typeface="+mj-lt"/>
              <a:buNone/>
              <a:defRPr sz="1615" b="1" i="0" spc="0" baseline="0">
                <a:solidFill>
                  <a:schemeClr val="tx1"/>
                </a:solidFill>
                <a:latin typeface="Arial" panose="020B0604020202020204" pitchFamily="34" charset="0"/>
              </a:defRPr>
            </a:lvl2pPr>
            <a:lvl3pPr marL="571806" indent="-155947">
              <a:buClr>
                <a:schemeClr val="tx1"/>
              </a:buClr>
              <a:buFont typeface="+mj-lt"/>
              <a:buAutoNum type="arabicPeriod"/>
              <a:defRPr sz="1615" b="1" i="0" spc="0" baseline="0">
                <a:solidFill>
                  <a:schemeClr val="tx1"/>
                </a:solidFill>
                <a:latin typeface="Arial" panose="020B0604020202020204" pitchFamily="34" charset="0"/>
              </a:defRPr>
            </a:lvl3pPr>
            <a:lvl4pPr marL="779735" indent="-155947">
              <a:buClr>
                <a:schemeClr val="tx1"/>
              </a:buClr>
              <a:buFont typeface="+mj-lt"/>
              <a:buAutoNum type="arabicPeriod"/>
              <a:defRPr sz="1615" b="1" i="0" spc="0" baseline="0">
                <a:solidFill>
                  <a:schemeClr val="tx1"/>
                </a:solidFill>
                <a:latin typeface="Arial" panose="020B0604020202020204" pitchFamily="34" charset="0"/>
              </a:defRPr>
            </a:lvl4pPr>
            <a:lvl5pPr marL="987665" indent="-155947">
              <a:buClr>
                <a:schemeClr val="tx1"/>
              </a:buClr>
              <a:buFont typeface="+mj-lt"/>
              <a:buAutoNum type="arabicPeriod"/>
              <a:defRPr sz="1615" b="1" i="0" spc="0" baseline="0">
                <a:solidFill>
                  <a:schemeClr val="tx1"/>
                </a:solidFill>
                <a:latin typeface="Arial" panose="020B0604020202020204" pitchFamily="34" charset="0"/>
              </a:defRPr>
            </a:lvl5pPr>
          </a:lstStyle>
          <a:p>
            <a:pPr lvl="0"/>
            <a:r>
              <a:rPr lang="en-US"/>
              <a:t>Click to write agenda</a:t>
            </a:r>
          </a:p>
          <a:p>
            <a:pPr lvl="0"/>
            <a:r>
              <a:rPr lang="en-US" err="1"/>
              <a:t>Consectetuer</a:t>
            </a:r>
            <a:r>
              <a:rPr lang="en-US"/>
              <a:t> </a:t>
            </a:r>
            <a:r>
              <a:rPr lang="en-US" err="1"/>
              <a:t>Adipiscing</a:t>
            </a:r>
            <a:endParaRPr lang="en-US"/>
          </a:p>
          <a:p>
            <a:pPr lvl="0"/>
            <a:r>
              <a:rPr lang="en-US"/>
              <a:t>Dolore Magna</a:t>
            </a:r>
          </a:p>
          <a:p>
            <a:pPr lvl="0"/>
            <a:r>
              <a:rPr lang="en-US" err="1"/>
              <a:t>Quis</a:t>
            </a:r>
            <a:r>
              <a:rPr lang="en-US"/>
              <a:t> </a:t>
            </a:r>
            <a:r>
              <a:rPr lang="en-US" err="1"/>
              <a:t>Nostrud</a:t>
            </a:r>
            <a:endParaRPr lang="en-US"/>
          </a:p>
          <a:p>
            <a:pPr lvl="0"/>
            <a:r>
              <a:rPr lang="en-US"/>
              <a:t>Duis </a:t>
            </a:r>
            <a:r>
              <a:rPr lang="en-US" err="1"/>
              <a:t>Autem</a:t>
            </a:r>
            <a:r>
              <a:rPr lang="en-US"/>
              <a:t> Vel </a:t>
            </a:r>
            <a:r>
              <a:rPr lang="en-US" err="1"/>
              <a:t>Iruire</a:t>
            </a:r>
            <a:endParaRPr lang="en-US"/>
          </a:p>
          <a:p>
            <a:pPr lvl="0"/>
            <a:r>
              <a:rPr lang="en-US"/>
              <a:t>Lorem Ipsum</a:t>
            </a:r>
          </a:p>
        </p:txBody>
      </p:sp>
      <p:sp>
        <p:nvSpPr>
          <p:cNvPr id="3" name="Text Placeholder 2">
            <a:extLst>
              <a:ext uri="{FF2B5EF4-FFF2-40B4-BE49-F238E27FC236}">
                <a16:creationId xmlns:a16="http://schemas.microsoft.com/office/drawing/2014/main" id="{FCF3393F-0F79-C34E-865C-16F486573141}"/>
              </a:ext>
            </a:extLst>
          </p:cNvPr>
          <p:cNvSpPr>
            <a:spLocks noGrp="1"/>
          </p:cNvSpPr>
          <p:nvPr>
            <p:ph type="body" sz="quarter" idx="15"/>
          </p:nvPr>
        </p:nvSpPr>
        <p:spPr>
          <a:xfrm>
            <a:off x="1036860" y="1262050"/>
            <a:ext cx="2495395" cy="3359093"/>
          </a:xfrm>
        </p:spPr>
        <p:txBody>
          <a:bodyPr wrap="square">
            <a:sp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text styles</a:t>
            </a:r>
          </a:p>
        </p:txBody>
      </p:sp>
      <p:sp>
        <p:nvSpPr>
          <p:cNvPr id="10" name="Footer Placeholder 3">
            <a:extLst>
              <a:ext uri="{FF2B5EF4-FFF2-40B4-BE49-F238E27FC236}">
                <a16:creationId xmlns:a16="http://schemas.microsoft.com/office/drawing/2014/main" id="{CEE948D3-0893-4239-8449-557578DCEE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6294102"/>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433D690E-73C2-E543-AECD-261C959F30DA}"/>
              </a:ext>
            </a:extLst>
          </p:cNvPr>
          <p:cNvGrpSpPr/>
          <p:nvPr/>
        </p:nvGrpSpPr>
        <p:grpSpPr>
          <a:xfrm>
            <a:off x="2" y="120"/>
            <a:ext cx="3365315" cy="5142922"/>
            <a:chOff x="0" y="261"/>
            <a:chExt cx="7399020" cy="11308080"/>
          </a:xfrm>
        </p:grpSpPr>
        <p:sp>
          <p:nvSpPr>
            <p:cNvPr id="5" name="object 3">
              <a:extLst>
                <a:ext uri="{FF2B5EF4-FFF2-40B4-BE49-F238E27FC236}">
                  <a16:creationId xmlns:a16="http://schemas.microsoft.com/office/drawing/2014/main" id="{D1CE06DC-AF9D-6940-AB04-89308B41256D}"/>
                </a:ext>
              </a:extLst>
            </p:cNvPr>
            <p:cNvSpPr/>
            <p:nvPr/>
          </p:nvSpPr>
          <p:spPr>
            <a:xfrm>
              <a:off x="0" y="261"/>
              <a:ext cx="6873240" cy="11308080"/>
            </a:xfrm>
            <a:custGeom>
              <a:avLst/>
              <a:gdLst/>
              <a:ahLst/>
              <a:cxnLst/>
              <a:rect l="l" t="t" r="r" b="b"/>
              <a:pathLst>
                <a:path w="6873240" h="11308080">
                  <a:moveTo>
                    <a:pt x="6872775" y="0"/>
                  </a:moveTo>
                  <a:lnTo>
                    <a:pt x="0" y="0"/>
                  </a:lnTo>
                  <a:lnTo>
                    <a:pt x="0" y="11308032"/>
                  </a:lnTo>
                  <a:lnTo>
                    <a:pt x="6872775" y="11308032"/>
                  </a:lnTo>
                  <a:lnTo>
                    <a:pt x="6872775" y="0"/>
                  </a:lnTo>
                  <a:close/>
                </a:path>
              </a:pathLst>
            </a:custGeom>
            <a:solidFill>
              <a:srgbClr val="FFDC34"/>
            </a:solidFill>
          </p:spPr>
          <p:txBody>
            <a:bodyPr wrap="square" lIns="0" tIns="0" rIns="0" bIns="0" rtlCol="0"/>
            <a:lstStyle/>
            <a:p>
              <a:endParaRPr sz="637"/>
            </a:p>
          </p:txBody>
        </p:sp>
        <p:sp>
          <p:nvSpPr>
            <p:cNvPr id="6" name="object 4">
              <a:extLst>
                <a:ext uri="{FF2B5EF4-FFF2-40B4-BE49-F238E27FC236}">
                  <a16:creationId xmlns:a16="http://schemas.microsoft.com/office/drawing/2014/main" id="{F8DA929D-0FD4-4742-8E23-891163AED921}"/>
                </a:ext>
              </a:extLst>
            </p:cNvPr>
            <p:cNvSpPr/>
            <p:nvPr/>
          </p:nvSpPr>
          <p:spPr>
            <a:xfrm>
              <a:off x="6347041" y="4459979"/>
              <a:ext cx="1051560" cy="2350135"/>
            </a:xfrm>
            <a:custGeom>
              <a:avLst/>
              <a:gdLst/>
              <a:ahLst/>
              <a:cxnLst/>
              <a:rect l="l" t="t" r="r" b="b"/>
              <a:pathLst>
                <a:path w="1051559" h="2350134">
                  <a:moveTo>
                    <a:pt x="1046365" y="1303375"/>
                  </a:moveTo>
                  <a:lnTo>
                    <a:pt x="0" y="1303375"/>
                  </a:lnTo>
                  <a:lnTo>
                    <a:pt x="0" y="2349728"/>
                  </a:lnTo>
                  <a:lnTo>
                    <a:pt x="1046365" y="2349728"/>
                  </a:lnTo>
                  <a:lnTo>
                    <a:pt x="1046365" y="1303375"/>
                  </a:lnTo>
                  <a:close/>
                </a:path>
                <a:path w="1051559" h="2350134">
                  <a:moveTo>
                    <a:pt x="1051458" y="0"/>
                  </a:moveTo>
                  <a:lnTo>
                    <a:pt x="0" y="0"/>
                  </a:lnTo>
                  <a:lnTo>
                    <a:pt x="0" y="1051509"/>
                  </a:lnTo>
                  <a:lnTo>
                    <a:pt x="1051458" y="1051509"/>
                  </a:lnTo>
                  <a:lnTo>
                    <a:pt x="1051458" y="0"/>
                  </a:lnTo>
                  <a:close/>
                </a:path>
              </a:pathLst>
            </a:custGeom>
            <a:solidFill>
              <a:srgbClr val="FF6012"/>
            </a:solidFill>
          </p:spPr>
          <p:txBody>
            <a:bodyPr wrap="square" lIns="0" tIns="0" rIns="0" bIns="0" rtlCol="0"/>
            <a:lstStyle/>
            <a:p>
              <a:endParaRPr sz="637"/>
            </a:p>
          </p:txBody>
        </p:sp>
      </p:grpSp>
      <p:sp>
        <p:nvSpPr>
          <p:cNvPr id="8" name="Text Placeholder 2">
            <a:extLst>
              <a:ext uri="{FF2B5EF4-FFF2-40B4-BE49-F238E27FC236}">
                <a16:creationId xmlns:a16="http://schemas.microsoft.com/office/drawing/2014/main" id="{EE029FD0-A527-4C46-8DD7-528E1B9240BB}"/>
              </a:ext>
            </a:extLst>
          </p:cNvPr>
          <p:cNvSpPr>
            <a:spLocks noGrp="1"/>
          </p:cNvSpPr>
          <p:nvPr>
            <p:ph type="body" sz="quarter" idx="15" hasCustomPrompt="1"/>
          </p:nvPr>
        </p:nvSpPr>
        <p:spPr>
          <a:xfrm>
            <a:off x="3774863" y="1554991"/>
            <a:ext cx="3780895" cy="2015669"/>
          </a:xfrm>
        </p:spPr>
        <p:txBody>
          <a:bodyPr wrap="square" anchor="ctr" anchorCtr="0">
            <a:normAutofit/>
          </a:bodyPr>
          <a:lstStyle>
            <a:lvl1pPr>
              <a:lnSpc>
                <a:spcPct val="100000"/>
              </a:lnSpc>
              <a:defRPr sz="4366" baseline="0">
                <a:solidFill>
                  <a:schemeClr val="bg2"/>
                </a:solidFill>
                <a:latin typeface="Arial Black" panose="020B0604020202020204" pitchFamily="34" charset="0"/>
              </a:defRPr>
            </a:lvl1pPr>
          </a:lstStyle>
          <a:p>
            <a:pPr lvl="0"/>
            <a:r>
              <a:rPr lang="en-US"/>
              <a:t>Click to edit master title style</a:t>
            </a:r>
          </a:p>
        </p:txBody>
      </p:sp>
    </p:spTree>
    <p:extLst>
      <p:ext uri="{BB962C8B-B14F-4D97-AF65-F5344CB8AC3E}">
        <p14:creationId xmlns:p14="http://schemas.microsoft.com/office/powerpoint/2010/main" val="897958653"/>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Header Two Column Bullets">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594F07A-A758-B642-BDEE-246A567C40D2}"/>
              </a:ext>
            </a:extLst>
          </p:cNvPr>
          <p:cNvSpPr/>
          <p:nvPr/>
        </p:nvSpPr>
        <p:spPr>
          <a:xfrm>
            <a:off x="1741" y="0"/>
            <a:ext cx="3130217" cy="5143500"/>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5" name="object 3">
            <a:extLst>
              <a:ext uri="{FF2B5EF4-FFF2-40B4-BE49-F238E27FC236}">
                <a16:creationId xmlns:a16="http://schemas.microsoft.com/office/drawing/2014/main" id="{F5B28557-C1F6-1946-8EF0-F96003EE2F17}"/>
              </a:ext>
            </a:extLst>
          </p:cNvPr>
          <p:cNvSpPr txBox="1">
            <a:spLocks noGrp="1"/>
          </p:cNvSpPr>
          <p:nvPr>
            <p:ph type="title"/>
          </p:nvPr>
        </p:nvSpPr>
        <p:spPr>
          <a:xfrm>
            <a:off x="742604" y="-158954"/>
            <a:ext cx="1862239" cy="2811347"/>
          </a:xfrm>
          <a:prstGeom prst="rect">
            <a:avLst/>
          </a:prstGeom>
        </p:spPr>
        <p:txBody>
          <a:bodyPr vert="horz" wrap="square" lIns="0" tIns="12065" rIns="0" bIns="0" rtlCol="0" anchor="b" anchorCtr="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37" name="Text Placeholder 20">
            <a:extLst>
              <a:ext uri="{FF2B5EF4-FFF2-40B4-BE49-F238E27FC236}">
                <a16:creationId xmlns:a16="http://schemas.microsoft.com/office/drawing/2014/main" id="{B946E070-C498-4E4C-9279-D50B03F6E313}"/>
              </a:ext>
            </a:extLst>
          </p:cNvPr>
          <p:cNvSpPr>
            <a:spLocks noGrp="1"/>
          </p:cNvSpPr>
          <p:nvPr>
            <p:ph type="body" sz="quarter" idx="16" hasCustomPrompt="1"/>
          </p:nvPr>
        </p:nvSpPr>
        <p:spPr>
          <a:xfrm>
            <a:off x="773654" y="2875470"/>
            <a:ext cx="1823891" cy="251928"/>
          </a:xfrm>
        </p:spPr>
        <p:txBody>
          <a:bodyPr/>
          <a:lstStyle>
            <a:lvl1pPr>
              <a:lnSpc>
                <a:spcPct val="100000"/>
              </a:lnSpc>
              <a:defRPr sz="1637" baseline="0">
                <a:latin typeface="Arial" panose="020B0604020202020204" pitchFamily="34" charset="0"/>
              </a:defRPr>
            </a:lvl1pPr>
          </a:lstStyle>
          <a:p>
            <a:pPr lvl="0"/>
            <a:r>
              <a:rPr lang="en-US"/>
              <a:t>Click to add text</a:t>
            </a:r>
          </a:p>
        </p:txBody>
      </p:sp>
      <p:sp>
        <p:nvSpPr>
          <p:cNvPr id="42" name="Text Placeholder 41">
            <a:extLst>
              <a:ext uri="{FF2B5EF4-FFF2-40B4-BE49-F238E27FC236}">
                <a16:creationId xmlns:a16="http://schemas.microsoft.com/office/drawing/2014/main" id="{533E3CEE-7F39-5F4F-9856-6E91B2BE0F38}"/>
              </a:ext>
            </a:extLst>
          </p:cNvPr>
          <p:cNvSpPr>
            <a:spLocks noGrp="1"/>
          </p:cNvSpPr>
          <p:nvPr>
            <p:ph type="body" sz="quarter" idx="20" hasCustomPrompt="1"/>
          </p:nvPr>
        </p:nvSpPr>
        <p:spPr>
          <a:xfrm>
            <a:off x="3741568" y="1285895"/>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43" name="Text Placeholder 41">
            <a:extLst>
              <a:ext uri="{FF2B5EF4-FFF2-40B4-BE49-F238E27FC236}">
                <a16:creationId xmlns:a16="http://schemas.microsoft.com/office/drawing/2014/main" id="{42E58E90-360B-6D41-B969-E8933D7FEB80}"/>
              </a:ext>
            </a:extLst>
          </p:cNvPr>
          <p:cNvSpPr>
            <a:spLocks noGrp="1"/>
          </p:cNvSpPr>
          <p:nvPr>
            <p:ph type="body" sz="quarter" idx="21" hasCustomPrompt="1"/>
          </p:nvPr>
        </p:nvSpPr>
        <p:spPr>
          <a:xfrm>
            <a:off x="6433966" y="1285895"/>
            <a:ext cx="1979131" cy="420115"/>
          </a:xfrm>
        </p:spPr>
        <p:txBody>
          <a:bodyPr/>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3" name="Text Placeholder 7">
            <a:extLst>
              <a:ext uri="{FF2B5EF4-FFF2-40B4-BE49-F238E27FC236}">
                <a16:creationId xmlns:a16="http://schemas.microsoft.com/office/drawing/2014/main" id="{165FEBF6-0B6F-4EF0-BFEE-DAF1EFA5BD95}"/>
              </a:ext>
            </a:extLst>
          </p:cNvPr>
          <p:cNvSpPr>
            <a:spLocks noGrp="1"/>
          </p:cNvSpPr>
          <p:nvPr>
            <p:ph type="body" sz="quarter" idx="25" hasCustomPrompt="1"/>
          </p:nvPr>
        </p:nvSpPr>
        <p:spPr>
          <a:xfrm>
            <a:off x="1281245" y="4799106"/>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4" name="Text Placeholder 9">
            <a:extLst>
              <a:ext uri="{FF2B5EF4-FFF2-40B4-BE49-F238E27FC236}">
                <a16:creationId xmlns:a16="http://schemas.microsoft.com/office/drawing/2014/main" id="{B1F5E16D-224A-4461-A903-8E906A4B68BD}"/>
              </a:ext>
            </a:extLst>
          </p:cNvPr>
          <p:cNvSpPr>
            <a:spLocks noGrp="1"/>
          </p:cNvSpPr>
          <p:nvPr>
            <p:ph type="body" sz="quarter" idx="26" hasCustomPrompt="1"/>
          </p:nvPr>
        </p:nvSpPr>
        <p:spPr>
          <a:xfrm>
            <a:off x="773555" y="4799106"/>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5376B61C-C3BB-0C4C-82F7-8EA96B57D609}"/>
              </a:ext>
            </a:extLst>
          </p:cNvPr>
          <p:cNvSpPr>
            <a:spLocks noGrp="1"/>
          </p:cNvSpPr>
          <p:nvPr>
            <p:ph type="body" sz="quarter" idx="27"/>
          </p:nvPr>
        </p:nvSpPr>
        <p:spPr>
          <a:xfrm>
            <a:off x="3741646" y="1878635"/>
            <a:ext cx="1979131" cy="891270"/>
          </a:xfrm>
        </p:spPr>
        <p:txBody>
          <a:bodyPr/>
          <a:lstStyle>
            <a:lvl1pPr marL="155947" indent="-155947">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86"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1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4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73"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0FE4F70-24A7-9D48-9AD0-C70AFBFDB101}"/>
              </a:ext>
            </a:extLst>
          </p:cNvPr>
          <p:cNvSpPr>
            <a:spLocks noGrp="1"/>
          </p:cNvSpPr>
          <p:nvPr>
            <p:ph type="body" sz="quarter" idx="28"/>
          </p:nvPr>
        </p:nvSpPr>
        <p:spPr>
          <a:xfrm>
            <a:off x="6443546" y="1878635"/>
            <a:ext cx="1979131" cy="891270"/>
          </a:xfrm>
        </p:spPr>
        <p:txBody>
          <a:bodyPr/>
          <a:lstStyle>
            <a:lvl1pPr marL="155947" indent="-155947">
              <a:lnSpc>
                <a:spcPct val="130000"/>
              </a:lnSpc>
              <a:spcBef>
                <a:spcPts val="1505"/>
              </a:spcBef>
              <a:buClr>
                <a:schemeClr val="accent5"/>
              </a:buClr>
              <a:buSzPct val="135000"/>
              <a:buFont typeface="Arial" panose="020B0604020202020204" pitchFamily="34" charset="0"/>
              <a:buChar char="•"/>
              <a:defRPr sz="910">
                <a:latin typeface="Arial" panose="020B0604020202020204" pitchFamily="34" charset="0"/>
              </a:defRPr>
            </a:lvl1pPr>
            <a:lvl2pPr marL="337886"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2pPr>
            <a:lvl3pPr marL="54581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3pPr>
            <a:lvl4pPr marL="753744"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4pPr>
            <a:lvl5pPr marL="961673" indent="-129956">
              <a:lnSpc>
                <a:spcPct val="130000"/>
              </a:lnSpc>
              <a:buClr>
                <a:schemeClr val="accent5"/>
              </a:buClr>
              <a:buSzPct val="135000"/>
              <a:buFont typeface="Arial" panose="020B0604020202020204" pitchFamily="34" charset="0"/>
              <a:buChar char="•"/>
              <a:defRPr sz="91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3">
            <a:extLst>
              <a:ext uri="{FF2B5EF4-FFF2-40B4-BE49-F238E27FC236}">
                <a16:creationId xmlns:a16="http://schemas.microsoft.com/office/drawing/2014/main" id="{40ABD797-1975-418E-8E6F-37FB4C5F186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7111551"/>
      </p:ext>
    </p:extLst>
  </p:cSld>
  <p:clrMapOvr>
    <a:masterClrMapping/>
  </p:clrMapOvr>
  <p:hf sldNum="0" hdr="0" ftr="0" dt="0"/>
  <p:extLst>
    <p:ext uri="{DCECCB84-F9BA-43D5-87BE-67443E8EF086}">
      <p15:sldGuideLst xmlns:p15="http://schemas.microsoft.com/office/powerpoint/2012/main">
        <p15:guide id="1" orient="horz" pos="6658">
          <p15:clr>
            <a:srgbClr val="FBAE40"/>
          </p15:clr>
        </p15:guide>
        <p15:guide id="2" pos="892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Header Two Column No Bullets">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7913AF6-B77A-AE4A-94F8-EA91FE736383}"/>
              </a:ext>
            </a:extLst>
          </p:cNvPr>
          <p:cNvSpPr/>
          <p:nvPr/>
        </p:nvSpPr>
        <p:spPr>
          <a:xfrm>
            <a:off x="1741" y="1"/>
            <a:ext cx="3130217" cy="5135414"/>
          </a:xfrm>
          <a:custGeom>
            <a:avLst/>
            <a:gdLst/>
            <a:ahLst/>
            <a:cxnLst/>
            <a:rect l="l" t="t" r="r" b="b"/>
            <a:pathLst>
              <a:path w="6882130" h="11291570">
                <a:moveTo>
                  <a:pt x="6881518" y="0"/>
                </a:moveTo>
                <a:lnTo>
                  <a:pt x="0" y="0"/>
                </a:lnTo>
                <a:lnTo>
                  <a:pt x="0" y="11291478"/>
                </a:lnTo>
                <a:lnTo>
                  <a:pt x="6881518" y="11291478"/>
                </a:lnTo>
                <a:lnTo>
                  <a:pt x="6881518" y="0"/>
                </a:lnTo>
                <a:close/>
              </a:path>
            </a:pathLst>
          </a:custGeom>
          <a:solidFill>
            <a:srgbClr val="FFDC34"/>
          </a:solidFill>
        </p:spPr>
        <p:txBody>
          <a:bodyPr wrap="square" lIns="0" tIns="0" rIns="0" bIns="0" rtlCol="0"/>
          <a:lstStyle/>
          <a:p>
            <a:endParaRPr sz="637"/>
          </a:p>
        </p:txBody>
      </p:sp>
      <p:sp>
        <p:nvSpPr>
          <p:cNvPr id="3" name="object 3">
            <a:extLst>
              <a:ext uri="{FF2B5EF4-FFF2-40B4-BE49-F238E27FC236}">
                <a16:creationId xmlns:a16="http://schemas.microsoft.com/office/drawing/2014/main" id="{976458D7-0812-9942-86F9-D95769282FB9}"/>
              </a:ext>
            </a:extLst>
          </p:cNvPr>
          <p:cNvSpPr txBox="1">
            <a:spLocks noGrp="1"/>
          </p:cNvSpPr>
          <p:nvPr>
            <p:ph type="title"/>
          </p:nvPr>
        </p:nvSpPr>
        <p:spPr>
          <a:xfrm>
            <a:off x="742604" y="-158953"/>
            <a:ext cx="2131144" cy="2811347"/>
          </a:xfrm>
          <a:prstGeom prst="rect">
            <a:avLst/>
          </a:prstGeom>
        </p:spPr>
        <p:txBody>
          <a:bodyPr vert="horz" wrap="square" lIns="0" tIns="12065" rIns="0" bIns="0" rtlCol="0" anchor="b" anchorCtr="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7" name="object 7">
            <a:extLst>
              <a:ext uri="{FF2B5EF4-FFF2-40B4-BE49-F238E27FC236}">
                <a16:creationId xmlns:a16="http://schemas.microsoft.com/office/drawing/2014/main" id="{CEE9E002-0D79-884B-AC3B-9DD959305A36}"/>
              </a:ext>
            </a:extLst>
          </p:cNvPr>
          <p:cNvSpPr/>
          <p:nvPr/>
        </p:nvSpPr>
        <p:spPr>
          <a:xfrm>
            <a:off x="3754508" y="3848388"/>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13" name="Text Placeholder 20">
            <a:extLst>
              <a:ext uri="{FF2B5EF4-FFF2-40B4-BE49-F238E27FC236}">
                <a16:creationId xmlns:a16="http://schemas.microsoft.com/office/drawing/2014/main" id="{B675252C-4DA7-9E49-B684-82E034110F77}"/>
              </a:ext>
            </a:extLst>
          </p:cNvPr>
          <p:cNvSpPr>
            <a:spLocks noGrp="1"/>
          </p:cNvSpPr>
          <p:nvPr>
            <p:ph type="body" sz="quarter" idx="16" hasCustomPrompt="1"/>
          </p:nvPr>
        </p:nvSpPr>
        <p:spPr>
          <a:xfrm>
            <a:off x="773656" y="2875472"/>
            <a:ext cx="2100092" cy="293427"/>
          </a:xfrm>
        </p:spPr>
        <p:txBody>
          <a:bodyPr/>
          <a:lstStyle>
            <a:lvl1pPr>
              <a:defRPr sz="1637" baseline="0">
                <a:latin typeface="Arial" panose="020B0604020202020204" pitchFamily="34" charset="0"/>
              </a:defRPr>
            </a:lvl1pPr>
          </a:lstStyle>
          <a:p>
            <a:pPr lvl="0"/>
            <a:r>
              <a:rPr lang="en-US"/>
              <a:t>Click to add text</a:t>
            </a:r>
          </a:p>
        </p:txBody>
      </p:sp>
      <p:sp>
        <p:nvSpPr>
          <p:cNvPr id="20" name="Text Placeholder 22">
            <a:extLst>
              <a:ext uri="{FF2B5EF4-FFF2-40B4-BE49-F238E27FC236}">
                <a16:creationId xmlns:a16="http://schemas.microsoft.com/office/drawing/2014/main" id="{CD323326-6239-6A4F-AF97-EBD8BE8FEFB8}"/>
              </a:ext>
            </a:extLst>
          </p:cNvPr>
          <p:cNvSpPr>
            <a:spLocks noGrp="1"/>
          </p:cNvSpPr>
          <p:nvPr>
            <p:ph type="body" sz="quarter" idx="20" hasCustomPrompt="1"/>
          </p:nvPr>
        </p:nvSpPr>
        <p:spPr>
          <a:xfrm>
            <a:off x="3741569" y="1618773"/>
            <a:ext cx="4989421" cy="2711640"/>
          </a:xfrm>
        </p:spPr>
        <p:txBody>
          <a:bodyPr numCol="2" spcCol="914400"/>
          <a:lstStyle>
            <a:lvl1pPr>
              <a:lnSpc>
                <a:spcPct val="130000"/>
              </a:lnSpc>
              <a:defRPr/>
            </a:lvl1pPr>
          </a:lstStyle>
          <a:p>
            <a:pPr lvl="0"/>
            <a:r>
              <a:rPr lang="en-US"/>
              <a:t>This is a two column layout. As you type, the content will stretch across both columns. Click to add your own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iriure</a:t>
            </a:r>
            <a:r>
              <a:rPr lang="en-US"/>
              <a:t> dolor in </a:t>
            </a:r>
            <a:r>
              <a:rPr lang="en-US" err="1"/>
              <a:t>hendrerit</a:t>
            </a:r>
            <a:r>
              <a:rPr lang="en-US"/>
              <a: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autem</a:t>
            </a:r>
            <a:r>
              <a:rPr lang="en-US"/>
              <a:t> vel </a:t>
            </a:r>
            <a:r>
              <a:rPr lang="en-US" err="1"/>
              <a:t>eum</a:t>
            </a:r>
            <a:r>
              <a:rPr lang="en-US"/>
              <a:t> </a:t>
            </a:r>
            <a:r>
              <a:rPr lang="en-US" err="1"/>
              <a:t>irure</a:t>
            </a:r>
            <a:r>
              <a:rPr lang="en-US"/>
              <a:t> dolor in </a:t>
            </a:r>
            <a:r>
              <a:rPr lang="en-US" err="1"/>
              <a:t>hendrerit</a:t>
            </a:r>
            <a:r>
              <a:rPr lang="en-US"/>
              <a:t>.</a:t>
            </a:r>
          </a:p>
        </p:txBody>
      </p:sp>
      <p:sp>
        <p:nvSpPr>
          <p:cNvPr id="16" name="Text Placeholder 7">
            <a:extLst>
              <a:ext uri="{FF2B5EF4-FFF2-40B4-BE49-F238E27FC236}">
                <a16:creationId xmlns:a16="http://schemas.microsoft.com/office/drawing/2014/main" id="{54857BAB-B7E5-E34E-A1F2-66F5E97A0753}"/>
              </a:ext>
            </a:extLst>
          </p:cNvPr>
          <p:cNvSpPr>
            <a:spLocks noGrp="1"/>
          </p:cNvSpPr>
          <p:nvPr>
            <p:ph type="body" sz="quarter" idx="25" hasCustomPrompt="1"/>
          </p:nvPr>
        </p:nvSpPr>
        <p:spPr>
          <a:xfrm>
            <a:off x="1281245" y="4799106"/>
            <a:ext cx="1731137" cy="97984"/>
          </a:xfrm>
        </p:spPr>
        <p:txBody>
          <a:bodyPr/>
          <a:lstStyle>
            <a:lvl1pPr>
              <a:lnSpc>
                <a:spcPct val="100000"/>
              </a:lnSpc>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496ADC8E-DB30-FE44-B5E7-D75CF29CBC6D}"/>
              </a:ext>
            </a:extLst>
          </p:cNvPr>
          <p:cNvSpPr>
            <a:spLocks noGrp="1"/>
          </p:cNvSpPr>
          <p:nvPr>
            <p:ph type="body" sz="quarter" idx="26" hasCustomPrompt="1"/>
          </p:nvPr>
        </p:nvSpPr>
        <p:spPr>
          <a:xfrm>
            <a:off x="773555" y="4799106"/>
            <a:ext cx="444919" cy="97984"/>
          </a:xfrm>
        </p:spPr>
        <p:txBody>
          <a:bodyPr/>
          <a:lstStyle>
            <a:lvl1pPr>
              <a:lnSpc>
                <a:spcPct val="100000"/>
              </a:lnSpc>
              <a:defRPr sz="637" b="1" i="0" baseline="0">
                <a:latin typeface="Arial" panose="020B0604020202020204" pitchFamily="34" charset="0"/>
              </a:defRPr>
            </a:lvl1pPr>
          </a:lstStyle>
          <a:p>
            <a:pPr lvl="0"/>
            <a:r>
              <a:rPr lang="en-US"/>
              <a:t>Source:</a:t>
            </a:r>
          </a:p>
        </p:txBody>
      </p:sp>
      <p:sp>
        <p:nvSpPr>
          <p:cNvPr id="10" name="Footer Placeholder 3">
            <a:extLst>
              <a:ext uri="{FF2B5EF4-FFF2-40B4-BE49-F238E27FC236}">
                <a16:creationId xmlns:a16="http://schemas.microsoft.com/office/drawing/2014/main" id="{EB3BA3B2-34A2-4169-B162-1F9CFD62701E}"/>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134358"/>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3 Column with Image ">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328FD2B4-A086-114E-8FA9-35BD6C40AAB5}"/>
              </a:ext>
            </a:extLst>
          </p:cNvPr>
          <p:cNvSpPr/>
          <p:nvPr/>
        </p:nvSpPr>
        <p:spPr>
          <a:xfrm>
            <a:off x="8732675" y="3"/>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637"/>
          </a:p>
        </p:txBody>
      </p:sp>
      <p:sp>
        <p:nvSpPr>
          <p:cNvPr id="3" name="Picture Placeholder 2">
            <a:extLst>
              <a:ext uri="{FF2B5EF4-FFF2-40B4-BE49-F238E27FC236}">
                <a16:creationId xmlns:a16="http://schemas.microsoft.com/office/drawing/2014/main" id="{7540CCEF-6355-E949-A99C-FAB7F3F6263E}"/>
              </a:ext>
            </a:extLst>
          </p:cNvPr>
          <p:cNvSpPr>
            <a:spLocks noGrp="1"/>
          </p:cNvSpPr>
          <p:nvPr>
            <p:ph type="pic" sz="quarter" idx="28"/>
          </p:nvPr>
        </p:nvSpPr>
        <p:spPr>
          <a:xfrm>
            <a:off x="1695367" y="2"/>
            <a:ext cx="5753268" cy="260841"/>
          </a:xfrm>
          <a:solidFill>
            <a:schemeClr val="bg1">
              <a:lumMod val="85000"/>
            </a:schemeClr>
          </a:solidFill>
        </p:spPr>
        <p:txBody>
          <a:bodyPr/>
          <a:lstStyle>
            <a:lvl1pPr algn="ctr">
              <a:defRPr sz="1455">
                <a:solidFill>
                  <a:srgbClr val="C00000"/>
                </a:solidFill>
              </a:defRPr>
            </a:lvl1pPr>
          </a:lstStyle>
          <a:p>
            <a:r>
              <a:rPr lang="en-US"/>
              <a:t>Click icon to add picture</a:t>
            </a:r>
          </a:p>
        </p:txBody>
      </p:sp>
      <p:sp>
        <p:nvSpPr>
          <p:cNvPr id="17" name="object 11">
            <a:extLst>
              <a:ext uri="{FF2B5EF4-FFF2-40B4-BE49-F238E27FC236}">
                <a16:creationId xmlns:a16="http://schemas.microsoft.com/office/drawing/2014/main" id="{A00DC96A-71CA-A04C-8DC9-545001EE152C}"/>
              </a:ext>
            </a:extLst>
          </p:cNvPr>
          <p:cNvSpPr/>
          <p:nvPr/>
        </p:nvSpPr>
        <p:spPr>
          <a:xfrm flipV="1">
            <a:off x="0" y="3075160"/>
            <a:ext cx="549096" cy="20793"/>
          </a:xfrm>
          <a:custGeom>
            <a:avLst/>
            <a:gdLst/>
            <a:ahLst/>
            <a:cxnLst/>
            <a:rect l="l" t="t" r="r" b="b"/>
            <a:pathLst>
              <a:path w="1196975">
                <a:moveTo>
                  <a:pt x="1196832" y="0"/>
                </a:moveTo>
                <a:lnTo>
                  <a:pt x="0" y="0"/>
                </a:lnTo>
              </a:path>
            </a:pathLst>
          </a:custGeom>
          <a:ln w="62825">
            <a:solidFill>
              <a:srgbClr val="FF6012"/>
            </a:solidFill>
          </a:ln>
        </p:spPr>
        <p:txBody>
          <a:bodyPr wrap="square" lIns="0" tIns="0" rIns="0" bIns="0" rtlCol="0"/>
          <a:lstStyle/>
          <a:p>
            <a:endParaRPr sz="637"/>
          </a:p>
        </p:txBody>
      </p:sp>
      <p:sp>
        <p:nvSpPr>
          <p:cNvPr id="21" name="Text Placeholder 20">
            <a:extLst>
              <a:ext uri="{FF2B5EF4-FFF2-40B4-BE49-F238E27FC236}">
                <a16:creationId xmlns:a16="http://schemas.microsoft.com/office/drawing/2014/main" id="{C35002E2-2682-8C4E-BB97-513D0CB58AB1}"/>
              </a:ext>
            </a:extLst>
          </p:cNvPr>
          <p:cNvSpPr>
            <a:spLocks noGrp="1"/>
          </p:cNvSpPr>
          <p:nvPr>
            <p:ph type="body" sz="quarter" idx="16" hasCustomPrompt="1"/>
          </p:nvPr>
        </p:nvSpPr>
        <p:spPr>
          <a:xfrm>
            <a:off x="845984" y="2571750"/>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2" name="Text Placeholder 22">
            <a:extLst>
              <a:ext uri="{FF2B5EF4-FFF2-40B4-BE49-F238E27FC236}">
                <a16:creationId xmlns:a16="http://schemas.microsoft.com/office/drawing/2014/main" id="{9D2C81B4-9C98-9141-9643-97793B205940}"/>
              </a:ext>
            </a:extLst>
          </p:cNvPr>
          <p:cNvSpPr>
            <a:spLocks noGrp="1"/>
          </p:cNvSpPr>
          <p:nvPr>
            <p:ph type="body" sz="quarter" idx="20" hasCustomPrompt="1"/>
          </p:nvPr>
        </p:nvSpPr>
        <p:spPr>
          <a:xfrm>
            <a:off x="849759" y="3378510"/>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3" name="Text Placeholder 20">
            <a:extLst>
              <a:ext uri="{FF2B5EF4-FFF2-40B4-BE49-F238E27FC236}">
                <a16:creationId xmlns:a16="http://schemas.microsoft.com/office/drawing/2014/main" id="{121C0851-90C3-6843-BC01-DCF9E4D82BD0}"/>
              </a:ext>
            </a:extLst>
          </p:cNvPr>
          <p:cNvSpPr>
            <a:spLocks noGrp="1"/>
          </p:cNvSpPr>
          <p:nvPr>
            <p:ph type="body" sz="quarter" idx="21" hasCustomPrompt="1"/>
          </p:nvPr>
        </p:nvSpPr>
        <p:spPr>
          <a:xfrm>
            <a:off x="3230798" y="2571363"/>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4" name="Text Placeholder 22">
            <a:extLst>
              <a:ext uri="{FF2B5EF4-FFF2-40B4-BE49-F238E27FC236}">
                <a16:creationId xmlns:a16="http://schemas.microsoft.com/office/drawing/2014/main" id="{6BA86A8B-CE05-314C-8FAC-8BFC79193772}"/>
              </a:ext>
            </a:extLst>
          </p:cNvPr>
          <p:cNvSpPr>
            <a:spLocks noGrp="1"/>
          </p:cNvSpPr>
          <p:nvPr>
            <p:ph type="body" sz="quarter" idx="22" hasCustomPrompt="1"/>
          </p:nvPr>
        </p:nvSpPr>
        <p:spPr>
          <a:xfrm>
            <a:off x="3234574"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25" name="Text Placeholder 20">
            <a:extLst>
              <a:ext uri="{FF2B5EF4-FFF2-40B4-BE49-F238E27FC236}">
                <a16:creationId xmlns:a16="http://schemas.microsoft.com/office/drawing/2014/main" id="{000992BE-7635-2244-ACB2-5F6264EF2CCB}"/>
              </a:ext>
            </a:extLst>
          </p:cNvPr>
          <p:cNvSpPr>
            <a:spLocks noGrp="1"/>
          </p:cNvSpPr>
          <p:nvPr>
            <p:ph type="body" sz="quarter" idx="23" hasCustomPrompt="1"/>
          </p:nvPr>
        </p:nvSpPr>
        <p:spPr>
          <a:xfrm>
            <a:off x="5620308" y="2571363"/>
            <a:ext cx="1823891" cy="600880"/>
          </a:xfrm>
        </p:spPr>
        <p:txBody>
          <a:bodyPr anchor="b" anchorCtr="0">
            <a:normAutofit/>
          </a:bodyPr>
          <a:lstStyle>
            <a:lvl1pPr>
              <a:defRPr sz="1637" baseline="0">
                <a:latin typeface="Arial" panose="020B0604020202020204" pitchFamily="34" charset="0"/>
              </a:defRPr>
            </a:lvl1pPr>
          </a:lstStyle>
          <a:p>
            <a:pPr lvl="0"/>
            <a:r>
              <a:rPr lang="en-US"/>
              <a:t>Click to add text</a:t>
            </a:r>
          </a:p>
        </p:txBody>
      </p:sp>
      <p:sp>
        <p:nvSpPr>
          <p:cNvPr id="26" name="Text Placeholder 22">
            <a:extLst>
              <a:ext uri="{FF2B5EF4-FFF2-40B4-BE49-F238E27FC236}">
                <a16:creationId xmlns:a16="http://schemas.microsoft.com/office/drawing/2014/main" id="{5C109114-69C1-FE4A-A58B-F1E4A8855337}"/>
              </a:ext>
            </a:extLst>
          </p:cNvPr>
          <p:cNvSpPr>
            <a:spLocks noGrp="1"/>
          </p:cNvSpPr>
          <p:nvPr>
            <p:ph type="body" sz="quarter" idx="24" hasCustomPrompt="1"/>
          </p:nvPr>
        </p:nvSpPr>
        <p:spPr>
          <a:xfrm>
            <a:off x="5624082" y="3378122"/>
            <a:ext cx="1828049" cy="891270"/>
          </a:xfrm>
        </p:spPr>
        <p:txBody>
          <a:bodyPr/>
          <a:lstStyle>
            <a:lvl1pPr>
              <a:lnSpc>
                <a:spcPct val="130000"/>
              </a:lnSpc>
              <a:defRPr/>
            </a:lvl1pPr>
          </a:lstStyle>
          <a:p>
            <a:pPr lvl="0"/>
            <a:r>
              <a:rPr lang="en-US"/>
              <a:t>Click to add a paragraph of text. The rest is placeholder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endParaRPr lang="en-US"/>
          </a:p>
        </p:txBody>
      </p:sp>
      <p:sp>
        <p:nvSpPr>
          <p:cNvPr id="10" name="object 4">
            <a:extLst>
              <a:ext uri="{FF2B5EF4-FFF2-40B4-BE49-F238E27FC236}">
                <a16:creationId xmlns:a16="http://schemas.microsoft.com/office/drawing/2014/main" id="{F3BDA228-6943-0F47-ACD9-5F8A2DD01A52}"/>
              </a:ext>
            </a:extLst>
          </p:cNvPr>
          <p:cNvSpPr txBox="1">
            <a:spLocks noGrp="1"/>
          </p:cNvSpPr>
          <p:nvPr>
            <p:ph type="title"/>
          </p:nvPr>
        </p:nvSpPr>
        <p:spPr>
          <a:xfrm>
            <a:off x="856922" y="111191"/>
            <a:ext cx="2328751" cy="2356595"/>
          </a:xfrm>
          <a:prstGeom prst="rect">
            <a:avLst/>
          </a:prstGeom>
        </p:spPr>
        <p:txBody>
          <a:bodyPr vert="horz" wrap="square" lIns="0" tIns="160020" rIns="0" bIns="0" rtlCol="0" anchor="ctr" anchorCtr="0">
            <a:normAutofit/>
          </a:bodyPr>
          <a:lstStyle>
            <a:lvl1pPr marL="9525" marR="17621">
              <a:lnSpc>
                <a:spcPts val="6622"/>
              </a:lnSpc>
              <a:spcBef>
                <a:spcPts val="945"/>
              </a:spcBef>
              <a:defRPr sz="3638"/>
            </a:lvl1pPr>
          </a:lstStyle>
          <a:p>
            <a:pPr marL="12700" marR="23495">
              <a:lnSpc>
                <a:spcPts val="8830"/>
              </a:lnSpc>
              <a:spcBef>
                <a:spcPts val="1260"/>
              </a:spcBef>
            </a:pPr>
            <a:r>
              <a:rPr lang="en-US" spc="-116"/>
              <a:t>Click to edit Master title style</a:t>
            </a:r>
            <a:endParaRPr spc="-116"/>
          </a:p>
        </p:txBody>
      </p:sp>
      <p:sp>
        <p:nvSpPr>
          <p:cNvPr id="27" name="Text Placeholder 7">
            <a:extLst>
              <a:ext uri="{FF2B5EF4-FFF2-40B4-BE49-F238E27FC236}">
                <a16:creationId xmlns:a16="http://schemas.microsoft.com/office/drawing/2014/main" id="{9A83ED3E-4594-8144-AFDC-9EC84DCC72B1}"/>
              </a:ext>
            </a:extLst>
          </p:cNvPr>
          <p:cNvSpPr>
            <a:spLocks noGrp="1"/>
          </p:cNvSpPr>
          <p:nvPr>
            <p:ph type="body" sz="quarter" idx="25" hasCustomPrompt="1"/>
          </p:nvPr>
        </p:nvSpPr>
        <p:spPr>
          <a:xfrm>
            <a:off x="1364609"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28" name="Text Placeholder 9">
            <a:extLst>
              <a:ext uri="{FF2B5EF4-FFF2-40B4-BE49-F238E27FC236}">
                <a16:creationId xmlns:a16="http://schemas.microsoft.com/office/drawing/2014/main" id="{CE200243-006C-ED42-97B7-84DBAFC4B9A5}"/>
              </a:ext>
            </a:extLst>
          </p:cNvPr>
          <p:cNvSpPr>
            <a:spLocks noGrp="1"/>
          </p:cNvSpPr>
          <p:nvPr>
            <p:ph type="body" sz="quarter" idx="26" hasCustomPrompt="1"/>
          </p:nvPr>
        </p:nvSpPr>
        <p:spPr>
          <a:xfrm>
            <a:off x="856920"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5" name="Footer Placeholder 3">
            <a:extLst>
              <a:ext uri="{FF2B5EF4-FFF2-40B4-BE49-F238E27FC236}">
                <a16:creationId xmlns:a16="http://schemas.microsoft.com/office/drawing/2014/main" id="{035B7E9E-DB98-43CB-A056-30470B4212D0}"/>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77892"/>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3 Column with Ic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7C48A48-CCD2-8C49-9365-BA07992F78B4}"/>
              </a:ext>
            </a:extLst>
          </p:cNvPr>
          <p:cNvSpPr>
            <a:spLocks noGrp="1"/>
          </p:cNvSpPr>
          <p:nvPr>
            <p:ph type="pic" sz="quarter" idx="28" hasCustomPrompt="1"/>
          </p:nvPr>
        </p:nvSpPr>
        <p:spPr>
          <a:xfrm>
            <a:off x="828911" y="1670701"/>
            <a:ext cx="693165" cy="345159"/>
          </a:xfrm>
          <a:solidFill>
            <a:schemeClr val="bg1">
              <a:lumMod val="85000"/>
            </a:schemeClr>
          </a:solidFill>
        </p:spPr>
        <p:txBody>
          <a:bodyPr/>
          <a:lstStyle/>
          <a:p>
            <a:r>
              <a:rPr lang="en-US"/>
              <a:t>Click to add icon</a:t>
            </a:r>
          </a:p>
        </p:txBody>
      </p:sp>
      <p:sp>
        <p:nvSpPr>
          <p:cNvPr id="39" name="Picture Placeholder 2">
            <a:extLst>
              <a:ext uri="{FF2B5EF4-FFF2-40B4-BE49-F238E27FC236}">
                <a16:creationId xmlns:a16="http://schemas.microsoft.com/office/drawing/2014/main" id="{D2A27F84-A992-1F4D-9385-67DBF9ABD013}"/>
              </a:ext>
            </a:extLst>
          </p:cNvPr>
          <p:cNvSpPr>
            <a:spLocks noGrp="1"/>
          </p:cNvSpPr>
          <p:nvPr>
            <p:ph type="pic" sz="quarter" idx="29" hasCustomPrompt="1"/>
          </p:nvPr>
        </p:nvSpPr>
        <p:spPr>
          <a:xfrm>
            <a:off x="3669911" y="1670701"/>
            <a:ext cx="693165" cy="345159"/>
          </a:xfrm>
          <a:solidFill>
            <a:schemeClr val="bg1">
              <a:lumMod val="85000"/>
            </a:schemeClr>
          </a:solidFill>
        </p:spPr>
        <p:txBody>
          <a:bodyPr/>
          <a:lstStyle/>
          <a:p>
            <a:r>
              <a:rPr lang="en-US"/>
              <a:t>Click to add icon</a:t>
            </a:r>
          </a:p>
        </p:txBody>
      </p:sp>
      <p:sp>
        <p:nvSpPr>
          <p:cNvPr id="42" name="Picture Placeholder 2">
            <a:extLst>
              <a:ext uri="{FF2B5EF4-FFF2-40B4-BE49-F238E27FC236}">
                <a16:creationId xmlns:a16="http://schemas.microsoft.com/office/drawing/2014/main" id="{1E2CCD22-96F8-D249-91BE-E6A9BDAA23D0}"/>
              </a:ext>
            </a:extLst>
          </p:cNvPr>
          <p:cNvSpPr>
            <a:spLocks noGrp="1"/>
          </p:cNvSpPr>
          <p:nvPr>
            <p:ph type="pic" sz="quarter" idx="30" hasCustomPrompt="1"/>
          </p:nvPr>
        </p:nvSpPr>
        <p:spPr>
          <a:xfrm>
            <a:off x="6478205" y="1670701"/>
            <a:ext cx="693165" cy="345159"/>
          </a:xfrm>
          <a:solidFill>
            <a:schemeClr val="bg1">
              <a:lumMod val="85000"/>
            </a:schemeClr>
          </a:solidFill>
        </p:spPr>
        <p:txBody>
          <a:bodyPr/>
          <a:lstStyle/>
          <a:p>
            <a:r>
              <a:rPr lang="en-US"/>
              <a:t>Click to add icon</a:t>
            </a:r>
          </a:p>
        </p:txBody>
      </p:sp>
      <p:sp>
        <p:nvSpPr>
          <p:cNvPr id="25" name="object 21">
            <a:extLst>
              <a:ext uri="{FF2B5EF4-FFF2-40B4-BE49-F238E27FC236}">
                <a16:creationId xmlns:a16="http://schemas.microsoft.com/office/drawing/2014/main" id="{6D7AACC9-5164-2D42-B0EB-1E99B272ECE5}"/>
              </a:ext>
            </a:extLst>
          </p:cNvPr>
          <p:cNvSpPr/>
          <p:nvPr/>
        </p:nvSpPr>
        <p:spPr>
          <a:xfrm>
            <a:off x="3127341" y="1801778"/>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6" name="object 22">
            <a:extLst>
              <a:ext uri="{FF2B5EF4-FFF2-40B4-BE49-F238E27FC236}">
                <a16:creationId xmlns:a16="http://schemas.microsoft.com/office/drawing/2014/main" id="{9E41269E-48E7-8549-92E9-3A5D71D8D25F}"/>
              </a:ext>
            </a:extLst>
          </p:cNvPr>
          <p:cNvSpPr/>
          <p:nvPr/>
        </p:nvSpPr>
        <p:spPr>
          <a:xfrm>
            <a:off x="5984841" y="1801778"/>
            <a:ext cx="0" cy="2427351"/>
          </a:xfrm>
          <a:custGeom>
            <a:avLst/>
            <a:gdLst/>
            <a:ahLst/>
            <a:cxnLst/>
            <a:rect l="l" t="t" r="r" b="b"/>
            <a:pathLst>
              <a:path h="5337175">
                <a:moveTo>
                  <a:pt x="0" y="5336769"/>
                </a:moveTo>
                <a:lnTo>
                  <a:pt x="0" y="0"/>
                </a:lnTo>
              </a:path>
            </a:pathLst>
          </a:custGeom>
          <a:ln w="31412">
            <a:solidFill>
              <a:srgbClr val="F1F1F1"/>
            </a:solidFill>
          </a:ln>
        </p:spPr>
        <p:txBody>
          <a:bodyPr wrap="square" lIns="0" tIns="0" rIns="0" bIns="0" rtlCol="0"/>
          <a:lstStyle/>
          <a:p>
            <a:endParaRPr sz="637"/>
          </a:p>
        </p:txBody>
      </p:sp>
      <p:sp>
        <p:nvSpPr>
          <p:cNvPr id="27" name="object 23">
            <a:extLst>
              <a:ext uri="{FF2B5EF4-FFF2-40B4-BE49-F238E27FC236}">
                <a16:creationId xmlns:a16="http://schemas.microsoft.com/office/drawing/2014/main" id="{947013CF-F231-244C-A781-783AA983AA08}"/>
              </a:ext>
            </a:extLst>
          </p:cNvPr>
          <p:cNvSpPr txBox="1">
            <a:spLocks noGrp="1"/>
          </p:cNvSpPr>
          <p:nvPr>
            <p:ph type="title"/>
          </p:nvPr>
        </p:nvSpPr>
        <p:spPr>
          <a:xfrm>
            <a:off x="783642" y="518271"/>
            <a:ext cx="7621895" cy="572016"/>
          </a:xfrm>
          <a:prstGeom prst="rect">
            <a:avLst/>
          </a:prstGeom>
        </p:spPr>
        <p:txBody>
          <a:bodyPr vert="horz" wrap="square" lIns="0" tIns="12065" rIns="0" bIns="0" rtlCol="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32" name="Text Placeholder 20">
            <a:extLst>
              <a:ext uri="{FF2B5EF4-FFF2-40B4-BE49-F238E27FC236}">
                <a16:creationId xmlns:a16="http://schemas.microsoft.com/office/drawing/2014/main" id="{59B1F5C9-DDE1-B142-8851-EBE7954A8F48}"/>
              </a:ext>
            </a:extLst>
          </p:cNvPr>
          <p:cNvSpPr>
            <a:spLocks noGrp="1"/>
          </p:cNvSpPr>
          <p:nvPr>
            <p:ph type="body" sz="quarter" idx="16" hasCustomPrompt="1"/>
          </p:nvPr>
        </p:nvSpPr>
        <p:spPr>
          <a:xfrm>
            <a:off x="828910" y="2725204"/>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3" name="Text Placeholder 22">
            <a:extLst>
              <a:ext uri="{FF2B5EF4-FFF2-40B4-BE49-F238E27FC236}">
                <a16:creationId xmlns:a16="http://schemas.microsoft.com/office/drawing/2014/main" id="{E570D16F-9C25-DF49-BE5A-54CA197FCCEB}"/>
              </a:ext>
            </a:extLst>
          </p:cNvPr>
          <p:cNvSpPr>
            <a:spLocks noGrp="1"/>
          </p:cNvSpPr>
          <p:nvPr>
            <p:ph type="body" sz="quarter" idx="20" hasCustomPrompt="1"/>
          </p:nvPr>
        </p:nvSpPr>
        <p:spPr>
          <a:xfrm>
            <a:off x="828911"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4" name="Text Placeholder 20">
            <a:extLst>
              <a:ext uri="{FF2B5EF4-FFF2-40B4-BE49-F238E27FC236}">
                <a16:creationId xmlns:a16="http://schemas.microsoft.com/office/drawing/2014/main" id="{CDD9ADC4-5733-8E48-B634-7882FED881CB}"/>
              </a:ext>
            </a:extLst>
          </p:cNvPr>
          <p:cNvSpPr>
            <a:spLocks noGrp="1"/>
          </p:cNvSpPr>
          <p:nvPr>
            <p:ph type="body" sz="quarter" idx="21" hasCustomPrompt="1"/>
          </p:nvPr>
        </p:nvSpPr>
        <p:spPr>
          <a:xfrm>
            <a:off x="3669910" y="2725204"/>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5" name="Text Placeholder 22">
            <a:extLst>
              <a:ext uri="{FF2B5EF4-FFF2-40B4-BE49-F238E27FC236}">
                <a16:creationId xmlns:a16="http://schemas.microsoft.com/office/drawing/2014/main" id="{141E7363-7214-F34E-93BE-77831C44EC25}"/>
              </a:ext>
            </a:extLst>
          </p:cNvPr>
          <p:cNvSpPr>
            <a:spLocks noGrp="1"/>
          </p:cNvSpPr>
          <p:nvPr>
            <p:ph type="body" sz="quarter" idx="22" hasCustomPrompt="1"/>
          </p:nvPr>
        </p:nvSpPr>
        <p:spPr>
          <a:xfrm>
            <a:off x="3669910"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36" name="Text Placeholder 20">
            <a:extLst>
              <a:ext uri="{FF2B5EF4-FFF2-40B4-BE49-F238E27FC236}">
                <a16:creationId xmlns:a16="http://schemas.microsoft.com/office/drawing/2014/main" id="{C8A75DF6-C0C0-4444-96B8-6C19769C5C39}"/>
              </a:ext>
            </a:extLst>
          </p:cNvPr>
          <p:cNvSpPr>
            <a:spLocks noGrp="1"/>
          </p:cNvSpPr>
          <p:nvPr>
            <p:ph type="body" sz="quarter" idx="23" hasCustomPrompt="1"/>
          </p:nvPr>
        </p:nvSpPr>
        <p:spPr>
          <a:xfrm>
            <a:off x="6478205" y="2725204"/>
            <a:ext cx="1823891" cy="293414"/>
          </a:xfrm>
        </p:spPr>
        <p:txBody>
          <a:bodyPr anchor="b" anchorCtr="0"/>
          <a:lstStyle>
            <a:lvl1pPr>
              <a:defRPr sz="1637" baseline="0">
                <a:latin typeface="Arial" panose="020B0604020202020204" pitchFamily="34" charset="0"/>
              </a:defRPr>
            </a:lvl1pPr>
          </a:lstStyle>
          <a:p>
            <a:pPr lvl="0"/>
            <a:r>
              <a:rPr lang="en-US"/>
              <a:t>Click to add text</a:t>
            </a:r>
          </a:p>
        </p:txBody>
      </p:sp>
      <p:sp>
        <p:nvSpPr>
          <p:cNvPr id="37" name="Text Placeholder 22">
            <a:extLst>
              <a:ext uri="{FF2B5EF4-FFF2-40B4-BE49-F238E27FC236}">
                <a16:creationId xmlns:a16="http://schemas.microsoft.com/office/drawing/2014/main" id="{4B815493-AB09-9A4C-8D08-0A2E05C77497}"/>
              </a:ext>
            </a:extLst>
          </p:cNvPr>
          <p:cNvSpPr>
            <a:spLocks noGrp="1"/>
          </p:cNvSpPr>
          <p:nvPr>
            <p:ph type="body" sz="quarter" idx="24" hasCustomPrompt="1"/>
          </p:nvPr>
        </p:nvSpPr>
        <p:spPr>
          <a:xfrm>
            <a:off x="6478206" y="3080171"/>
            <a:ext cx="1828049" cy="1073307"/>
          </a:xfrm>
        </p:spPr>
        <p:txBody>
          <a:bodyPr/>
          <a:lstStyle>
            <a:lvl1pPr>
              <a:lnSpc>
                <a:spcPct val="130000"/>
              </a:lnSpc>
              <a:defRPr/>
            </a:lvl1pPr>
          </a:lstStyle>
          <a:p>
            <a:pPr lvl="0"/>
            <a:r>
              <a:rPr lang="en-US"/>
              <a:t>Click to add a paragraph of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45" name="Text Placeholder 7">
            <a:extLst>
              <a:ext uri="{FF2B5EF4-FFF2-40B4-BE49-F238E27FC236}">
                <a16:creationId xmlns:a16="http://schemas.microsoft.com/office/drawing/2014/main" id="{8780AA0A-1390-4C47-921D-C256F413A9AE}"/>
              </a:ext>
            </a:extLst>
          </p:cNvPr>
          <p:cNvSpPr>
            <a:spLocks noGrp="1"/>
          </p:cNvSpPr>
          <p:nvPr>
            <p:ph type="body" sz="quarter" idx="25" hasCustomPrompt="1"/>
          </p:nvPr>
        </p:nvSpPr>
        <p:spPr>
          <a:xfrm>
            <a:off x="1364609"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46" name="Text Placeholder 9">
            <a:extLst>
              <a:ext uri="{FF2B5EF4-FFF2-40B4-BE49-F238E27FC236}">
                <a16:creationId xmlns:a16="http://schemas.microsoft.com/office/drawing/2014/main" id="{D715B9EE-9236-9B4E-9A9E-38F87EF88A20}"/>
              </a:ext>
            </a:extLst>
          </p:cNvPr>
          <p:cNvSpPr>
            <a:spLocks noGrp="1"/>
          </p:cNvSpPr>
          <p:nvPr>
            <p:ph type="body" sz="quarter" idx="26" hasCustomPrompt="1"/>
          </p:nvPr>
        </p:nvSpPr>
        <p:spPr>
          <a:xfrm>
            <a:off x="856920"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C88B8F9-6C41-4060-8DA2-EF4DE108250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3992738"/>
      </p:ext>
    </p:extLst>
  </p:cSld>
  <p:clrMapOvr>
    <a:masterClrMapping/>
  </p:clrMapOvr>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ause Effect Images">
    <p:spTree>
      <p:nvGrpSpPr>
        <p:cNvPr id="1" name=""/>
        <p:cNvGrpSpPr/>
        <p:nvPr/>
      </p:nvGrpSpPr>
      <p:grpSpPr>
        <a:xfrm>
          <a:off x="0" y="0"/>
          <a:ext cx="0" cy="0"/>
          <a:chOff x="0" y="0"/>
          <a:chExt cx="0" cy="0"/>
        </a:xfrm>
      </p:grpSpPr>
      <p:sp>
        <p:nvSpPr>
          <p:cNvPr id="15" name="object 3">
            <a:extLst>
              <a:ext uri="{FF2B5EF4-FFF2-40B4-BE49-F238E27FC236}">
                <a16:creationId xmlns:a16="http://schemas.microsoft.com/office/drawing/2014/main" id="{297A5E42-D75E-0547-9078-FC7A201CC451}"/>
              </a:ext>
            </a:extLst>
          </p:cNvPr>
          <p:cNvSpPr/>
          <p:nvPr/>
        </p:nvSpPr>
        <p:spPr>
          <a:xfrm>
            <a:off x="1270" y="786"/>
            <a:ext cx="4569689" cy="5142634"/>
          </a:xfrm>
          <a:custGeom>
            <a:avLst/>
            <a:gdLst/>
            <a:ahLst/>
            <a:cxnLst/>
            <a:rect l="l" t="t" r="r" b="b"/>
            <a:pathLst>
              <a:path w="10046970" h="11307445">
                <a:moveTo>
                  <a:pt x="10046531" y="0"/>
                </a:moveTo>
                <a:lnTo>
                  <a:pt x="0" y="0"/>
                </a:lnTo>
                <a:lnTo>
                  <a:pt x="0" y="11306828"/>
                </a:lnTo>
                <a:lnTo>
                  <a:pt x="10046531" y="11306828"/>
                </a:lnTo>
                <a:lnTo>
                  <a:pt x="10046531" y="0"/>
                </a:lnTo>
                <a:close/>
              </a:path>
            </a:pathLst>
          </a:custGeom>
          <a:solidFill>
            <a:srgbClr val="FFDC34"/>
          </a:solidFill>
        </p:spPr>
        <p:txBody>
          <a:bodyPr wrap="square" lIns="0" tIns="0" rIns="0" bIns="0" rtlCol="0"/>
          <a:lstStyle/>
          <a:p>
            <a:endParaRPr sz="637"/>
          </a:p>
        </p:txBody>
      </p:sp>
      <p:sp>
        <p:nvSpPr>
          <p:cNvPr id="6" name="Rectangle 5">
            <a:extLst>
              <a:ext uri="{FF2B5EF4-FFF2-40B4-BE49-F238E27FC236}">
                <a16:creationId xmlns:a16="http://schemas.microsoft.com/office/drawing/2014/main" id="{880E5FC2-C53C-DD43-8DBD-27F4C634196E}"/>
              </a:ext>
            </a:extLst>
          </p:cNvPr>
          <p:cNvSpPr/>
          <p:nvPr/>
        </p:nvSpPr>
        <p:spPr>
          <a:xfrm>
            <a:off x="723973" y="600702"/>
            <a:ext cx="3850916" cy="394306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5" name="Picture Placeholder 4">
            <a:extLst>
              <a:ext uri="{FF2B5EF4-FFF2-40B4-BE49-F238E27FC236}">
                <a16:creationId xmlns:a16="http://schemas.microsoft.com/office/drawing/2014/main" id="{BB5AACD0-6514-3B4F-8F97-C8886A2251BA}"/>
              </a:ext>
            </a:extLst>
          </p:cNvPr>
          <p:cNvSpPr>
            <a:spLocks noGrp="1"/>
          </p:cNvSpPr>
          <p:nvPr>
            <p:ph type="pic" sz="quarter" idx="28" hasCustomPrompt="1"/>
          </p:nvPr>
        </p:nvSpPr>
        <p:spPr>
          <a:xfrm>
            <a:off x="723973" y="608401"/>
            <a:ext cx="3848028" cy="851130"/>
          </a:xfrm>
        </p:spPr>
        <p:txBody>
          <a:bodyPr/>
          <a:lstStyle>
            <a:lvl1pPr algn="ctr">
              <a:defRPr sz="1092">
                <a:solidFill>
                  <a:srgbClr val="C00000"/>
                </a:solidFill>
              </a:defRPr>
            </a:lvl1pPr>
          </a:lstStyle>
          <a:p>
            <a:r>
              <a:rPr lang="en-US"/>
              <a:t>Since text is on top of the photo icon, you will need to move this box to your left or right to be able to click on that photo icon and add a photo. There is a gray box placeholder below the text to show where to align your photo</a:t>
            </a:r>
          </a:p>
        </p:txBody>
      </p:sp>
      <p:sp>
        <p:nvSpPr>
          <p:cNvPr id="20" name="Rectangle 19">
            <a:extLst>
              <a:ext uri="{FF2B5EF4-FFF2-40B4-BE49-F238E27FC236}">
                <a16:creationId xmlns:a16="http://schemas.microsoft.com/office/drawing/2014/main" id="{6E7E755D-4DDF-0A47-A3F1-15BB7554B636}"/>
              </a:ext>
            </a:extLst>
          </p:cNvPr>
          <p:cNvSpPr/>
          <p:nvPr/>
        </p:nvSpPr>
        <p:spPr>
          <a:xfrm>
            <a:off x="4582592" y="600702"/>
            <a:ext cx="3827811" cy="394306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37"/>
          </a:p>
        </p:txBody>
      </p:sp>
      <p:sp>
        <p:nvSpPr>
          <p:cNvPr id="19" name="Picture Placeholder 4">
            <a:extLst>
              <a:ext uri="{FF2B5EF4-FFF2-40B4-BE49-F238E27FC236}">
                <a16:creationId xmlns:a16="http://schemas.microsoft.com/office/drawing/2014/main" id="{51A2F8FE-D61B-3144-8B31-7133DF2B9633}"/>
              </a:ext>
            </a:extLst>
          </p:cNvPr>
          <p:cNvSpPr>
            <a:spLocks noGrp="1"/>
          </p:cNvSpPr>
          <p:nvPr>
            <p:ph type="pic" sz="quarter" idx="29" hasCustomPrompt="1"/>
          </p:nvPr>
        </p:nvSpPr>
        <p:spPr>
          <a:xfrm>
            <a:off x="4572002" y="604071"/>
            <a:ext cx="3830699" cy="1069588"/>
          </a:xfrm>
        </p:spPr>
        <p:txBody>
          <a:bodyPr/>
          <a:lstStyle>
            <a:lvl1pPr marL="0" marR="0" indent="0" algn="ctr" defTabSz="415859" eaLnBrk="1" fontAlgn="auto" latinLnBrk="0" hangingPunct="1">
              <a:lnSpc>
                <a:spcPct val="130000"/>
              </a:lnSpc>
              <a:spcBef>
                <a:spcPts val="0"/>
              </a:spcBef>
              <a:spcAft>
                <a:spcPts val="0"/>
              </a:spcAft>
              <a:buClrTx/>
              <a:buSzTx/>
              <a:buFontTx/>
              <a:buNone/>
              <a:tabLst/>
              <a:defRPr sz="1092">
                <a:solidFill>
                  <a:srgbClr val="C00000"/>
                </a:solidFill>
              </a:defRPr>
            </a:lvl1pPr>
          </a:lstStyle>
          <a:p>
            <a:pPr marL="0" marR="0" lvl="0" indent="0" defTabSz="415859" eaLnBrk="1" fontAlgn="auto" latinLnBrk="0" hangingPunct="1">
              <a:lnSpc>
                <a:spcPct val="130000"/>
              </a:lnSpc>
              <a:spcBef>
                <a:spcPts val="0"/>
              </a:spcBef>
              <a:spcAft>
                <a:spcPts val="0"/>
              </a:spcAft>
              <a:buClrTx/>
              <a:buSzTx/>
              <a:buFontTx/>
              <a:buNone/>
              <a:tabLst/>
              <a:defRPr/>
            </a:pPr>
            <a:r>
              <a:rPr lang="en-US"/>
              <a:t>Since text is on top of the photo icon, you will need to move this box to your left or right to be able to click on that photo icon and add a photo. There is a darker gray box placeholder below the text to show where to align your photo</a:t>
            </a:r>
          </a:p>
          <a:p>
            <a:endParaRPr lang="en-US"/>
          </a:p>
        </p:txBody>
      </p:sp>
      <p:sp>
        <p:nvSpPr>
          <p:cNvPr id="21" name="object 9">
            <a:extLst>
              <a:ext uri="{FF2B5EF4-FFF2-40B4-BE49-F238E27FC236}">
                <a16:creationId xmlns:a16="http://schemas.microsoft.com/office/drawing/2014/main" id="{08B682BF-3065-6A4A-8A95-A79053170EA4}"/>
              </a:ext>
            </a:extLst>
          </p:cNvPr>
          <p:cNvSpPr/>
          <p:nvPr/>
        </p:nvSpPr>
        <p:spPr>
          <a:xfrm>
            <a:off x="4266200" y="1888245"/>
            <a:ext cx="611719" cy="1366883"/>
          </a:xfrm>
          <a:custGeom>
            <a:avLst/>
            <a:gdLst/>
            <a:ahLst/>
            <a:cxnLst/>
            <a:rect l="l" t="t" r="r" b="b"/>
            <a:pathLst>
              <a:path w="1344929" h="3005454">
                <a:moveTo>
                  <a:pt x="1338148" y="0"/>
                </a:moveTo>
                <a:lnTo>
                  <a:pt x="0" y="0"/>
                </a:lnTo>
                <a:lnTo>
                  <a:pt x="0" y="1338148"/>
                </a:lnTo>
                <a:lnTo>
                  <a:pt x="1338148" y="1338148"/>
                </a:lnTo>
                <a:lnTo>
                  <a:pt x="1338148" y="0"/>
                </a:lnTo>
                <a:close/>
              </a:path>
              <a:path w="1344929" h="3005454">
                <a:moveTo>
                  <a:pt x="1344663" y="1660232"/>
                </a:moveTo>
                <a:lnTo>
                  <a:pt x="0" y="1660232"/>
                </a:lnTo>
                <a:lnTo>
                  <a:pt x="0" y="3004972"/>
                </a:lnTo>
                <a:lnTo>
                  <a:pt x="1344663" y="3004972"/>
                </a:lnTo>
                <a:lnTo>
                  <a:pt x="1344663" y="1660232"/>
                </a:lnTo>
                <a:close/>
              </a:path>
            </a:pathLst>
          </a:custGeom>
          <a:solidFill>
            <a:srgbClr val="FFFFFF"/>
          </a:solidFill>
        </p:spPr>
        <p:txBody>
          <a:bodyPr wrap="square" lIns="0" tIns="0" rIns="0" bIns="0" rtlCol="0"/>
          <a:lstStyle/>
          <a:p>
            <a:endParaRPr sz="637"/>
          </a:p>
        </p:txBody>
      </p:sp>
      <p:sp>
        <p:nvSpPr>
          <p:cNvPr id="11" name="Text Placeholder 7">
            <a:extLst>
              <a:ext uri="{FF2B5EF4-FFF2-40B4-BE49-F238E27FC236}">
                <a16:creationId xmlns:a16="http://schemas.microsoft.com/office/drawing/2014/main" id="{A1BB8352-F8DF-4D43-BFAD-8AC642235C92}"/>
              </a:ext>
            </a:extLst>
          </p:cNvPr>
          <p:cNvSpPr>
            <a:spLocks noGrp="1"/>
          </p:cNvSpPr>
          <p:nvPr>
            <p:ph type="body" sz="quarter" idx="26" hasCustomPrompt="1"/>
          </p:nvPr>
        </p:nvSpPr>
        <p:spPr>
          <a:xfrm>
            <a:off x="1342504" y="4799108"/>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2" name="Text Placeholder 9">
            <a:extLst>
              <a:ext uri="{FF2B5EF4-FFF2-40B4-BE49-F238E27FC236}">
                <a16:creationId xmlns:a16="http://schemas.microsoft.com/office/drawing/2014/main" id="{F37F3858-EAAD-8D4A-8BA8-AEB782780AE8}"/>
              </a:ext>
            </a:extLst>
          </p:cNvPr>
          <p:cNvSpPr>
            <a:spLocks noGrp="1"/>
          </p:cNvSpPr>
          <p:nvPr>
            <p:ph type="body" sz="quarter" idx="27" hasCustomPrompt="1"/>
          </p:nvPr>
        </p:nvSpPr>
        <p:spPr>
          <a:xfrm>
            <a:off x="834815"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3" name="Text Placeholder 2">
            <a:extLst>
              <a:ext uri="{FF2B5EF4-FFF2-40B4-BE49-F238E27FC236}">
                <a16:creationId xmlns:a16="http://schemas.microsoft.com/office/drawing/2014/main" id="{9303B157-BF6D-2541-8E02-D31040FDF1F7}"/>
              </a:ext>
            </a:extLst>
          </p:cNvPr>
          <p:cNvSpPr>
            <a:spLocks noGrp="1"/>
          </p:cNvSpPr>
          <p:nvPr>
            <p:ph type="body" sz="quarter" idx="24" hasCustomPrompt="1"/>
          </p:nvPr>
        </p:nvSpPr>
        <p:spPr>
          <a:xfrm>
            <a:off x="1685634" y="2097199"/>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Lorem</a:t>
            </a:r>
          </a:p>
        </p:txBody>
      </p:sp>
      <p:sp>
        <p:nvSpPr>
          <p:cNvPr id="22" name="Text Placeholder 2">
            <a:extLst>
              <a:ext uri="{FF2B5EF4-FFF2-40B4-BE49-F238E27FC236}">
                <a16:creationId xmlns:a16="http://schemas.microsoft.com/office/drawing/2014/main" id="{6FA3E2B8-7A48-3144-A79F-311482EE80CF}"/>
              </a:ext>
            </a:extLst>
          </p:cNvPr>
          <p:cNvSpPr>
            <a:spLocks noGrp="1"/>
          </p:cNvSpPr>
          <p:nvPr>
            <p:ph type="body" sz="quarter" idx="25" hasCustomPrompt="1"/>
          </p:nvPr>
        </p:nvSpPr>
        <p:spPr>
          <a:xfrm>
            <a:off x="5924102" y="2107901"/>
            <a:ext cx="1731971" cy="668709"/>
          </a:xfrm>
        </p:spPr>
        <p:txBody>
          <a:bodyPr anchor="ctr" anchorCtr="0"/>
          <a:lstStyle>
            <a:lvl1pPr>
              <a:defRPr sz="3638" b="0" i="0" baseline="0">
                <a:solidFill>
                  <a:schemeClr val="bg1"/>
                </a:solidFill>
                <a:latin typeface="Arial Black" panose="020B0604020202020204" pitchFamily="34" charset="0"/>
              </a:defRPr>
            </a:lvl1pPr>
          </a:lstStyle>
          <a:p>
            <a:pPr lvl="0"/>
            <a:r>
              <a:rPr lang="en-US"/>
              <a:t>Ipsum</a:t>
            </a:r>
          </a:p>
        </p:txBody>
      </p:sp>
      <p:sp>
        <p:nvSpPr>
          <p:cNvPr id="13" name="Footer Placeholder 3">
            <a:extLst>
              <a:ext uri="{FF2B5EF4-FFF2-40B4-BE49-F238E27FC236}">
                <a16:creationId xmlns:a16="http://schemas.microsoft.com/office/drawing/2014/main" id="{7448C98B-4A6C-46F2-9777-3BF87DD0B7E5}"/>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0669997"/>
      </p:ext>
    </p:extLst>
  </p:cSld>
  <p:clrMapOvr>
    <a:masterClrMapping/>
  </p:clrMapOvr>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ause Effect Text Only">
    <p:spTree>
      <p:nvGrpSpPr>
        <p:cNvPr id="1" name=""/>
        <p:cNvGrpSpPr/>
        <p:nvPr/>
      </p:nvGrpSpPr>
      <p:grpSpPr>
        <a:xfrm>
          <a:off x="0" y="0"/>
          <a:ext cx="0" cy="0"/>
          <a:chOff x="0" y="0"/>
          <a:chExt cx="0" cy="0"/>
        </a:xfrm>
      </p:grpSpPr>
      <p:grpSp>
        <p:nvGrpSpPr>
          <p:cNvPr id="8" name="object 3">
            <a:extLst>
              <a:ext uri="{FF2B5EF4-FFF2-40B4-BE49-F238E27FC236}">
                <a16:creationId xmlns:a16="http://schemas.microsoft.com/office/drawing/2014/main" id="{7C674EC4-3E5A-5F46-98CD-694C4C75E4F6}"/>
              </a:ext>
            </a:extLst>
          </p:cNvPr>
          <p:cNvGrpSpPr/>
          <p:nvPr/>
        </p:nvGrpSpPr>
        <p:grpSpPr>
          <a:xfrm>
            <a:off x="4422235" y="3"/>
            <a:ext cx="4721897" cy="5143211"/>
            <a:chOff x="9722771" y="0"/>
            <a:chExt cx="10381615" cy="11308715"/>
          </a:xfrm>
        </p:grpSpPr>
        <p:sp>
          <p:nvSpPr>
            <p:cNvPr id="9" name="object 4">
              <a:extLst>
                <a:ext uri="{FF2B5EF4-FFF2-40B4-BE49-F238E27FC236}">
                  <a16:creationId xmlns:a16="http://schemas.microsoft.com/office/drawing/2014/main" id="{47117693-8E8A-484D-86B4-96E527FF0ECB}"/>
                </a:ext>
              </a:extLst>
            </p:cNvPr>
            <p:cNvSpPr/>
            <p:nvPr/>
          </p:nvSpPr>
          <p:spPr>
            <a:xfrm>
              <a:off x="10050604" y="0"/>
              <a:ext cx="10053955" cy="11308715"/>
            </a:xfrm>
            <a:custGeom>
              <a:avLst/>
              <a:gdLst/>
              <a:ahLst/>
              <a:cxnLst/>
              <a:rect l="l" t="t" r="r" b="b"/>
              <a:pathLst>
                <a:path w="10053955" h="11308715">
                  <a:moveTo>
                    <a:pt x="10053494" y="0"/>
                  </a:moveTo>
                  <a:lnTo>
                    <a:pt x="0" y="0"/>
                  </a:lnTo>
                  <a:lnTo>
                    <a:pt x="0" y="11308556"/>
                  </a:lnTo>
                  <a:lnTo>
                    <a:pt x="10053494" y="11308556"/>
                  </a:lnTo>
                  <a:lnTo>
                    <a:pt x="10053494" y="0"/>
                  </a:lnTo>
                  <a:close/>
                </a:path>
              </a:pathLst>
            </a:custGeom>
            <a:solidFill>
              <a:srgbClr val="FFDC34"/>
            </a:solidFill>
          </p:spPr>
          <p:txBody>
            <a:bodyPr wrap="square" lIns="0" tIns="0" rIns="0" bIns="0" rtlCol="0"/>
            <a:lstStyle/>
            <a:p>
              <a:endParaRPr sz="637"/>
            </a:p>
          </p:txBody>
        </p:sp>
        <p:sp>
          <p:nvSpPr>
            <p:cNvPr id="10" name="object 5">
              <a:extLst>
                <a:ext uri="{FF2B5EF4-FFF2-40B4-BE49-F238E27FC236}">
                  <a16:creationId xmlns:a16="http://schemas.microsoft.com/office/drawing/2014/main" id="{44C166EF-2302-6249-B3DA-B5D2CEDE2C34}"/>
                </a:ext>
              </a:extLst>
            </p:cNvPr>
            <p:cNvSpPr/>
            <p:nvPr/>
          </p:nvSpPr>
          <p:spPr>
            <a:xfrm>
              <a:off x="9722764" y="2837884"/>
              <a:ext cx="655955" cy="1581785"/>
            </a:xfrm>
            <a:custGeom>
              <a:avLst/>
              <a:gdLst/>
              <a:ahLst/>
              <a:cxnLst/>
              <a:rect l="l" t="t" r="r" b="b"/>
              <a:pathLst>
                <a:path w="655954" h="1581785">
                  <a:moveTo>
                    <a:pt x="655662" y="925753"/>
                  </a:moveTo>
                  <a:lnTo>
                    <a:pt x="0" y="925753"/>
                  </a:lnTo>
                  <a:lnTo>
                    <a:pt x="0" y="1581442"/>
                  </a:lnTo>
                  <a:lnTo>
                    <a:pt x="655662" y="1581442"/>
                  </a:lnTo>
                  <a:lnTo>
                    <a:pt x="655662" y="925753"/>
                  </a:lnTo>
                  <a:close/>
                </a:path>
                <a:path w="655954" h="1581785">
                  <a:moveTo>
                    <a:pt x="655662" y="0"/>
                  </a:moveTo>
                  <a:lnTo>
                    <a:pt x="0" y="0"/>
                  </a:lnTo>
                  <a:lnTo>
                    <a:pt x="0" y="655675"/>
                  </a:lnTo>
                  <a:lnTo>
                    <a:pt x="655662" y="655675"/>
                  </a:lnTo>
                  <a:lnTo>
                    <a:pt x="655662" y="0"/>
                  </a:lnTo>
                  <a:close/>
                </a:path>
              </a:pathLst>
            </a:custGeom>
            <a:solidFill>
              <a:srgbClr val="FF6012"/>
            </a:solidFill>
          </p:spPr>
          <p:txBody>
            <a:bodyPr wrap="square" lIns="0" tIns="0" rIns="0" bIns="0" rtlCol="0"/>
            <a:lstStyle/>
            <a:p>
              <a:endParaRPr sz="637"/>
            </a:p>
          </p:txBody>
        </p:sp>
      </p:grpSp>
      <p:sp>
        <p:nvSpPr>
          <p:cNvPr id="20" name="Text Placeholder 19">
            <a:extLst>
              <a:ext uri="{FF2B5EF4-FFF2-40B4-BE49-F238E27FC236}">
                <a16:creationId xmlns:a16="http://schemas.microsoft.com/office/drawing/2014/main" id="{3930DF97-1C31-7E4E-BC43-041350361C3D}"/>
              </a:ext>
            </a:extLst>
          </p:cNvPr>
          <p:cNvSpPr>
            <a:spLocks noGrp="1"/>
          </p:cNvSpPr>
          <p:nvPr>
            <p:ph type="body" sz="quarter" idx="13" hasCustomPrompt="1"/>
          </p:nvPr>
        </p:nvSpPr>
        <p:spPr>
          <a:xfrm>
            <a:off x="1021728" y="1243718"/>
            <a:ext cx="2893243" cy="3023392"/>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a:t>
            </a:r>
          </a:p>
        </p:txBody>
      </p:sp>
      <p:sp>
        <p:nvSpPr>
          <p:cNvPr id="21" name="Text Placeholder 19">
            <a:extLst>
              <a:ext uri="{FF2B5EF4-FFF2-40B4-BE49-F238E27FC236}">
                <a16:creationId xmlns:a16="http://schemas.microsoft.com/office/drawing/2014/main" id="{1E01443D-080A-A744-984D-9F8639393DFA}"/>
              </a:ext>
            </a:extLst>
          </p:cNvPr>
          <p:cNvSpPr>
            <a:spLocks noGrp="1"/>
          </p:cNvSpPr>
          <p:nvPr>
            <p:ph type="body" sz="quarter" idx="14" hasCustomPrompt="1"/>
          </p:nvPr>
        </p:nvSpPr>
        <p:spPr>
          <a:xfrm>
            <a:off x="5420196" y="1205414"/>
            <a:ext cx="2893243" cy="2267544"/>
          </a:xfrm>
        </p:spPr>
        <p:txBody>
          <a:bodyPr/>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large form copy Sed libero </a:t>
            </a:r>
            <a:r>
              <a:rPr lang="en-US" err="1"/>
              <a:t>enim</a:t>
            </a:r>
            <a:r>
              <a:rPr lang="en-US"/>
              <a:t>, vestibulum at </a:t>
            </a:r>
            <a:r>
              <a:rPr lang="en-US" err="1"/>
              <a:t>elementum</a:t>
            </a:r>
            <a:r>
              <a:rPr lang="en-US"/>
              <a:t> sed, </a:t>
            </a:r>
            <a:r>
              <a:rPr lang="en-US" err="1"/>
              <a:t>iaculis</a:t>
            </a:r>
            <a:r>
              <a:rPr lang="en-US"/>
              <a:t> at </a:t>
            </a:r>
            <a:r>
              <a:rPr lang="en-US" err="1"/>
              <a:t>nunc</a:t>
            </a:r>
            <a:r>
              <a:rPr lang="en-US"/>
              <a:t>. </a:t>
            </a:r>
          </a:p>
        </p:txBody>
      </p:sp>
      <p:sp>
        <p:nvSpPr>
          <p:cNvPr id="16" name="Text Placeholder 7">
            <a:extLst>
              <a:ext uri="{FF2B5EF4-FFF2-40B4-BE49-F238E27FC236}">
                <a16:creationId xmlns:a16="http://schemas.microsoft.com/office/drawing/2014/main" id="{02E735EF-96EF-554A-902C-A413509B21F9}"/>
              </a:ext>
            </a:extLst>
          </p:cNvPr>
          <p:cNvSpPr>
            <a:spLocks noGrp="1"/>
          </p:cNvSpPr>
          <p:nvPr>
            <p:ph type="body" sz="quarter" idx="25" hasCustomPrompt="1"/>
          </p:nvPr>
        </p:nvSpPr>
        <p:spPr>
          <a:xfrm>
            <a:off x="1364609" y="4789724"/>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7" name="Text Placeholder 9">
            <a:extLst>
              <a:ext uri="{FF2B5EF4-FFF2-40B4-BE49-F238E27FC236}">
                <a16:creationId xmlns:a16="http://schemas.microsoft.com/office/drawing/2014/main" id="{FB913D3F-BF83-4D46-A689-F18E3D3EF8BD}"/>
              </a:ext>
            </a:extLst>
          </p:cNvPr>
          <p:cNvSpPr>
            <a:spLocks noGrp="1"/>
          </p:cNvSpPr>
          <p:nvPr>
            <p:ph type="body" sz="quarter" idx="26" hasCustomPrompt="1"/>
          </p:nvPr>
        </p:nvSpPr>
        <p:spPr>
          <a:xfrm>
            <a:off x="856920" y="4789722"/>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34C84E9E-77A1-4207-B61C-42332319187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310921"/>
      </p:ext>
    </p:extLst>
  </p:cSld>
  <p:clrMapOvr>
    <a:masterClrMapping/>
  </p:clrMapOvr>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Vertical Picture with Content_nobulle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3" y="0"/>
            <a:ext cx="3041983" cy="551946"/>
          </a:xfrm>
          <a:solidFill>
            <a:schemeClr val="bg1">
              <a:lumMod val="85000"/>
            </a:schemeClr>
          </a:solidFill>
        </p:spPr>
        <p:txBody>
          <a:bodyPr/>
          <a:lstStyle>
            <a:lvl1pPr algn="ctr">
              <a:defRPr sz="1455">
                <a:solidFill>
                  <a:srgbClr val="C00000"/>
                </a:solidFill>
              </a:defRPr>
            </a:lvl1pPr>
          </a:lstStyle>
          <a:p>
            <a:r>
              <a:rPr lang="en-US"/>
              <a:t>Click photo icon at the center to add a photo</a:t>
            </a:r>
          </a:p>
        </p:txBody>
      </p:sp>
      <p:sp>
        <p:nvSpPr>
          <p:cNvPr id="19" name="Text Placeholder 22">
            <a:extLst>
              <a:ext uri="{FF2B5EF4-FFF2-40B4-BE49-F238E27FC236}">
                <a16:creationId xmlns:a16="http://schemas.microsoft.com/office/drawing/2014/main" id="{3E66507E-14F0-334A-A769-B76F061DACD8}"/>
              </a:ext>
            </a:extLst>
          </p:cNvPr>
          <p:cNvSpPr>
            <a:spLocks noGrp="1"/>
          </p:cNvSpPr>
          <p:nvPr>
            <p:ph type="body" sz="quarter" idx="17" hasCustomPrompt="1"/>
          </p:nvPr>
        </p:nvSpPr>
        <p:spPr>
          <a:xfrm>
            <a:off x="4104554" y="2834843"/>
            <a:ext cx="2571641" cy="1073307"/>
          </a:xfrm>
        </p:spPr>
        <p:txBody>
          <a:bodyPr/>
          <a:lstStyle>
            <a:lvl1pPr>
              <a:lnSpc>
                <a:spcPct val="130000"/>
              </a:lnSpc>
              <a:defRPr/>
            </a:lvl1pPr>
          </a:lstStyle>
          <a:p>
            <a:pPr lvl="0"/>
            <a:r>
              <a:rPr lang="en-US"/>
              <a:t>Click to add paragraph text.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4" y="4740788"/>
            <a:ext cx="1684867"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4"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hasCustomPrompt="1"/>
          </p:nvPr>
        </p:nvSpPr>
        <p:spPr>
          <a:xfrm>
            <a:off x="4077498" y="550182"/>
            <a:ext cx="2607695" cy="1131848"/>
          </a:xfrm>
          <a:prstGeom prst="rect">
            <a:avLst/>
          </a:prstGeom>
        </p:spPr>
        <p:txBody>
          <a:bodyPr vert="horz" wrap="square" lIns="0" tIns="12065" rIns="0" bIns="0" rtlCol="0" anchor="b" anchorCtr="0">
            <a:spAutoFit/>
          </a:bodyPr>
          <a:lstStyle>
            <a:lvl1pPr marL="9525">
              <a:lnSpc>
                <a:spcPct val="100000"/>
              </a:lnSpc>
              <a:spcBef>
                <a:spcPts val="71"/>
              </a:spcBef>
              <a:defRPr sz="3638"/>
            </a:lvl1pPr>
          </a:lstStyle>
          <a:p>
            <a:pPr marL="12700">
              <a:lnSpc>
                <a:spcPct val="100000"/>
              </a:lnSpc>
              <a:spcBef>
                <a:spcPts val="95"/>
              </a:spcBef>
            </a:pPr>
            <a:r>
              <a:rPr lang="en-US" spc="-116"/>
              <a:t>Click to Edit</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50" y="1905110"/>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3" name="Footer Placeholder 3">
            <a:extLst>
              <a:ext uri="{FF2B5EF4-FFF2-40B4-BE49-F238E27FC236}">
                <a16:creationId xmlns:a16="http://schemas.microsoft.com/office/drawing/2014/main" id="{27DE9928-5696-4E89-B3DA-B0300B729B14}"/>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5212939"/>
      </p:ext>
    </p:extLst>
  </p:cSld>
  <p:clrMapOvr>
    <a:masterClrMapping/>
  </p:clrMapOvr>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Vertical Picture with Content_bullets">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864364-4B0B-F84F-8D03-99998FF0C019}"/>
              </a:ext>
            </a:extLst>
          </p:cNvPr>
          <p:cNvSpPr>
            <a:spLocks noGrp="1"/>
          </p:cNvSpPr>
          <p:nvPr>
            <p:ph type="pic" sz="quarter" idx="28" hasCustomPrompt="1"/>
          </p:nvPr>
        </p:nvSpPr>
        <p:spPr>
          <a:xfrm>
            <a:off x="3" y="2"/>
            <a:ext cx="3041983" cy="843051"/>
          </a:xfrm>
        </p:spPr>
        <p:txBody>
          <a:bodyPr/>
          <a:lstStyle>
            <a:lvl1pPr marL="0" marR="0" indent="0" algn="ctr" defTabSz="415859" eaLnBrk="1" fontAlgn="auto" latinLnBrk="0" hangingPunct="1">
              <a:lnSpc>
                <a:spcPct val="130000"/>
              </a:lnSpc>
              <a:spcBef>
                <a:spcPts val="0"/>
              </a:spcBef>
              <a:spcAft>
                <a:spcPts val="0"/>
              </a:spcAft>
              <a:buClrTx/>
              <a:buSzTx/>
              <a:buFontTx/>
              <a:buNone/>
              <a:tabLst/>
              <a:defRPr sz="1455">
                <a:solidFill>
                  <a:srgbClr val="C00000"/>
                </a:solidFill>
              </a:defRPr>
            </a:lvl1pPr>
          </a:lstStyle>
          <a:p>
            <a:pPr marL="0" marR="0" lvl="0" indent="0" defTabSz="415859" eaLnBrk="1" fontAlgn="auto" latinLnBrk="0" hangingPunct="1">
              <a:lnSpc>
                <a:spcPct val="130000"/>
              </a:lnSpc>
              <a:spcBef>
                <a:spcPts val="0"/>
              </a:spcBef>
              <a:spcAft>
                <a:spcPts val="0"/>
              </a:spcAft>
              <a:buClrTx/>
              <a:buSzTx/>
              <a:buFontTx/>
              <a:buNone/>
              <a:tabLst/>
              <a:defRPr/>
            </a:pPr>
            <a:r>
              <a:rPr lang="en-US"/>
              <a:t>Click photo icon at the center to add a photo</a:t>
            </a:r>
          </a:p>
          <a:p>
            <a:endParaRPr lang="en-US"/>
          </a:p>
        </p:txBody>
      </p:sp>
      <p:sp>
        <p:nvSpPr>
          <p:cNvPr id="10" name="Text Placeholder 7">
            <a:extLst>
              <a:ext uri="{FF2B5EF4-FFF2-40B4-BE49-F238E27FC236}">
                <a16:creationId xmlns:a16="http://schemas.microsoft.com/office/drawing/2014/main" id="{FB0E3704-252B-4867-9C27-D981829F7B48}"/>
              </a:ext>
            </a:extLst>
          </p:cNvPr>
          <p:cNvSpPr>
            <a:spLocks noGrp="1"/>
          </p:cNvSpPr>
          <p:nvPr>
            <p:ph type="body" sz="quarter" idx="25" hasCustomPrompt="1"/>
          </p:nvPr>
        </p:nvSpPr>
        <p:spPr>
          <a:xfrm>
            <a:off x="4604693" y="4740788"/>
            <a:ext cx="2065095" cy="114111"/>
          </a:xfrm>
        </p:spPr>
        <p:txBody>
          <a:bodyPr/>
          <a:lstStyle>
            <a:lvl1pPr>
              <a:defRPr sz="637" b="0" baseline="0">
                <a:latin typeface="Arial" panose="020B0604020202020204" pitchFamily="34" charset="0"/>
              </a:defRPr>
            </a:lvl1pPr>
          </a:lstStyle>
          <a:p>
            <a:pPr lvl="0"/>
            <a:r>
              <a:rPr lang="en-US"/>
              <a:t>Click to add sources</a:t>
            </a:r>
          </a:p>
        </p:txBody>
      </p:sp>
      <p:sp>
        <p:nvSpPr>
          <p:cNvPr id="11" name="Text Placeholder 9">
            <a:extLst>
              <a:ext uri="{FF2B5EF4-FFF2-40B4-BE49-F238E27FC236}">
                <a16:creationId xmlns:a16="http://schemas.microsoft.com/office/drawing/2014/main" id="{AF5E0686-E4D9-4EAD-A6B6-F876C6C0AC21}"/>
              </a:ext>
            </a:extLst>
          </p:cNvPr>
          <p:cNvSpPr>
            <a:spLocks noGrp="1"/>
          </p:cNvSpPr>
          <p:nvPr>
            <p:ph type="body" sz="quarter" idx="26" hasCustomPrompt="1"/>
          </p:nvPr>
        </p:nvSpPr>
        <p:spPr>
          <a:xfrm>
            <a:off x="4097004" y="474078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2" name="object 3">
            <a:extLst>
              <a:ext uri="{FF2B5EF4-FFF2-40B4-BE49-F238E27FC236}">
                <a16:creationId xmlns:a16="http://schemas.microsoft.com/office/drawing/2014/main" id="{3A22A4E5-68C2-ED48-A967-DD58DCFE01D7}"/>
              </a:ext>
            </a:extLst>
          </p:cNvPr>
          <p:cNvSpPr txBox="1">
            <a:spLocks noGrp="1"/>
          </p:cNvSpPr>
          <p:nvPr>
            <p:ph type="title"/>
          </p:nvPr>
        </p:nvSpPr>
        <p:spPr>
          <a:xfrm>
            <a:off x="4077497" y="550182"/>
            <a:ext cx="4267845" cy="1131848"/>
          </a:xfrm>
          <a:prstGeom prst="rect">
            <a:avLst/>
          </a:prstGeom>
        </p:spPr>
        <p:txBody>
          <a:bodyPr vert="horz" wrap="square" lIns="0" tIns="12065" rIns="0" bIns="0" rtlCol="0" anchor="b" anchorCtr="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14" name="Text Placeholder 20">
            <a:extLst>
              <a:ext uri="{FF2B5EF4-FFF2-40B4-BE49-F238E27FC236}">
                <a16:creationId xmlns:a16="http://schemas.microsoft.com/office/drawing/2014/main" id="{9664E885-8483-1C45-BDD9-095AD4C234D0}"/>
              </a:ext>
            </a:extLst>
          </p:cNvPr>
          <p:cNvSpPr>
            <a:spLocks noGrp="1"/>
          </p:cNvSpPr>
          <p:nvPr>
            <p:ph type="body" sz="quarter" idx="27" hasCustomPrompt="1"/>
          </p:nvPr>
        </p:nvSpPr>
        <p:spPr>
          <a:xfrm>
            <a:off x="4108550" y="1905110"/>
            <a:ext cx="4236793" cy="293427"/>
          </a:xfrm>
        </p:spPr>
        <p:txBody>
          <a:bodyPr/>
          <a:lstStyle>
            <a:lvl1pPr>
              <a:defRPr sz="1637" baseline="0">
                <a:latin typeface="Arial" panose="020B0604020202020204" pitchFamily="34" charset="0"/>
              </a:defRPr>
            </a:lvl1pPr>
          </a:lstStyle>
          <a:p>
            <a:pPr lvl="0"/>
            <a:r>
              <a:rPr lang="en-US"/>
              <a:t>Click to add text</a:t>
            </a:r>
          </a:p>
        </p:txBody>
      </p:sp>
      <p:sp>
        <p:nvSpPr>
          <p:cNvPr id="13" name="Text Placeholder 41">
            <a:extLst>
              <a:ext uri="{FF2B5EF4-FFF2-40B4-BE49-F238E27FC236}">
                <a16:creationId xmlns:a16="http://schemas.microsoft.com/office/drawing/2014/main" id="{31EE0B59-E4AD-0E44-BD93-DAC84C38DEC6}"/>
              </a:ext>
            </a:extLst>
          </p:cNvPr>
          <p:cNvSpPr>
            <a:spLocks noGrp="1"/>
          </p:cNvSpPr>
          <p:nvPr>
            <p:ph type="body" sz="quarter" idx="21" hasCustomPrompt="1"/>
          </p:nvPr>
        </p:nvSpPr>
        <p:spPr>
          <a:xfrm>
            <a:off x="4104829" y="2987727"/>
            <a:ext cx="4236793" cy="279954"/>
          </a:xfrm>
        </p:spPr>
        <p:txBody>
          <a:bodyPr anchor="b" anchorCtr="0"/>
          <a:lstStyle>
            <a:lvl1pPr>
              <a:lnSpc>
                <a:spcPct val="100000"/>
              </a:lnSpc>
              <a:defRPr b="1" i="0" baseline="0">
                <a:latin typeface="Arial" panose="020B0604020202020204" pitchFamily="34" charset="0"/>
              </a:defRPr>
            </a:lvl1pPr>
          </a:lstStyle>
          <a:p>
            <a:pPr lvl="0"/>
            <a:r>
              <a:rPr lang="en-US"/>
              <a:t>Click to add main point or headline. This is placeholder text you can overwrite.</a:t>
            </a:r>
          </a:p>
        </p:txBody>
      </p:sp>
      <p:sp>
        <p:nvSpPr>
          <p:cNvPr id="16" name="Text Placeholder 2">
            <a:extLst>
              <a:ext uri="{FF2B5EF4-FFF2-40B4-BE49-F238E27FC236}">
                <a16:creationId xmlns:a16="http://schemas.microsoft.com/office/drawing/2014/main" id="{7F560DC1-ADDC-1841-B2C9-0FC1CA247AEC}"/>
              </a:ext>
            </a:extLst>
          </p:cNvPr>
          <p:cNvSpPr>
            <a:spLocks noGrp="1"/>
          </p:cNvSpPr>
          <p:nvPr>
            <p:ph type="body" sz="quarter" idx="29"/>
          </p:nvPr>
        </p:nvSpPr>
        <p:spPr>
          <a:xfrm>
            <a:off x="4106039" y="3476652"/>
            <a:ext cx="4239303" cy="713016"/>
          </a:xfrm>
        </p:spPr>
        <p:txBody>
          <a:bodyPr/>
          <a:lstStyle>
            <a:lvl1pPr marL="155947" indent="-155947">
              <a:lnSpc>
                <a:spcPct val="130000"/>
              </a:lnSpc>
              <a:spcBef>
                <a:spcPts val="960"/>
              </a:spcBef>
              <a:buClr>
                <a:schemeClr val="accent5"/>
              </a:buClr>
              <a:buSzPct val="135000"/>
              <a:buFont typeface="Arial" panose="020B0604020202020204" pitchFamily="34" charset="0"/>
              <a:buChar char="•"/>
              <a:defRPr sz="728">
                <a:latin typeface="Arial" panose="020B0604020202020204" pitchFamily="34" charset="0"/>
              </a:defRPr>
            </a:lvl1pPr>
            <a:lvl2pPr marL="337886" indent="-129956">
              <a:lnSpc>
                <a:spcPct val="130000"/>
              </a:lnSpc>
              <a:buClr>
                <a:schemeClr val="accent5"/>
              </a:buClr>
              <a:buSzPct val="135000"/>
              <a:buFont typeface="Arial" panose="020B0604020202020204" pitchFamily="34" charset="0"/>
              <a:buChar char="•"/>
              <a:defRPr sz="728">
                <a:latin typeface="Arial" panose="020B0604020202020204" pitchFamily="34" charset="0"/>
              </a:defRPr>
            </a:lvl2pPr>
            <a:lvl3pPr marL="545814" indent="-129956">
              <a:lnSpc>
                <a:spcPct val="130000"/>
              </a:lnSpc>
              <a:buClr>
                <a:schemeClr val="accent5"/>
              </a:buClr>
              <a:buSzPct val="135000"/>
              <a:buFont typeface="Arial" panose="020B0604020202020204" pitchFamily="34" charset="0"/>
              <a:buChar char="•"/>
              <a:defRPr sz="728">
                <a:latin typeface="Arial" panose="020B0604020202020204" pitchFamily="34" charset="0"/>
              </a:defRPr>
            </a:lvl3pPr>
            <a:lvl4pPr marL="753744" indent="-129956">
              <a:lnSpc>
                <a:spcPct val="130000"/>
              </a:lnSpc>
              <a:buClr>
                <a:schemeClr val="accent5"/>
              </a:buClr>
              <a:buSzPct val="135000"/>
              <a:buFont typeface="Arial" panose="020B0604020202020204" pitchFamily="34" charset="0"/>
              <a:buChar char="•"/>
              <a:defRPr sz="728">
                <a:latin typeface="Arial" panose="020B0604020202020204" pitchFamily="34" charset="0"/>
              </a:defRPr>
            </a:lvl4pPr>
            <a:lvl5pPr marL="961673" indent="-129956">
              <a:lnSpc>
                <a:spcPct val="130000"/>
              </a:lnSpc>
              <a:buClr>
                <a:schemeClr val="accent5"/>
              </a:buClr>
              <a:buSzPct val="135000"/>
              <a:buFont typeface="Arial" panose="020B0604020202020204" pitchFamily="34" charset="0"/>
              <a:buChar char="•"/>
              <a:defRPr sz="728">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A4620F89-44C2-4423-B2BE-C02DD6A73831}"/>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861469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Horiz Picture with Content_nobullets">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C6B80640-F04A-8A44-AC3B-2A464711AA0E}"/>
              </a:ext>
            </a:extLst>
          </p:cNvPr>
          <p:cNvSpPr/>
          <p:nvPr/>
        </p:nvSpPr>
        <p:spPr>
          <a:xfrm>
            <a:off x="3138502" y="125"/>
            <a:ext cx="6005696" cy="5142922"/>
          </a:xfrm>
          <a:custGeom>
            <a:avLst/>
            <a:gdLst/>
            <a:ahLst/>
            <a:cxnLst/>
            <a:rect l="l" t="t" r="r" b="b"/>
            <a:pathLst>
              <a:path w="13204190" h="11308080">
                <a:moveTo>
                  <a:pt x="13203744" y="0"/>
                </a:moveTo>
                <a:lnTo>
                  <a:pt x="0" y="0"/>
                </a:lnTo>
                <a:lnTo>
                  <a:pt x="0" y="11308032"/>
                </a:lnTo>
                <a:lnTo>
                  <a:pt x="13203744" y="11308032"/>
                </a:lnTo>
                <a:lnTo>
                  <a:pt x="13203744" y="0"/>
                </a:lnTo>
                <a:close/>
              </a:path>
            </a:pathLst>
          </a:custGeom>
          <a:solidFill>
            <a:srgbClr val="F1F1F1"/>
          </a:solidFill>
        </p:spPr>
        <p:txBody>
          <a:bodyPr wrap="square" lIns="0" tIns="0" rIns="0" bIns="0" rtlCol="0"/>
          <a:lstStyle/>
          <a:p>
            <a:endParaRPr sz="637"/>
          </a:p>
        </p:txBody>
      </p:sp>
      <p:sp>
        <p:nvSpPr>
          <p:cNvPr id="6" name="Picture Placeholder 5">
            <a:extLst>
              <a:ext uri="{FF2B5EF4-FFF2-40B4-BE49-F238E27FC236}">
                <a16:creationId xmlns:a16="http://schemas.microsoft.com/office/drawing/2014/main" id="{18B8B08A-09FF-004F-9D1A-B368AE1A320D}"/>
              </a:ext>
            </a:extLst>
          </p:cNvPr>
          <p:cNvSpPr>
            <a:spLocks noGrp="1"/>
          </p:cNvSpPr>
          <p:nvPr>
            <p:ph type="pic" sz="quarter" idx="28" hasCustomPrompt="1"/>
          </p:nvPr>
        </p:nvSpPr>
        <p:spPr>
          <a:xfrm>
            <a:off x="3" y="1340026"/>
            <a:ext cx="4066567" cy="260841"/>
          </a:xfrm>
          <a:solidFill>
            <a:schemeClr val="bg1">
              <a:lumMod val="85000"/>
            </a:schemeClr>
          </a:solidFill>
        </p:spPr>
        <p:txBody>
          <a:bodyPr/>
          <a:lstStyle>
            <a:lvl1pPr algn="ctr">
              <a:defRPr sz="1455">
                <a:solidFill>
                  <a:srgbClr val="C00000"/>
                </a:solidFill>
              </a:defRPr>
            </a:lvl1pPr>
          </a:lstStyle>
          <a:p>
            <a:r>
              <a:rPr lang="en-US"/>
              <a:t>Click photo icon in center to add picture</a:t>
            </a:r>
          </a:p>
        </p:txBody>
      </p:sp>
      <p:sp>
        <p:nvSpPr>
          <p:cNvPr id="12" name="Text Placeholder 7">
            <a:extLst>
              <a:ext uri="{FF2B5EF4-FFF2-40B4-BE49-F238E27FC236}">
                <a16:creationId xmlns:a16="http://schemas.microsoft.com/office/drawing/2014/main" id="{411D6C03-9235-4718-8DA7-525C7111A0D6}"/>
              </a:ext>
            </a:extLst>
          </p:cNvPr>
          <p:cNvSpPr>
            <a:spLocks noGrp="1"/>
          </p:cNvSpPr>
          <p:nvPr>
            <p:ph type="body" sz="quarter" idx="25" hasCustomPrompt="1"/>
          </p:nvPr>
        </p:nvSpPr>
        <p:spPr>
          <a:xfrm>
            <a:off x="678948" y="4816157"/>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3" name="Text Placeholder 9">
            <a:extLst>
              <a:ext uri="{FF2B5EF4-FFF2-40B4-BE49-F238E27FC236}">
                <a16:creationId xmlns:a16="http://schemas.microsoft.com/office/drawing/2014/main" id="{04E783BA-4AEA-4CD1-9525-2AEDF8985C17}"/>
              </a:ext>
            </a:extLst>
          </p:cNvPr>
          <p:cNvSpPr>
            <a:spLocks noGrp="1"/>
          </p:cNvSpPr>
          <p:nvPr>
            <p:ph type="body" sz="quarter" idx="27" hasCustomPrompt="1"/>
          </p:nvPr>
        </p:nvSpPr>
        <p:spPr>
          <a:xfrm>
            <a:off x="171259" y="481615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20" name="object 7">
            <a:extLst>
              <a:ext uri="{FF2B5EF4-FFF2-40B4-BE49-F238E27FC236}">
                <a16:creationId xmlns:a16="http://schemas.microsoft.com/office/drawing/2014/main" id="{96EFB3BE-E3A7-8246-9F04-222B7BF166F9}"/>
              </a:ext>
            </a:extLst>
          </p:cNvPr>
          <p:cNvSpPr/>
          <p:nvPr/>
        </p:nvSpPr>
        <p:spPr>
          <a:xfrm>
            <a:off x="5315420" y="2538090"/>
            <a:ext cx="584859" cy="0"/>
          </a:xfrm>
          <a:custGeom>
            <a:avLst/>
            <a:gdLst/>
            <a:ahLst/>
            <a:cxnLst/>
            <a:rect l="l" t="t" r="r" b="b"/>
            <a:pathLst>
              <a:path w="1285875">
                <a:moveTo>
                  <a:pt x="1285395" y="0"/>
                </a:moveTo>
                <a:lnTo>
                  <a:pt x="0" y="0"/>
                </a:lnTo>
              </a:path>
            </a:pathLst>
          </a:custGeom>
          <a:ln w="62825">
            <a:solidFill>
              <a:srgbClr val="FF6012"/>
            </a:solidFill>
          </a:ln>
        </p:spPr>
        <p:txBody>
          <a:bodyPr wrap="square" lIns="0" tIns="0" rIns="0" bIns="0" rtlCol="0"/>
          <a:lstStyle/>
          <a:p>
            <a:endParaRPr sz="637"/>
          </a:p>
        </p:txBody>
      </p:sp>
      <p:sp>
        <p:nvSpPr>
          <p:cNvPr id="22" name="Text Placeholder 22">
            <a:extLst>
              <a:ext uri="{FF2B5EF4-FFF2-40B4-BE49-F238E27FC236}">
                <a16:creationId xmlns:a16="http://schemas.microsoft.com/office/drawing/2014/main" id="{C8267EE6-CC9D-8D49-A303-32F7DABF0B00}"/>
              </a:ext>
            </a:extLst>
          </p:cNvPr>
          <p:cNvSpPr>
            <a:spLocks noGrp="1"/>
          </p:cNvSpPr>
          <p:nvPr>
            <p:ph type="body" sz="quarter" idx="29" hasCustomPrompt="1"/>
          </p:nvPr>
        </p:nvSpPr>
        <p:spPr>
          <a:xfrm>
            <a:off x="5306041" y="2842544"/>
            <a:ext cx="2571641" cy="1073307"/>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a:t>
            </a:r>
          </a:p>
        </p:txBody>
      </p:sp>
      <p:sp>
        <p:nvSpPr>
          <p:cNvPr id="23" name="object 3">
            <a:extLst>
              <a:ext uri="{FF2B5EF4-FFF2-40B4-BE49-F238E27FC236}">
                <a16:creationId xmlns:a16="http://schemas.microsoft.com/office/drawing/2014/main" id="{AC8AAD21-81E3-5D4E-A9E2-583D318F8576}"/>
              </a:ext>
            </a:extLst>
          </p:cNvPr>
          <p:cNvSpPr txBox="1">
            <a:spLocks noGrp="1"/>
          </p:cNvSpPr>
          <p:nvPr>
            <p:ph type="title"/>
          </p:nvPr>
        </p:nvSpPr>
        <p:spPr>
          <a:xfrm>
            <a:off x="5278983" y="-561782"/>
            <a:ext cx="2607695" cy="2251514"/>
          </a:xfrm>
          <a:prstGeom prst="rect">
            <a:avLst/>
          </a:prstGeom>
        </p:spPr>
        <p:txBody>
          <a:bodyPr vert="horz" wrap="square" lIns="0" tIns="12065" rIns="0" bIns="0" rtlCol="0" anchor="b" anchorCtr="0">
            <a:spAutoFit/>
          </a:bodyPr>
          <a:lstStyle>
            <a:lvl1pPr marL="9525">
              <a:lnSpc>
                <a:spcPct val="100000"/>
              </a:lnSpc>
              <a:spcBef>
                <a:spcPts val="71"/>
              </a:spcBef>
              <a:defRPr sz="3638"/>
            </a:lvl1pPr>
          </a:lstStyle>
          <a:p>
            <a:pPr marL="12700">
              <a:lnSpc>
                <a:spcPct val="100000"/>
              </a:lnSpc>
              <a:spcBef>
                <a:spcPts val="95"/>
              </a:spcBef>
            </a:pPr>
            <a:r>
              <a:rPr lang="en-US" spc="-116"/>
              <a:t>Click to edit Master title style</a:t>
            </a:r>
            <a:endParaRPr spc="-116"/>
          </a:p>
        </p:txBody>
      </p:sp>
      <p:sp>
        <p:nvSpPr>
          <p:cNvPr id="24" name="Text Placeholder 20">
            <a:extLst>
              <a:ext uri="{FF2B5EF4-FFF2-40B4-BE49-F238E27FC236}">
                <a16:creationId xmlns:a16="http://schemas.microsoft.com/office/drawing/2014/main" id="{2D5A24CB-5483-AF42-9AFD-02316CAFC413}"/>
              </a:ext>
            </a:extLst>
          </p:cNvPr>
          <p:cNvSpPr>
            <a:spLocks noGrp="1"/>
          </p:cNvSpPr>
          <p:nvPr>
            <p:ph type="body" sz="quarter" idx="30" hasCustomPrompt="1"/>
          </p:nvPr>
        </p:nvSpPr>
        <p:spPr>
          <a:xfrm>
            <a:off x="5310035" y="1912811"/>
            <a:ext cx="2561239" cy="293427"/>
          </a:xfrm>
        </p:spPr>
        <p:txBody>
          <a:bodyPr/>
          <a:lstStyle>
            <a:lvl1pPr>
              <a:defRPr sz="1637" baseline="0">
                <a:latin typeface="Arial" panose="020B0604020202020204" pitchFamily="34" charset="0"/>
              </a:defRPr>
            </a:lvl1pPr>
          </a:lstStyle>
          <a:p>
            <a:pPr lvl="0"/>
            <a:r>
              <a:rPr lang="en-US"/>
              <a:t>Click to add text</a:t>
            </a:r>
          </a:p>
        </p:txBody>
      </p:sp>
      <p:sp>
        <p:nvSpPr>
          <p:cNvPr id="11" name="Footer Placeholder 3">
            <a:extLst>
              <a:ext uri="{FF2B5EF4-FFF2-40B4-BE49-F238E27FC236}">
                <a16:creationId xmlns:a16="http://schemas.microsoft.com/office/drawing/2014/main" id="{7CFD8AB3-6790-449A-A2A8-68E5E33C5FCB}"/>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8450678"/>
      </p:ext>
    </p:extLst>
  </p:cSld>
  <p:clrMapOvr>
    <a:masterClrMapping/>
  </p:clrMapOvr>
  <p:hf sldNum="0" hdr="0" ftr="0" dt="0"/>
  <p:extLst>
    <p:ext uri="{DCECCB84-F9BA-43D5-87BE-67443E8EF086}">
      <p15:sldGuideLst xmlns:p15="http://schemas.microsoft.com/office/powerpoint/2012/main">
        <p15:guide id="1" orient="horz" pos="5266">
          <p15:clr>
            <a:srgbClr val="FBAE40"/>
          </p15:clr>
        </p15:guide>
        <p15:guide id="2" pos="633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366C135-668B-7D41-97B9-18E0750D400C}"/>
              </a:ext>
            </a:extLst>
          </p:cNvPr>
          <p:cNvSpPr/>
          <p:nvPr/>
        </p:nvSpPr>
        <p:spPr>
          <a:xfrm>
            <a:off x="8703741" y="0"/>
            <a:ext cx="440260" cy="5143500"/>
          </a:xfrm>
          <a:custGeom>
            <a:avLst/>
            <a:gdLst/>
            <a:ahLst/>
            <a:cxnLst/>
            <a:rect l="l" t="t" r="r" b="b"/>
            <a:pathLst>
              <a:path w="1368425" h="11291570">
                <a:moveTo>
                  <a:pt x="1368073" y="0"/>
                </a:moveTo>
                <a:lnTo>
                  <a:pt x="0" y="0"/>
                </a:lnTo>
                <a:lnTo>
                  <a:pt x="0" y="11291467"/>
                </a:lnTo>
                <a:lnTo>
                  <a:pt x="1368073" y="11291467"/>
                </a:lnTo>
                <a:lnTo>
                  <a:pt x="1368073" y="0"/>
                </a:lnTo>
                <a:close/>
              </a:path>
            </a:pathLst>
          </a:custGeom>
          <a:solidFill>
            <a:srgbClr val="FFDC34"/>
          </a:solidFill>
        </p:spPr>
        <p:txBody>
          <a:bodyPr wrap="square" lIns="0" tIns="0" rIns="0" bIns="0" rtlCol="0"/>
          <a:lstStyle/>
          <a:p>
            <a:endParaRPr sz="637"/>
          </a:p>
        </p:txBody>
      </p:sp>
      <p:sp>
        <p:nvSpPr>
          <p:cNvPr id="5" name="object 4">
            <a:extLst>
              <a:ext uri="{FF2B5EF4-FFF2-40B4-BE49-F238E27FC236}">
                <a16:creationId xmlns:a16="http://schemas.microsoft.com/office/drawing/2014/main" id="{DE3D9466-E143-7F49-85C6-80F7F817A728}"/>
              </a:ext>
            </a:extLst>
          </p:cNvPr>
          <p:cNvSpPr/>
          <p:nvPr/>
        </p:nvSpPr>
        <p:spPr>
          <a:xfrm>
            <a:off x="1" y="1261637"/>
            <a:ext cx="1166828" cy="1166746"/>
          </a:xfrm>
          <a:custGeom>
            <a:avLst/>
            <a:gdLst/>
            <a:ahLst/>
            <a:cxnLst/>
            <a:rect l="l" t="t" r="r" b="b"/>
            <a:pathLst>
              <a:path w="2565400" h="2565400">
                <a:moveTo>
                  <a:pt x="2565220" y="0"/>
                </a:moveTo>
                <a:lnTo>
                  <a:pt x="0" y="0"/>
                </a:lnTo>
                <a:lnTo>
                  <a:pt x="0" y="2565199"/>
                </a:lnTo>
                <a:lnTo>
                  <a:pt x="2565220" y="2565199"/>
                </a:lnTo>
                <a:lnTo>
                  <a:pt x="2565220" y="0"/>
                </a:lnTo>
                <a:close/>
              </a:path>
            </a:pathLst>
          </a:custGeom>
          <a:solidFill>
            <a:srgbClr val="FF6012"/>
          </a:solidFill>
        </p:spPr>
        <p:txBody>
          <a:bodyPr wrap="square" lIns="0" tIns="0" rIns="0" bIns="0" rtlCol="0"/>
          <a:lstStyle/>
          <a:p>
            <a:endParaRPr sz="637"/>
          </a:p>
        </p:txBody>
      </p:sp>
      <p:sp>
        <p:nvSpPr>
          <p:cNvPr id="6" name="object 5">
            <a:extLst>
              <a:ext uri="{FF2B5EF4-FFF2-40B4-BE49-F238E27FC236}">
                <a16:creationId xmlns:a16="http://schemas.microsoft.com/office/drawing/2014/main" id="{D8375E29-05DD-EB48-91A8-178AD04B66DD}"/>
              </a:ext>
            </a:extLst>
          </p:cNvPr>
          <p:cNvSpPr/>
          <p:nvPr/>
        </p:nvSpPr>
        <p:spPr>
          <a:xfrm>
            <a:off x="1" y="2709097"/>
            <a:ext cx="1172604" cy="1172522"/>
          </a:xfrm>
          <a:custGeom>
            <a:avLst/>
            <a:gdLst/>
            <a:ahLst/>
            <a:cxnLst/>
            <a:rect l="l" t="t" r="r" b="b"/>
            <a:pathLst>
              <a:path w="2578100" h="2578100">
                <a:moveTo>
                  <a:pt x="2577743" y="0"/>
                </a:moveTo>
                <a:lnTo>
                  <a:pt x="0" y="0"/>
                </a:lnTo>
                <a:lnTo>
                  <a:pt x="0" y="2577858"/>
                </a:lnTo>
                <a:lnTo>
                  <a:pt x="2577743" y="2577858"/>
                </a:lnTo>
                <a:lnTo>
                  <a:pt x="2577743" y="0"/>
                </a:lnTo>
                <a:close/>
              </a:path>
            </a:pathLst>
          </a:custGeom>
          <a:solidFill>
            <a:srgbClr val="FF6012"/>
          </a:solidFill>
        </p:spPr>
        <p:txBody>
          <a:bodyPr wrap="square" lIns="0" tIns="0" rIns="0" bIns="0" rtlCol="0"/>
          <a:lstStyle/>
          <a:p>
            <a:endParaRPr sz="637"/>
          </a:p>
        </p:txBody>
      </p:sp>
      <p:sp>
        <p:nvSpPr>
          <p:cNvPr id="10" name="Text Placeholder 19">
            <a:extLst>
              <a:ext uri="{FF2B5EF4-FFF2-40B4-BE49-F238E27FC236}">
                <a16:creationId xmlns:a16="http://schemas.microsoft.com/office/drawing/2014/main" id="{F3C79C6F-E9AB-C44B-A424-1D5DE55ED530}"/>
              </a:ext>
            </a:extLst>
          </p:cNvPr>
          <p:cNvSpPr>
            <a:spLocks noGrp="1"/>
          </p:cNvSpPr>
          <p:nvPr>
            <p:ph type="body" sz="quarter" idx="13" hasCustomPrompt="1"/>
          </p:nvPr>
        </p:nvSpPr>
        <p:spPr>
          <a:xfrm>
            <a:off x="2041949" y="1626941"/>
            <a:ext cx="5497915" cy="1889620"/>
          </a:xfrm>
        </p:spPr>
        <p:txBody>
          <a:bodyPr anchor="ctr" anchorCtr="0"/>
          <a:lstStyle>
            <a:lvl1pPr>
              <a:lnSpc>
                <a:spcPct val="100000"/>
              </a:lnSpc>
              <a:defRPr sz="2456">
                <a:solidFill>
                  <a:schemeClr val="bg2"/>
                </a:solidFill>
                <a:latin typeface="Arial Black"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“Click to add quote dolor sit </a:t>
            </a:r>
            <a:r>
              <a:rPr lang="en-US" err="1"/>
              <a:t>amet</a:t>
            </a:r>
            <a:r>
              <a:rPr lang="en-US"/>
              <a:t>, </a:t>
            </a:r>
            <a:r>
              <a:rPr lang="en-US" err="1"/>
              <a:t>consectetur</a:t>
            </a:r>
            <a:r>
              <a:rPr lang="en-US"/>
              <a:t> </a:t>
            </a:r>
            <a:r>
              <a:rPr lang="en-US" err="1"/>
              <a:t>adipiscing</a:t>
            </a:r>
            <a:r>
              <a:rPr lang="en-US"/>
              <a:t> </a:t>
            </a:r>
            <a:r>
              <a:rPr lang="en-US" err="1"/>
              <a:t>elit</a:t>
            </a:r>
            <a:r>
              <a:rPr lang="en-US"/>
              <a:t>. Sed libero </a:t>
            </a:r>
            <a:r>
              <a:rPr lang="en-US" err="1"/>
              <a:t>enim</a:t>
            </a:r>
            <a:r>
              <a:rPr lang="en-US"/>
              <a:t>, vestibulum at </a:t>
            </a:r>
            <a:r>
              <a:rPr lang="en-US" err="1"/>
              <a:t>elementum</a:t>
            </a:r>
            <a:r>
              <a:rPr lang="en-US"/>
              <a:t> sed, </a:t>
            </a:r>
            <a:r>
              <a:rPr lang="en-US" err="1"/>
              <a:t>iaculis</a:t>
            </a:r>
            <a:r>
              <a:rPr lang="en-US"/>
              <a:t> at </a:t>
            </a:r>
            <a:r>
              <a:rPr lang="en-US" err="1"/>
              <a:t>consectetur</a:t>
            </a:r>
            <a:r>
              <a:rPr lang="en-US"/>
              <a:t> </a:t>
            </a:r>
            <a:r>
              <a:rPr lang="en-US" err="1"/>
              <a:t>adispiscing</a:t>
            </a:r>
            <a:r>
              <a:rPr lang="en-US"/>
              <a:t> </a:t>
            </a:r>
            <a:r>
              <a:rPr lang="en-US" err="1"/>
              <a:t>elit</a:t>
            </a:r>
            <a:r>
              <a:rPr lang="en-US"/>
              <a:t>.” </a:t>
            </a:r>
          </a:p>
        </p:txBody>
      </p:sp>
      <p:sp>
        <p:nvSpPr>
          <p:cNvPr id="7" name="Text Placeholder 19">
            <a:extLst>
              <a:ext uri="{FF2B5EF4-FFF2-40B4-BE49-F238E27FC236}">
                <a16:creationId xmlns:a16="http://schemas.microsoft.com/office/drawing/2014/main" id="{B4D530C1-31E4-4040-826D-FF1CE981D703}"/>
              </a:ext>
            </a:extLst>
          </p:cNvPr>
          <p:cNvSpPr>
            <a:spLocks noGrp="1"/>
          </p:cNvSpPr>
          <p:nvPr>
            <p:ph type="body" sz="quarter" idx="14" hasCustomPrompt="1"/>
          </p:nvPr>
        </p:nvSpPr>
        <p:spPr>
          <a:xfrm>
            <a:off x="5825836" y="3541990"/>
            <a:ext cx="1714028" cy="223907"/>
          </a:xfrm>
        </p:spPr>
        <p:txBody>
          <a:bodyPr anchor="ctr" anchorCtr="0"/>
          <a:lstStyle>
            <a:lvl1pPr>
              <a:lnSpc>
                <a:spcPct val="100000"/>
              </a:lnSpc>
              <a:defRPr sz="1455" i="1">
                <a:solidFill>
                  <a:schemeClr val="bg2"/>
                </a:solidFill>
                <a:latin typeface="Arial" panose="020B0604020202020204" pitchFamily="34" charset="0"/>
                <a:cs typeface="Arial" panose="020B0604020202020204" pitchFamily="34" charset="0"/>
              </a:defRPr>
            </a:lvl1pPr>
            <a:lvl2pPr>
              <a:lnSpc>
                <a:spcPts val="2410"/>
              </a:lnSpc>
              <a:defRPr sz="2433">
                <a:solidFill>
                  <a:schemeClr val="bg2"/>
                </a:solidFill>
                <a:latin typeface="Arial Black" panose="020B0604020202020204" pitchFamily="34" charset="0"/>
              </a:defRPr>
            </a:lvl2pPr>
            <a:lvl3pPr>
              <a:lnSpc>
                <a:spcPts val="2410"/>
              </a:lnSpc>
              <a:defRPr sz="2433">
                <a:solidFill>
                  <a:schemeClr val="bg2"/>
                </a:solidFill>
                <a:latin typeface="Arial Black" panose="020B0604020202020204" pitchFamily="34" charset="0"/>
              </a:defRPr>
            </a:lvl3pPr>
            <a:lvl4pPr>
              <a:lnSpc>
                <a:spcPts val="2410"/>
              </a:lnSpc>
              <a:defRPr sz="2433">
                <a:solidFill>
                  <a:schemeClr val="bg2"/>
                </a:solidFill>
                <a:latin typeface="Arial Black" panose="020B0604020202020204" pitchFamily="34" charset="0"/>
              </a:defRPr>
            </a:lvl4pPr>
            <a:lvl5pPr>
              <a:lnSpc>
                <a:spcPts val="2410"/>
              </a:lnSpc>
              <a:defRPr sz="2433">
                <a:solidFill>
                  <a:schemeClr val="bg2"/>
                </a:solidFill>
                <a:latin typeface="Arial Black" panose="020B0604020202020204" pitchFamily="34" charset="0"/>
              </a:defRPr>
            </a:lvl5pPr>
          </a:lstStyle>
          <a:p>
            <a:pPr lvl="0"/>
            <a:r>
              <a:rPr lang="en-US"/>
              <a:t>- Click to add author</a:t>
            </a:r>
          </a:p>
        </p:txBody>
      </p:sp>
      <p:sp>
        <p:nvSpPr>
          <p:cNvPr id="8" name="Footer Placeholder 3">
            <a:extLst>
              <a:ext uri="{FF2B5EF4-FFF2-40B4-BE49-F238E27FC236}">
                <a16:creationId xmlns:a16="http://schemas.microsoft.com/office/drawing/2014/main" id="{0CDED61D-5E5F-42FC-ACDF-C56220A8464A}"/>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2923330"/>
      </p:ext>
    </p:extLst>
  </p:cSld>
  <p:clrMapOvr>
    <a:masterClrMapping/>
  </p:clrMapOvr>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Subtitle Left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2" y="3"/>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1"/>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7"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41" name="object 18">
            <a:extLst>
              <a:ext uri="{FF2B5EF4-FFF2-40B4-BE49-F238E27FC236}">
                <a16:creationId xmlns:a16="http://schemas.microsoft.com/office/drawing/2014/main" id="{490DF8DD-9867-484B-A704-0C0864F3AC55}"/>
              </a:ext>
            </a:extLst>
          </p:cNvPr>
          <p:cNvSpPr/>
          <p:nvPr/>
        </p:nvSpPr>
        <p:spPr>
          <a:xfrm>
            <a:off x="3127343" y="391691"/>
            <a:ext cx="0" cy="4359990"/>
          </a:xfrm>
          <a:custGeom>
            <a:avLst/>
            <a:gdLst/>
            <a:ahLst/>
            <a:cxnLst/>
            <a:rect l="l" t="t" r="r" b="b"/>
            <a:pathLst>
              <a:path h="9586595">
                <a:moveTo>
                  <a:pt x="0" y="9586074"/>
                </a:moveTo>
                <a:lnTo>
                  <a:pt x="0" y="0"/>
                </a:lnTo>
              </a:path>
            </a:pathLst>
          </a:custGeom>
          <a:ln w="20941">
            <a:solidFill>
              <a:srgbClr val="F1F1F1"/>
            </a:solidFill>
          </a:ln>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35951" y="337001"/>
            <a:ext cx="1936709" cy="1771031"/>
          </a:xfrm>
        </p:spPr>
        <p:txBody>
          <a:bodyPr anchor="b" anchorCtr="0"/>
          <a:lstStyle>
            <a:lvl1pPr>
              <a:lnSpc>
                <a:spcPct val="84000"/>
              </a:lnSpc>
              <a:spcBef>
                <a:spcPts val="0"/>
              </a:spcBef>
              <a:defRPr sz="2729" b="1" i="0" baseline="0">
                <a:solidFill>
                  <a:schemeClr val="bg2"/>
                </a:solidFill>
                <a:latin typeface="Arial Black" panose="020B0604020202020204" pitchFamily="34" charset="0"/>
              </a:defRPr>
            </a:lvl1pPr>
          </a:lstStyle>
          <a:p>
            <a:pPr lvl="0"/>
            <a:r>
              <a:rPr lang="en-US"/>
              <a:t>Click to edit Master text styles</a:t>
            </a:r>
          </a:p>
        </p:txBody>
      </p:sp>
      <p:sp>
        <p:nvSpPr>
          <p:cNvPr id="66" name="Text Placeholder 22">
            <a:extLst>
              <a:ext uri="{FF2B5EF4-FFF2-40B4-BE49-F238E27FC236}">
                <a16:creationId xmlns:a16="http://schemas.microsoft.com/office/drawing/2014/main" id="{51F0764E-4F69-D545-8A43-6A5F1D89D7D1}"/>
              </a:ext>
            </a:extLst>
          </p:cNvPr>
          <p:cNvSpPr>
            <a:spLocks noGrp="1"/>
          </p:cNvSpPr>
          <p:nvPr>
            <p:ph type="body" sz="quarter" idx="20" hasCustomPrompt="1"/>
          </p:nvPr>
        </p:nvSpPr>
        <p:spPr>
          <a:xfrm>
            <a:off x="847508" y="2258481"/>
            <a:ext cx="1978779" cy="891270"/>
          </a:xfrm>
        </p:spPr>
        <p:txBody>
          <a:bodyPr/>
          <a:lstStyle>
            <a:lvl1pPr>
              <a:lnSpc>
                <a:spcPct val="130000"/>
              </a:lnSpc>
              <a:defRPr/>
            </a:lvl1pPr>
          </a:lstStyle>
          <a:p>
            <a:pPr lvl="0"/>
            <a:r>
              <a:rPr lang="en-US"/>
              <a:t>Click to add paragraph copy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volupat</a:t>
            </a:r>
            <a:r>
              <a:rPr lang="en-US"/>
              <a:t>.</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7" y="4799108"/>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7"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7" name="Footer Placeholder 3">
            <a:extLst>
              <a:ext uri="{FF2B5EF4-FFF2-40B4-BE49-F238E27FC236}">
                <a16:creationId xmlns:a16="http://schemas.microsoft.com/office/drawing/2014/main" id="{6B2ACB36-2769-4CEB-9D56-6A101F1FDD86}"/>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0169334"/>
      </p:ext>
    </p:extLst>
  </p:cSld>
  <p:clrMapOvr>
    <a:masterClrMapping/>
  </p:clrMapOvr>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Top_LeftBar_RightColon">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185CE14D-2362-7146-A35E-FC5FF5BBAFE6}"/>
              </a:ext>
            </a:extLst>
          </p:cNvPr>
          <p:cNvGrpSpPr/>
          <p:nvPr/>
        </p:nvGrpSpPr>
        <p:grpSpPr>
          <a:xfrm>
            <a:off x="2" y="3"/>
            <a:ext cx="624715" cy="5143211"/>
            <a:chOff x="0" y="0"/>
            <a:chExt cx="1373505" cy="11308715"/>
          </a:xfrm>
        </p:grpSpPr>
        <p:sp>
          <p:nvSpPr>
            <p:cNvPr id="26" name="object 3">
              <a:extLst>
                <a:ext uri="{FF2B5EF4-FFF2-40B4-BE49-F238E27FC236}">
                  <a16:creationId xmlns:a16="http://schemas.microsoft.com/office/drawing/2014/main" id="{06E8DA04-1F37-8F44-A1A7-552E4916432A}"/>
                </a:ext>
              </a:extLst>
            </p:cNvPr>
            <p:cNvSpPr/>
            <p:nvPr/>
          </p:nvSpPr>
          <p:spPr>
            <a:xfrm>
              <a:off x="0" y="1856707"/>
              <a:ext cx="1373505" cy="9451975"/>
            </a:xfrm>
            <a:custGeom>
              <a:avLst/>
              <a:gdLst/>
              <a:ahLst/>
              <a:cxnLst/>
              <a:rect l="l" t="t" r="r" b="b"/>
              <a:pathLst>
                <a:path w="1373505" h="9451975">
                  <a:moveTo>
                    <a:pt x="0" y="9451848"/>
                  </a:moveTo>
                  <a:lnTo>
                    <a:pt x="1372963" y="9451848"/>
                  </a:lnTo>
                  <a:lnTo>
                    <a:pt x="1372963" y="0"/>
                  </a:lnTo>
                  <a:lnTo>
                    <a:pt x="0" y="0"/>
                  </a:lnTo>
                  <a:lnTo>
                    <a:pt x="0" y="9451848"/>
                  </a:lnTo>
                  <a:close/>
                </a:path>
              </a:pathLst>
            </a:custGeom>
            <a:solidFill>
              <a:srgbClr val="F1F1F1"/>
            </a:solidFill>
          </p:spPr>
          <p:txBody>
            <a:bodyPr wrap="square" lIns="0" tIns="0" rIns="0" bIns="0" rtlCol="0"/>
            <a:lstStyle/>
            <a:p>
              <a:endParaRPr sz="637"/>
            </a:p>
          </p:txBody>
        </p:sp>
        <p:sp>
          <p:nvSpPr>
            <p:cNvPr id="27" name="object 4">
              <a:extLst>
                <a:ext uri="{FF2B5EF4-FFF2-40B4-BE49-F238E27FC236}">
                  <a16:creationId xmlns:a16="http://schemas.microsoft.com/office/drawing/2014/main" id="{3FF3C6F6-C62C-3E4F-B18D-9AF50BE4D45A}"/>
                </a:ext>
              </a:extLst>
            </p:cNvPr>
            <p:cNvSpPr/>
            <p:nvPr/>
          </p:nvSpPr>
          <p:spPr>
            <a:xfrm>
              <a:off x="0" y="0"/>
              <a:ext cx="1373505" cy="1856739"/>
            </a:xfrm>
            <a:custGeom>
              <a:avLst/>
              <a:gdLst/>
              <a:ahLst/>
              <a:cxnLst/>
              <a:rect l="l" t="t" r="r" b="b"/>
              <a:pathLst>
                <a:path w="1373505" h="1856739">
                  <a:moveTo>
                    <a:pt x="1372963" y="0"/>
                  </a:moveTo>
                  <a:lnTo>
                    <a:pt x="0" y="0"/>
                  </a:lnTo>
                  <a:lnTo>
                    <a:pt x="0" y="1856707"/>
                  </a:lnTo>
                  <a:lnTo>
                    <a:pt x="1372963" y="1856707"/>
                  </a:lnTo>
                  <a:lnTo>
                    <a:pt x="1372963" y="0"/>
                  </a:lnTo>
                  <a:close/>
                </a:path>
              </a:pathLst>
            </a:custGeom>
            <a:solidFill>
              <a:srgbClr val="FFDC34"/>
            </a:solidFill>
          </p:spPr>
          <p:txBody>
            <a:bodyPr wrap="square" lIns="0" tIns="0" rIns="0" bIns="0" rtlCol="0"/>
            <a:lstStyle/>
            <a:p>
              <a:endParaRPr sz="637"/>
            </a:p>
          </p:txBody>
        </p:sp>
      </p:grpSp>
      <p:sp>
        <p:nvSpPr>
          <p:cNvPr id="28" name="object 5">
            <a:extLst>
              <a:ext uri="{FF2B5EF4-FFF2-40B4-BE49-F238E27FC236}">
                <a16:creationId xmlns:a16="http://schemas.microsoft.com/office/drawing/2014/main" id="{E72DC708-122F-A84B-99C4-C34567174695}"/>
              </a:ext>
            </a:extLst>
          </p:cNvPr>
          <p:cNvSpPr/>
          <p:nvPr/>
        </p:nvSpPr>
        <p:spPr>
          <a:xfrm>
            <a:off x="8905775" y="3111321"/>
            <a:ext cx="237120" cy="1484713"/>
          </a:xfrm>
          <a:custGeom>
            <a:avLst/>
            <a:gdLst/>
            <a:ahLst/>
            <a:cxnLst/>
            <a:rect l="l" t="t" r="r" b="b"/>
            <a:pathLst>
              <a:path w="521334" h="3264534">
                <a:moveTo>
                  <a:pt x="521219" y="0"/>
                </a:moveTo>
                <a:lnTo>
                  <a:pt x="0" y="0"/>
                </a:lnTo>
                <a:lnTo>
                  <a:pt x="0" y="3263973"/>
                </a:lnTo>
                <a:lnTo>
                  <a:pt x="521219" y="3263973"/>
                </a:lnTo>
                <a:lnTo>
                  <a:pt x="521219" y="0"/>
                </a:lnTo>
                <a:close/>
              </a:path>
            </a:pathLst>
          </a:custGeom>
          <a:solidFill>
            <a:srgbClr val="F1F1F1"/>
          </a:solidFill>
        </p:spPr>
        <p:txBody>
          <a:bodyPr wrap="square" lIns="0" tIns="0" rIns="0" bIns="0" rtlCol="0"/>
          <a:lstStyle/>
          <a:p>
            <a:endParaRPr sz="637"/>
          </a:p>
        </p:txBody>
      </p:sp>
      <p:sp>
        <p:nvSpPr>
          <p:cNvPr id="29" name="object 6">
            <a:extLst>
              <a:ext uri="{FF2B5EF4-FFF2-40B4-BE49-F238E27FC236}">
                <a16:creationId xmlns:a16="http://schemas.microsoft.com/office/drawing/2014/main" id="{6C789C84-429B-E341-A8FD-D3DE9A7B1A1E}"/>
              </a:ext>
            </a:extLst>
          </p:cNvPr>
          <p:cNvSpPr/>
          <p:nvPr/>
        </p:nvSpPr>
        <p:spPr>
          <a:xfrm>
            <a:off x="8905777" y="1262261"/>
            <a:ext cx="238275" cy="1491933"/>
          </a:xfrm>
          <a:custGeom>
            <a:avLst/>
            <a:gdLst/>
            <a:ahLst/>
            <a:cxnLst/>
            <a:rect l="l" t="t" r="r" b="b"/>
            <a:pathLst>
              <a:path w="523875" h="3280410">
                <a:moveTo>
                  <a:pt x="523753" y="0"/>
                </a:moveTo>
                <a:lnTo>
                  <a:pt x="0" y="0"/>
                </a:lnTo>
                <a:lnTo>
                  <a:pt x="0" y="3280046"/>
                </a:lnTo>
                <a:lnTo>
                  <a:pt x="523753" y="3280046"/>
                </a:lnTo>
                <a:lnTo>
                  <a:pt x="523753" y="0"/>
                </a:lnTo>
                <a:close/>
              </a:path>
            </a:pathLst>
          </a:custGeom>
          <a:solidFill>
            <a:srgbClr val="F1F1F1"/>
          </a:solidFill>
        </p:spPr>
        <p:txBody>
          <a:bodyPr wrap="square" lIns="0" tIns="0" rIns="0" bIns="0" rtlCol="0"/>
          <a:lstStyle/>
          <a:p>
            <a:endParaRPr sz="637"/>
          </a:p>
        </p:txBody>
      </p:sp>
      <p:sp>
        <p:nvSpPr>
          <p:cNvPr id="50" name="Text Placeholder 49">
            <a:extLst>
              <a:ext uri="{FF2B5EF4-FFF2-40B4-BE49-F238E27FC236}">
                <a16:creationId xmlns:a16="http://schemas.microsoft.com/office/drawing/2014/main" id="{6AFE37B8-988C-4A4E-90C3-04246D82C2B7}"/>
              </a:ext>
            </a:extLst>
          </p:cNvPr>
          <p:cNvSpPr>
            <a:spLocks noGrp="1"/>
          </p:cNvSpPr>
          <p:nvPr>
            <p:ph type="body" sz="quarter" idx="10"/>
          </p:nvPr>
        </p:nvSpPr>
        <p:spPr>
          <a:xfrm>
            <a:off x="814775" y="368855"/>
            <a:ext cx="7900943" cy="475579"/>
          </a:xfrm>
        </p:spPr>
        <p:txBody>
          <a:bodyPr anchor="b" anchorCtr="0"/>
          <a:lstStyle>
            <a:lvl1pPr>
              <a:lnSpc>
                <a:spcPct val="84000"/>
              </a:lnSpc>
              <a:spcBef>
                <a:spcPts val="0"/>
              </a:spcBef>
              <a:defRPr sz="3638" b="1" i="0" baseline="0">
                <a:solidFill>
                  <a:schemeClr val="bg2"/>
                </a:solidFill>
                <a:latin typeface="Arial Black" panose="020B0604020202020204" pitchFamily="34" charset="0"/>
              </a:defRPr>
            </a:lvl1pPr>
          </a:lstStyle>
          <a:p>
            <a:pPr lvl="0"/>
            <a:r>
              <a:rPr lang="en-US"/>
              <a:t>Click to edit Master text styles</a:t>
            </a:r>
          </a:p>
        </p:txBody>
      </p:sp>
      <p:sp>
        <p:nvSpPr>
          <p:cNvPr id="14" name="Text Placeholder 7">
            <a:extLst>
              <a:ext uri="{FF2B5EF4-FFF2-40B4-BE49-F238E27FC236}">
                <a16:creationId xmlns:a16="http://schemas.microsoft.com/office/drawing/2014/main" id="{627F6212-16A7-40F1-9243-A0B66AB9D9CD}"/>
              </a:ext>
            </a:extLst>
          </p:cNvPr>
          <p:cNvSpPr>
            <a:spLocks noGrp="1"/>
          </p:cNvSpPr>
          <p:nvPr>
            <p:ph type="body" sz="quarter" idx="25" hasCustomPrompt="1"/>
          </p:nvPr>
        </p:nvSpPr>
        <p:spPr>
          <a:xfrm>
            <a:off x="1357097" y="4799108"/>
            <a:ext cx="2451349" cy="114111"/>
          </a:xfrm>
        </p:spPr>
        <p:txBody>
          <a:bodyPr/>
          <a:lstStyle>
            <a:lvl1pPr>
              <a:defRPr sz="637"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954B84EA-E538-447E-8F81-EF30BF3B1A2C}"/>
              </a:ext>
            </a:extLst>
          </p:cNvPr>
          <p:cNvSpPr>
            <a:spLocks noGrp="1"/>
          </p:cNvSpPr>
          <p:nvPr>
            <p:ph type="body" sz="quarter" idx="26" hasCustomPrompt="1"/>
          </p:nvPr>
        </p:nvSpPr>
        <p:spPr>
          <a:xfrm>
            <a:off x="849407" y="4799105"/>
            <a:ext cx="444919" cy="114198"/>
          </a:xfrm>
        </p:spPr>
        <p:txBody>
          <a:bodyPr/>
          <a:lstStyle>
            <a:lvl1pPr>
              <a:defRPr sz="637"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E198CF5A-65EC-46AE-8A00-CF878286FC08}"/>
              </a:ext>
            </a:extLst>
          </p:cNvPr>
          <p:cNvSpPr txBox="1">
            <a:spLocks/>
          </p:cNvSpPr>
          <p:nvPr/>
        </p:nvSpPr>
        <p:spPr>
          <a:xfrm>
            <a:off x="6735755"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637" b="1">
                <a:latin typeface="Arial" panose="020B0604020202020204" pitchFamily="34" charset="0"/>
                <a:cs typeface="Arial" panose="020B0604020202020204" pitchFamily="34" charset="0"/>
              </a:rPr>
              <a:t>GlobalFoundries</a:t>
            </a:r>
            <a:r>
              <a:rPr lang="en-US" sz="637">
                <a:latin typeface="Arial" panose="020B0604020202020204" pitchFamily="34" charset="0"/>
                <a:cs typeface="Arial" panose="020B0604020202020204" pitchFamily="34" charset="0"/>
              </a:rPr>
              <a:t> © 2021 All Rights Reserved       </a:t>
            </a:r>
            <a:fld id="{B6F15528-21DE-4FAA-801E-634DDDAF4B2B}" type="slidenum">
              <a:rPr lang="en-US" sz="637" b="1" smtClean="0">
                <a:latin typeface="Arial" panose="020B0604020202020204" pitchFamily="34" charset="0"/>
                <a:cs typeface="Arial" panose="020B0604020202020204" pitchFamily="34" charset="0"/>
              </a:rPr>
              <a:pPr algn="r"/>
              <a:t>‹#›</a:t>
            </a:fld>
            <a:endParaRPr lang="en-US" sz="637"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6563677"/>
      </p:ext>
    </p:extLst>
  </p:cSld>
  <p:clrMapOvr>
    <a:masterClrMapping/>
  </p:clrMapOvr>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hankYou">
    <p:spTree>
      <p:nvGrpSpPr>
        <p:cNvPr id="1" name=""/>
        <p:cNvGrpSpPr/>
        <p:nvPr/>
      </p:nvGrpSpPr>
      <p:grpSpPr>
        <a:xfrm>
          <a:off x="0" y="0"/>
          <a:ext cx="0" cy="0"/>
          <a:chOff x="0" y="0"/>
          <a:chExt cx="0" cy="0"/>
        </a:xfrm>
      </p:grpSpPr>
      <p:pic>
        <p:nvPicPr>
          <p:cNvPr id="46" name="object 3">
            <a:extLst>
              <a:ext uri="{FF2B5EF4-FFF2-40B4-BE49-F238E27FC236}">
                <a16:creationId xmlns:a16="http://schemas.microsoft.com/office/drawing/2014/main" id="{392A478E-35F2-4E19-881A-F739DA96B03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 y="3"/>
            <a:ext cx="6708711" cy="5143139"/>
          </a:xfrm>
          <a:prstGeom prst="rect">
            <a:avLst/>
          </a:prstGeom>
        </p:spPr>
      </p:pic>
      <p:sp>
        <p:nvSpPr>
          <p:cNvPr id="45" name="overlay">
            <a:extLst>
              <a:ext uri="{FF2B5EF4-FFF2-40B4-BE49-F238E27FC236}">
                <a16:creationId xmlns:a16="http://schemas.microsoft.com/office/drawing/2014/main" id="{E50D90A6-9B7C-44C5-9FA0-FE3F92386E57}"/>
              </a:ext>
            </a:extLst>
          </p:cNvPr>
          <p:cNvSpPr/>
          <p:nvPr/>
        </p:nvSpPr>
        <p:spPr>
          <a:xfrm>
            <a:off x="1" y="246"/>
            <a:ext cx="6708971" cy="5142922"/>
          </a:xfrm>
          <a:custGeom>
            <a:avLst/>
            <a:gdLst/>
            <a:ahLst/>
            <a:cxnLst/>
            <a:rect l="l" t="t" r="r" b="b"/>
            <a:pathLst>
              <a:path w="14750415" h="11308080">
                <a:moveTo>
                  <a:pt x="14749844" y="0"/>
                </a:moveTo>
                <a:lnTo>
                  <a:pt x="9265755" y="0"/>
                </a:lnTo>
                <a:lnTo>
                  <a:pt x="9265755" y="2420620"/>
                </a:lnTo>
                <a:lnTo>
                  <a:pt x="9265755" y="8887460"/>
                </a:lnTo>
                <a:lnTo>
                  <a:pt x="2798330" y="8887460"/>
                </a:lnTo>
                <a:lnTo>
                  <a:pt x="2798330" y="2420620"/>
                </a:lnTo>
                <a:lnTo>
                  <a:pt x="9265755" y="2420620"/>
                </a:lnTo>
                <a:lnTo>
                  <a:pt x="9265755" y="0"/>
                </a:lnTo>
                <a:lnTo>
                  <a:pt x="0" y="0"/>
                </a:lnTo>
                <a:lnTo>
                  <a:pt x="0" y="2420620"/>
                </a:lnTo>
                <a:lnTo>
                  <a:pt x="0" y="8887460"/>
                </a:lnTo>
                <a:lnTo>
                  <a:pt x="0" y="11308067"/>
                </a:lnTo>
                <a:lnTo>
                  <a:pt x="14749844" y="11308067"/>
                </a:lnTo>
                <a:lnTo>
                  <a:pt x="14749844" y="8887460"/>
                </a:lnTo>
                <a:lnTo>
                  <a:pt x="14749844" y="2420620"/>
                </a:lnTo>
                <a:lnTo>
                  <a:pt x="14749844" y="2420035"/>
                </a:lnTo>
                <a:lnTo>
                  <a:pt x="14749844" y="0"/>
                </a:lnTo>
                <a:close/>
              </a:path>
            </a:pathLst>
          </a:custGeom>
          <a:solidFill>
            <a:srgbClr val="1C1B1A">
              <a:alpha val="34999"/>
            </a:srgbClr>
          </a:solidFill>
        </p:spPr>
        <p:txBody>
          <a:bodyPr wrap="square" lIns="0" tIns="0" rIns="0" bIns="0" rtlCol="0"/>
          <a:lstStyle/>
          <a:p>
            <a:endParaRPr sz="637"/>
          </a:p>
        </p:txBody>
      </p:sp>
      <p:pic>
        <p:nvPicPr>
          <p:cNvPr id="4" name="Picture 3" descr="A picture containing text, outdoor, stone&#10;&#10;Description automatically generated">
            <a:extLst>
              <a:ext uri="{FF2B5EF4-FFF2-40B4-BE49-F238E27FC236}">
                <a16:creationId xmlns:a16="http://schemas.microsoft.com/office/drawing/2014/main" id="{211DAC29-5C3C-4617-8BFE-DBC7E5D57B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60"/>
          <a:stretch/>
        </p:blipFill>
        <p:spPr>
          <a:xfrm>
            <a:off x="4919741" y="1085492"/>
            <a:ext cx="1788971" cy="2938449"/>
          </a:xfrm>
          <a:prstGeom prst="rect">
            <a:avLst/>
          </a:prstGeom>
        </p:spPr>
      </p:pic>
      <p:grpSp>
        <p:nvGrpSpPr>
          <p:cNvPr id="26" name="Group 25">
            <a:extLst>
              <a:ext uri="{FF2B5EF4-FFF2-40B4-BE49-F238E27FC236}">
                <a16:creationId xmlns:a16="http://schemas.microsoft.com/office/drawing/2014/main" id="{AB861A49-D04B-4DF1-9828-5BD2FE6592F1}"/>
              </a:ext>
            </a:extLst>
          </p:cNvPr>
          <p:cNvGrpSpPr/>
          <p:nvPr/>
        </p:nvGrpSpPr>
        <p:grpSpPr>
          <a:xfrm>
            <a:off x="7189923" y="1863978"/>
            <a:ext cx="1140208" cy="285910"/>
            <a:chOff x="15267933" y="4098447"/>
            <a:chExt cx="2506875" cy="628650"/>
          </a:xfrm>
        </p:grpSpPr>
        <p:grpSp>
          <p:nvGrpSpPr>
            <p:cNvPr id="30" name="object 27">
              <a:extLst>
                <a:ext uri="{FF2B5EF4-FFF2-40B4-BE49-F238E27FC236}">
                  <a16:creationId xmlns:a16="http://schemas.microsoft.com/office/drawing/2014/main" id="{7D9D9D90-C7F5-9540-9831-8B8868716C82}"/>
                </a:ext>
              </a:extLst>
            </p:cNvPr>
            <p:cNvGrpSpPr/>
            <p:nvPr userDrawn="1"/>
          </p:nvGrpSpPr>
          <p:grpSpPr>
            <a:xfrm>
              <a:off x="15267933" y="4098447"/>
              <a:ext cx="628650" cy="628650"/>
              <a:chOff x="15267933" y="6145605"/>
              <a:chExt cx="628650" cy="628650"/>
            </a:xfrm>
          </p:grpSpPr>
          <p:sp>
            <p:nvSpPr>
              <p:cNvPr id="31" name="object 28">
                <a:extLst>
                  <a:ext uri="{FF2B5EF4-FFF2-40B4-BE49-F238E27FC236}">
                    <a16:creationId xmlns:a16="http://schemas.microsoft.com/office/drawing/2014/main" id="{852AB99D-BC9C-EE4E-8D5D-06C38E0ADE47}"/>
                  </a:ext>
                </a:extLst>
              </p:cNvPr>
              <p:cNvSpPr/>
              <p:nvPr/>
            </p:nvSpPr>
            <p:spPr>
              <a:xfrm>
                <a:off x="15267933"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2" name="object 29">
                <a:extLst>
                  <a:ext uri="{FF2B5EF4-FFF2-40B4-BE49-F238E27FC236}">
                    <a16:creationId xmlns:a16="http://schemas.microsoft.com/office/drawing/2014/main" id="{7D66DFA3-7C56-A649-93A9-B92319F157C4}"/>
                  </a:ext>
                </a:extLst>
              </p:cNvPr>
              <p:cNvSpPr/>
              <p:nvPr/>
            </p:nvSpPr>
            <p:spPr>
              <a:xfrm>
                <a:off x="15414699" y="6323715"/>
                <a:ext cx="348615" cy="283845"/>
              </a:xfrm>
              <a:custGeom>
                <a:avLst/>
                <a:gdLst/>
                <a:ahLst/>
                <a:cxnLst/>
                <a:rect l="l" t="t" r="r" b="b"/>
                <a:pathLst>
                  <a:path w="348615" h="283845">
                    <a:moveTo>
                      <a:pt x="241343" y="0"/>
                    </a:moveTo>
                    <a:lnTo>
                      <a:pt x="209520" y="7429"/>
                    </a:lnTo>
                    <a:lnTo>
                      <a:pt x="185292" y="27130"/>
                    </a:lnTo>
                    <a:lnTo>
                      <a:pt x="171675" y="55217"/>
                    </a:lnTo>
                    <a:lnTo>
                      <a:pt x="171680" y="87808"/>
                    </a:lnTo>
                    <a:lnTo>
                      <a:pt x="128529" y="80964"/>
                    </a:lnTo>
                    <a:lnTo>
                      <a:pt x="88909" y="65562"/>
                    </a:lnTo>
                    <a:lnTo>
                      <a:pt x="53822" y="42602"/>
                    </a:lnTo>
                    <a:lnTo>
                      <a:pt x="24271" y="13088"/>
                    </a:lnTo>
                    <a:lnTo>
                      <a:pt x="15343" y="38577"/>
                    </a:lnTo>
                    <a:lnTo>
                      <a:pt x="16365" y="64907"/>
                    </a:lnTo>
                    <a:lnTo>
                      <a:pt x="26874" y="89201"/>
                    </a:lnTo>
                    <a:lnTo>
                      <a:pt x="46406" y="108583"/>
                    </a:lnTo>
                    <a:lnTo>
                      <a:pt x="37750" y="107777"/>
                    </a:lnTo>
                    <a:lnTo>
                      <a:pt x="29417" y="105970"/>
                    </a:lnTo>
                    <a:lnTo>
                      <a:pt x="21478" y="103229"/>
                    </a:lnTo>
                    <a:lnTo>
                      <a:pt x="13999" y="99620"/>
                    </a:lnTo>
                    <a:lnTo>
                      <a:pt x="17798" y="123728"/>
                    </a:lnTo>
                    <a:lnTo>
                      <a:pt x="29489" y="144974"/>
                    </a:lnTo>
                    <a:lnTo>
                      <a:pt x="47776" y="161304"/>
                    </a:lnTo>
                    <a:lnTo>
                      <a:pt x="71359" y="170664"/>
                    </a:lnTo>
                    <a:lnTo>
                      <a:pt x="63644" y="172309"/>
                    </a:lnTo>
                    <a:lnTo>
                      <a:pt x="55642" y="173102"/>
                    </a:lnTo>
                    <a:lnTo>
                      <a:pt x="47428" y="172979"/>
                    </a:lnTo>
                    <a:lnTo>
                      <a:pt x="39077" y="171879"/>
                    </a:lnTo>
                    <a:lnTo>
                      <a:pt x="48946" y="191551"/>
                    </a:lnTo>
                    <a:lnTo>
                      <a:pt x="64145" y="207157"/>
                    </a:lnTo>
                    <a:lnTo>
                      <a:pt x="83509" y="217542"/>
                    </a:lnTo>
                    <a:lnTo>
                      <a:pt x="105871" y="221553"/>
                    </a:lnTo>
                    <a:lnTo>
                      <a:pt x="81981" y="236754"/>
                    </a:lnTo>
                    <a:lnTo>
                      <a:pt x="55888" y="246878"/>
                    </a:lnTo>
                    <a:lnTo>
                      <a:pt x="28319" y="251743"/>
                    </a:lnTo>
                    <a:lnTo>
                      <a:pt x="0" y="251165"/>
                    </a:lnTo>
                    <a:lnTo>
                      <a:pt x="24798" y="264747"/>
                    </a:lnTo>
                    <a:lnTo>
                      <a:pt x="51532" y="274842"/>
                    </a:lnTo>
                    <a:lnTo>
                      <a:pt x="79907" y="281132"/>
                    </a:lnTo>
                    <a:lnTo>
                      <a:pt x="109630" y="283300"/>
                    </a:lnTo>
                    <a:lnTo>
                      <a:pt x="162936" y="276794"/>
                    </a:lnTo>
                    <a:lnTo>
                      <a:pt x="208787" y="258719"/>
                    </a:lnTo>
                    <a:lnTo>
                      <a:pt x="246804" y="231239"/>
                    </a:lnTo>
                    <a:lnTo>
                      <a:pt x="276606" y="196519"/>
                    </a:lnTo>
                    <a:lnTo>
                      <a:pt x="297811" y="156721"/>
                    </a:lnTo>
                    <a:lnTo>
                      <a:pt x="310040" y="114011"/>
                    </a:lnTo>
                    <a:lnTo>
                      <a:pt x="312911" y="70552"/>
                    </a:lnTo>
                    <a:lnTo>
                      <a:pt x="323031" y="62536"/>
                    </a:lnTo>
                    <a:lnTo>
                      <a:pt x="332395" y="53646"/>
                    </a:lnTo>
                    <a:lnTo>
                      <a:pt x="340938" y="43952"/>
                    </a:lnTo>
                    <a:lnTo>
                      <a:pt x="348596" y="33527"/>
                    </a:lnTo>
                    <a:lnTo>
                      <a:pt x="338796" y="37443"/>
                    </a:lnTo>
                    <a:lnTo>
                      <a:pt x="328666" y="40644"/>
                    </a:lnTo>
                    <a:lnTo>
                      <a:pt x="318232" y="43100"/>
                    </a:lnTo>
                    <a:lnTo>
                      <a:pt x="307519" y="44783"/>
                    </a:lnTo>
                    <a:lnTo>
                      <a:pt x="317910" y="37223"/>
                    </a:lnTo>
                    <a:lnTo>
                      <a:pt x="326775" y="27953"/>
                    </a:lnTo>
                    <a:lnTo>
                      <a:pt x="333873" y="17209"/>
                    </a:lnTo>
                    <a:lnTo>
                      <a:pt x="338963" y="5224"/>
                    </a:lnTo>
                    <a:lnTo>
                      <a:pt x="328326" y="10939"/>
                    </a:lnTo>
                    <a:lnTo>
                      <a:pt x="317180" y="15770"/>
                    </a:lnTo>
                    <a:lnTo>
                      <a:pt x="305572" y="19668"/>
                    </a:lnTo>
                    <a:lnTo>
                      <a:pt x="293551" y="22585"/>
                    </a:lnTo>
                    <a:lnTo>
                      <a:pt x="282783" y="13190"/>
                    </a:lnTo>
                    <a:lnTo>
                      <a:pt x="270270" y="6078"/>
                    </a:lnTo>
                    <a:lnTo>
                      <a:pt x="256346" y="1573"/>
                    </a:lnTo>
                    <a:lnTo>
                      <a:pt x="241343" y="0"/>
                    </a:lnTo>
                    <a:close/>
                  </a:path>
                </a:pathLst>
              </a:custGeom>
              <a:solidFill>
                <a:srgbClr val="FFFFFF"/>
              </a:solidFill>
            </p:spPr>
            <p:txBody>
              <a:bodyPr wrap="square" lIns="0" tIns="0" rIns="0" bIns="0" rtlCol="0"/>
              <a:lstStyle/>
              <a:p>
                <a:endParaRPr sz="637"/>
              </a:p>
            </p:txBody>
          </p:sp>
        </p:grpSp>
        <p:grpSp>
          <p:nvGrpSpPr>
            <p:cNvPr id="33" name="object 30">
              <a:extLst>
                <a:ext uri="{FF2B5EF4-FFF2-40B4-BE49-F238E27FC236}">
                  <a16:creationId xmlns:a16="http://schemas.microsoft.com/office/drawing/2014/main" id="{640E5E7A-3196-904F-BF04-1C546B2DB9E2}"/>
                </a:ext>
              </a:extLst>
            </p:cNvPr>
            <p:cNvGrpSpPr/>
            <p:nvPr userDrawn="1"/>
          </p:nvGrpSpPr>
          <p:grpSpPr>
            <a:xfrm>
              <a:off x="16210312" y="4098447"/>
              <a:ext cx="628650" cy="628650"/>
              <a:chOff x="16210312" y="6145605"/>
              <a:chExt cx="628650" cy="628650"/>
            </a:xfrm>
          </p:grpSpPr>
          <p:sp>
            <p:nvSpPr>
              <p:cNvPr id="34" name="object 31">
                <a:extLst>
                  <a:ext uri="{FF2B5EF4-FFF2-40B4-BE49-F238E27FC236}">
                    <a16:creationId xmlns:a16="http://schemas.microsoft.com/office/drawing/2014/main" id="{EDFB2FCC-166B-6748-86AB-0E8DCDD5D873}"/>
                  </a:ext>
                </a:extLst>
              </p:cNvPr>
              <p:cNvSpPr/>
              <p:nvPr/>
            </p:nvSpPr>
            <p:spPr>
              <a:xfrm>
                <a:off x="16210312" y="6145605"/>
                <a:ext cx="628650" cy="628650"/>
              </a:xfrm>
              <a:custGeom>
                <a:avLst/>
                <a:gdLst/>
                <a:ahLst/>
                <a:cxnLst/>
                <a:rect l="l" t="t" r="r" b="b"/>
                <a:pathLst>
                  <a:path w="628650" h="628650">
                    <a:moveTo>
                      <a:pt x="314126" y="0"/>
                    </a:moveTo>
                    <a:lnTo>
                      <a:pt x="267708" y="3405"/>
                    </a:lnTo>
                    <a:lnTo>
                      <a:pt x="223404" y="13299"/>
                    </a:lnTo>
                    <a:lnTo>
                      <a:pt x="181701" y="29194"/>
                    </a:lnTo>
                    <a:lnTo>
                      <a:pt x="143083" y="50606"/>
                    </a:lnTo>
                    <a:lnTo>
                      <a:pt x="108038" y="77048"/>
                    </a:lnTo>
                    <a:lnTo>
                      <a:pt x="77051" y="108034"/>
                    </a:lnTo>
                    <a:lnTo>
                      <a:pt x="50609" y="143079"/>
                    </a:lnTo>
                    <a:lnTo>
                      <a:pt x="29196" y="181696"/>
                    </a:lnTo>
                    <a:lnTo>
                      <a:pt x="13300" y="223400"/>
                    </a:lnTo>
                    <a:lnTo>
                      <a:pt x="3406" y="267706"/>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6"/>
                    </a:lnTo>
                    <a:lnTo>
                      <a:pt x="614952" y="223400"/>
                    </a:lnTo>
                    <a:lnTo>
                      <a:pt x="599056" y="181696"/>
                    </a:lnTo>
                    <a:lnTo>
                      <a:pt x="577643" y="143079"/>
                    </a:lnTo>
                    <a:lnTo>
                      <a:pt x="551201" y="108034"/>
                    </a:lnTo>
                    <a:lnTo>
                      <a:pt x="520214" y="77048"/>
                    </a:lnTo>
                    <a:lnTo>
                      <a:pt x="485169" y="50606"/>
                    </a:lnTo>
                    <a:lnTo>
                      <a:pt x="446551" y="29194"/>
                    </a:lnTo>
                    <a:lnTo>
                      <a:pt x="404848" y="13299"/>
                    </a:lnTo>
                    <a:lnTo>
                      <a:pt x="360544" y="3405"/>
                    </a:lnTo>
                    <a:lnTo>
                      <a:pt x="314126" y="0"/>
                    </a:lnTo>
                    <a:close/>
                  </a:path>
                </a:pathLst>
              </a:custGeom>
              <a:solidFill>
                <a:srgbClr val="FF6012"/>
              </a:solidFill>
            </p:spPr>
            <p:txBody>
              <a:bodyPr wrap="square" lIns="0" tIns="0" rIns="0" bIns="0" rtlCol="0"/>
              <a:lstStyle/>
              <a:p>
                <a:endParaRPr sz="637"/>
              </a:p>
            </p:txBody>
          </p:sp>
          <p:sp>
            <p:nvSpPr>
              <p:cNvPr id="35" name="object 32">
                <a:extLst>
                  <a:ext uri="{FF2B5EF4-FFF2-40B4-BE49-F238E27FC236}">
                    <a16:creationId xmlns:a16="http://schemas.microsoft.com/office/drawing/2014/main" id="{7FDAD6BE-D844-FC4E-A12D-39158B0503F0}"/>
                  </a:ext>
                </a:extLst>
              </p:cNvPr>
              <p:cNvSpPr/>
              <p:nvPr/>
            </p:nvSpPr>
            <p:spPr>
              <a:xfrm>
                <a:off x="16427462" y="6266364"/>
                <a:ext cx="179070" cy="387350"/>
              </a:xfrm>
              <a:custGeom>
                <a:avLst/>
                <a:gdLst/>
                <a:ahLst/>
                <a:cxnLst/>
                <a:rect l="l" t="t" r="r" b="b"/>
                <a:pathLst>
                  <a:path w="179069" h="387350">
                    <a:moveTo>
                      <a:pt x="178507" y="0"/>
                    </a:moveTo>
                    <a:lnTo>
                      <a:pt x="124582" y="0"/>
                    </a:lnTo>
                    <a:lnTo>
                      <a:pt x="87000" y="4751"/>
                    </a:lnTo>
                    <a:lnTo>
                      <a:pt x="60817" y="18869"/>
                    </a:lnTo>
                    <a:lnTo>
                      <a:pt x="45499" y="42146"/>
                    </a:lnTo>
                    <a:lnTo>
                      <a:pt x="40511" y="74374"/>
                    </a:lnTo>
                    <a:lnTo>
                      <a:pt x="40511" y="126435"/>
                    </a:lnTo>
                    <a:lnTo>
                      <a:pt x="0" y="126435"/>
                    </a:lnTo>
                    <a:lnTo>
                      <a:pt x="0" y="192538"/>
                    </a:lnTo>
                    <a:lnTo>
                      <a:pt x="40511" y="192538"/>
                    </a:lnTo>
                    <a:lnTo>
                      <a:pt x="40511" y="386731"/>
                    </a:lnTo>
                    <a:lnTo>
                      <a:pt x="118383" y="386731"/>
                    </a:lnTo>
                    <a:lnTo>
                      <a:pt x="118383" y="191732"/>
                    </a:lnTo>
                    <a:lnTo>
                      <a:pt x="172706" y="191732"/>
                    </a:lnTo>
                    <a:lnTo>
                      <a:pt x="178507" y="126435"/>
                    </a:lnTo>
                    <a:lnTo>
                      <a:pt x="118383" y="126435"/>
                    </a:lnTo>
                    <a:lnTo>
                      <a:pt x="118383" y="89243"/>
                    </a:lnTo>
                    <a:lnTo>
                      <a:pt x="119098" y="79394"/>
                    </a:lnTo>
                    <a:lnTo>
                      <a:pt x="121788" y="72733"/>
                    </a:lnTo>
                    <a:lnTo>
                      <a:pt x="127267" y="68958"/>
                    </a:lnTo>
                    <a:lnTo>
                      <a:pt x="136351" y="67767"/>
                    </a:lnTo>
                    <a:lnTo>
                      <a:pt x="178507" y="67767"/>
                    </a:lnTo>
                    <a:lnTo>
                      <a:pt x="178507" y="0"/>
                    </a:lnTo>
                    <a:close/>
                  </a:path>
                </a:pathLst>
              </a:custGeom>
              <a:solidFill>
                <a:srgbClr val="FFFFFF"/>
              </a:solidFill>
            </p:spPr>
            <p:txBody>
              <a:bodyPr wrap="square" lIns="0" tIns="0" rIns="0" bIns="0" rtlCol="0"/>
              <a:lstStyle/>
              <a:p>
                <a:endParaRPr sz="637"/>
              </a:p>
            </p:txBody>
          </p:sp>
        </p:grpSp>
        <p:grpSp>
          <p:nvGrpSpPr>
            <p:cNvPr id="36" name="object 33">
              <a:extLst>
                <a:ext uri="{FF2B5EF4-FFF2-40B4-BE49-F238E27FC236}">
                  <a16:creationId xmlns:a16="http://schemas.microsoft.com/office/drawing/2014/main" id="{EE75871A-2762-2C45-A636-452FB6B641F7}"/>
                </a:ext>
              </a:extLst>
            </p:cNvPr>
            <p:cNvGrpSpPr/>
            <p:nvPr userDrawn="1"/>
          </p:nvGrpSpPr>
          <p:grpSpPr>
            <a:xfrm>
              <a:off x="17146158" y="4098447"/>
              <a:ext cx="628650" cy="628650"/>
              <a:chOff x="17146158" y="6145605"/>
              <a:chExt cx="628650" cy="628650"/>
            </a:xfrm>
          </p:grpSpPr>
          <p:sp>
            <p:nvSpPr>
              <p:cNvPr id="37" name="object 34">
                <a:extLst>
                  <a:ext uri="{FF2B5EF4-FFF2-40B4-BE49-F238E27FC236}">
                    <a16:creationId xmlns:a16="http://schemas.microsoft.com/office/drawing/2014/main" id="{5A1EF17E-6A9F-214C-872E-1E3C176ADFD3}"/>
                  </a:ext>
                </a:extLst>
              </p:cNvPr>
              <p:cNvSpPr/>
              <p:nvPr/>
            </p:nvSpPr>
            <p:spPr>
              <a:xfrm>
                <a:off x="17146158" y="6145605"/>
                <a:ext cx="628650" cy="628650"/>
              </a:xfrm>
              <a:custGeom>
                <a:avLst/>
                <a:gdLst/>
                <a:ahLst/>
                <a:cxnLst/>
                <a:rect l="l" t="t" r="r" b="b"/>
                <a:pathLst>
                  <a:path w="628650" h="628650">
                    <a:moveTo>
                      <a:pt x="314126" y="0"/>
                    </a:moveTo>
                    <a:lnTo>
                      <a:pt x="267708" y="3406"/>
                    </a:lnTo>
                    <a:lnTo>
                      <a:pt x="223404" y="13300"/>
                    </a:lnTo>
                    <a:lnTo>
                      <a:pt x="181701" y="29196"/>
                    </a:lnTo>
                    <a:lnTo>
                      <a:pt x="143083" y="50609"/>
                    </a:lnTo>
                    <a:lnTo>
                      <a:pt x="108038" y="77051"/>
                    </a:lnTo>
                    <a:lnTo>
                      <a:pt x="77051" y="108038"/>
                    </a:lnTo>
                    <a:lnTo>
                      <a:pt x="50609" y="143083"/>
                    </a:lnTo>
                    <a:lnTo>
                      <a:pt x="29196" y="181701"/>
                    </a:lnTo>
                    <a:lnTo>
                      <a:pt x="13300" y="223404"/>
                    </a:lnTo>
                    <a:lnTo>
                      <a:pt x="3406" y="267708"/>
                    </a:lnTo>
                    <a:lnTo>
                      <a:pt x="0" y="314126"/>
                    </a:lnTo>
                    <a:lnTo>
                      <a:pt x="3406" y="360544"/>
                    </a:lnTo>
                    <a:lnTo>
                      <a:pt x="13300" y="404848"/>
                    </a:lnTo>
                    <a:lnTo>
                      <a:pt x="29196" y="446551"/>
                    </a:lnTo>
                    <a:lnTo>
                      <a:pt x="50609" y="485169"/>
                    </a:lnTo>
                    <a:lnTo>
                      <a:pt x="77051" y="520214"/>
                    </a:lnTo>
                    <a:lnTo>
                      <a:pt x="108038" y="551201"/>
                    </a:lnTo>
                    <a:lnTo>
                      <a:pt x="143083" y="577643"/>
                    </a:lnTo>
                    <a:lnTo>
                      <a:pt x="181701" y="599056"/>
                    </a:lnTo>
                    <a:lnTo>
                      <a:pt x="223404" y="614952"/>
                    </a:lnTo>
                    <a:lnTo>
                      <a:pt x="267708" y="624847"/>
                    </a:lnTo>
                    <a:lnTo>
                      <a:pt x="314126" y="628253"/>
                    </a:lnTo>
                    <a:lnTo>
                      <a:pt x="360544" y="624847"/>
                    </a:lnTo>
                    <a:lnTo>
                      <a:pt x="404848" y="614952"/>
                    </a:lnTo>
                    <a:lnTo>
                      <a:pt x="446551" y="599056"/>
                    </a:lnTo>
                    <a:lnTo>
                      <a:pt x="485169" y="577643"/>
                    </a:lnTo>
                    <a:lnTo>
                      <a:pt x="520214" y="551201"/>
                    </a:lnTo>
                    <a:lnTo>
                      <a:pt x="551201" y="520214"/>
                    </a:lnTo>
                    <a:lnTo>
                      <a:pt x="577643" y="485169"/>
                    </a:lnTo>
                    <a:lnTo>
                      <a:pt x="599056" y="446551"/>
                    </a:lnTo>
                    <a:lnTo>
                      <a:pt x="614952" y="404848"/>
                    </a:lnTo>
                    <a:lnTo>
                      <a:pt x="624847" y="360544"/>
                    </a:lnTo>
                    <a:lnTo>
                      <a:pt x="628253" y="314126"/>
                    </a:lnTo>
                    <a:lnTo>
                      <a:pt x="624847" y="267708"/>
                    </a:lnTo>
                    <a:lnTo>
                      <a:pt x="614952" y="223404"/>
                    </a:lnTo>
                    <a:lnTo>
                      <a:pt x="599056" y="181701"/>
                    </a:lnTo>
                    <a:lnTo>
                      <a:pt x="577643" y="143083"/>
                    </a:lnTo>
                    <a:lnTo>
                      <a:pt x="551201" y="108038"/>
                    </a:lnTo>
                    <a:lnTo>
                      <a:pt x="520214" y="77051"/>
                    </a:lnTo>
                    <a:lnTo>
                      <a:pt x="485169" y="50609"/>
                    </a:lnTo>
                    <a:lnTo>
                      <a:pt x="446551" y="29196"/>
                    </a:lnTo>
                    <a:lnTo>
                      <a:pt x="404848" y="13300"/>
                    </a:lnTo>
                    <a:lnTo>
                      <a:pt x="360544" y="3406"/>
                    </a:lnTo>
                    <a:lnTo>
                      <a:pt x="314126" y="0"/>
                    </a:lnTo>
                    <a:close/>
                  </a:path>
                </a:pathLst>
              </a:custGeom>
              <a:solidFill>
                <a:srgbClr val="FF6012"/>
              </a:solidFill>
            </p:spPr>
            <p:txBody>
              <a:bodyPr wrap="square" lIns="0" tIns="0" rIns="0" bIns="0" rtlCol="0"/>
              <a:lstStyle/>
              <a:p>
                <a:endParaRPr sz="637"/>
              </a:p>
            </p:txBody>
          </p:sp>
          <p:sp>
            <p:nvSpPr>
              <p:cNvPr id="38" name="object 35">
                <a:extLst>
                  <a:ext uri="{FF2B5EF4-FFF2-40B4-BE49-F238E27FC236}">
                    <a16:creationId xmlns:a16="http://schemas.microsoft.com/office/drawing/2014/main" id="{FFD024CC-7C64-314D-9D18-A7F7C70EC310}"/>
                  </a:ext>
                </a:extLst>
              </p:cNvPr>
              <p:cNvSpPr/>
              <p:nvPr/>
            </p:nvSpPr>
            <p:spPr>
              <a:xfrm>
                <a:off x="17283090" y="6282493"/>
                <a:ext cx="354965" cy="354965"/>
              </a:xfrm>
              <a:custGeom>
                <a:avLst/>
                <a:gdLst/>
                <a:ahLst/>
                <a:cxnLst/>
                <a:rect l="l" t="t" r="r" b="b"/>
                <a:pathLst>
                  <a:path w="354965" h="354965">
                    <a:moveTo>
                      <a:pt x="177194" y="0"/>
                    </a:moveTo>
                    <a:lnTo>
                      <a:pt x="129693" y="212"/>
                    </a:lnTo>
                    <a:lnTo>
                      <a:pt x="91025" y="2102"/>
                    </a:lnTo>
                    <a:lnTo>
                      <a:pt x="52657" y="13023"/>
                    </a:lnTo>
                    <a:lnTo>
                      <a:pt x="22968" y="37200"/>
                    </a:lnTo>
                    <a:lnTo>
                      <a:pt x="3818" y="79805"/>
                    </a:lnTo>
                    <a:lnTo>
                      <a:pt x="165" y="129743"/>
                    </a:lnTo>
                    <a:lnTo>
                      <a:pt x="0" y="148174"/>
                    </a:lnTo>
                    <a:lnTo>
                      <a:pt x="0" y="206307"/>
                    </a:lnTo>
                    <a:lnTo>
                      <a:pt x="1021" y="250316"/>
                    </a:lnTo>
                    <a:lnTo>
                      <a:pt x="9262" y="293341"/>
                    </a:lnTo>
                    <a:lnTo>
                      <a:pt x="37124" y="331448"/>
                    </a:lnTo>
                    <a:lnTo>
                      <a:pt x="79762" y="350617"/>
                    </a:lnTo>
                    <a:lnTo>
                      <a:pt x="129693" y="354273"/>
                    </a:lnTo>
                    <a:lnTo>
                      <a:pt x="177194" y="354481"/>
                    </a:lnTo>
                    <a:lnTo>
                      <a:pt x="224699" y="354273"/>
                    </a:lnTo>
                    <a:lnTo>
                      <a:pt x="263367" y="352380"/>
                    </a:lnTo>
                    <a:lnTo>
                      <a:pt x="301733" y="341460"/>
                    </a:lnTo>
                    <a:lnTo>
                      <a:pt x="326666" y="322545"/>
                    </a:lnTo>
                    <a:lnTo>
                      <a:pt x="177194" y="322545"/>
                    </a:lnTo>
                    <a:lnTo>
                      <a:pt x="130640" y="322350"/>
                    </a:lnTo>
                    <a:lnTo>
                      <a:pt x="84981" y="319079"/>
                    </a:lnTo>
                    <a:lnTo>
                      <a:pt x="46088" y="295949"/>
                    </a:lnTo>
                    <a:lnTo>
                      <a:pt x="32926" y="248861"/>
                    </a:lnTo>
                    <a:lnTo>
                      <a:pt x="31937" y="206307"/>
                    </a:lnTo>
                    <a:lnTo>
                      <a:pt x="31937" y="148174"/>
                    </a:lnTo>
                    <a:lnTo>
                      <a:pt x="32090" y="130691"/>
                    </a:lnTo>
                    <a:lnTo>
                      <a:pt x="35362" y="85024"/>
                    </a:lnTo>
                    <a:lnTo>
                      <a:pt x="58486" y="46124"/>
                    </a:lnTo>
                    <a:lnTo>
                      <a:pt x="105573" y="32962"/>
                    </a:lnTo>
                    <a:lnTo>
                      <a:pt x="326666" y="31936"/>
                    </a:lnTo>
                    <a:lnTo>
                      <a:pt x="324687" y="29747"/>
                    </a:lnTo>
                    <a:lnTo>
                      <a:pt x="284468" y="6295"/>
                    </a:lnTo>
                    <a:lnTo>
                      <a:pt x="237649" y="538"/>
                    </a:lnTo>
                    <a:lnTo>
                      <a:pt x="224699" y="212"/>
                    </a:lnTo>
                    <a:lnTo>
                      <a:pt x="177194" y="0"/>
                    </a:lnTo>
                    <a:close/>
                  </a:path>
                  <a:path w="354965" h="354965">
                    <a:moveTo>
                      <a:pt x="326666" y="31936"/>
                    </a:moveTo>
                    <a:lnTo>
                      <a:pt x="177194" y="31936"/>
                    </a:lnTo>
                    <a:lnTo>
                      <a:pt x="223748" y="32127"/>
                    </a:lnTo>
                    <a:lnTo>
                      <a:pt x="236399" y="32439"/>
                    </a:lnTo>
                    <a:lnTo>
                      <a:pt x="276380" y="37200"/>
                    </a:lnTo>
                    <a:lnTo>
                      <a:pt x="308310" y="58532"/>
                    </a:lnTo>
                    <a:lnTo>
                      <a:pt x="321462" y="105619"/>
                    </a:lnTo>
                    <a:lnTo>
                      <a:pt x="322453" y="148174"/>
                    </a:lnTo>
                    <a:lnTo>
                      <a:pt x="322453" y="206307"/>
                    </a:lnTo>
                    <a:lnTo>
                      <a:pt x="321462" y="248861"/>
                    </a:lnTo>
                    <a:lnTo>
                      <a:pt x="312153" y="290043"/>
                    </a:lnTo>
                    <a:lnTo>
                      <a:pt x="281725" y="315414"/>
                    </a:lnTo>
                    <a:lnTo>
                      <a:pt x="236401" y="322037"/>
                    </a:lnTo>
                    <a:lnTo>
                      <a:pt x="177194" y="322545"/>
                    </a:lnTo>
                    <a:lnTo>
                      <a:pt x="326666" y="322545"/>
                    </a:lnTo>
                    <a:lnTo>
                      <a:pt x="348148" y="284515"/>
                    </a:lnTo>
                    <a:lnTo>
                      <a:pt x="353896" y="237694"/>
                    </a:lnTo>
                    <a:lnTo>
                      <a:pt x="354389" y="206307"/>
                    </a:lnTo>
                    <a:lnTo>
                      <a:pt x="354389" y="148174"/>
                    </a:lnTo>
                    <a:lnTo>
                      <a:pt x="353367" y="104164"/>
                    </a:lnTo>
                    <a:lnTo>
                      <a:pt x="345137" y="61139"/>
                    </a:lnTo>
                    <a:lnTo>
                      <a:pt x="331401" y="37172"/>
                    </a:lnTo>
                    <a:lnTo>
                      <a:pt x="326666" y="31936"/>
                    </a:lnTo>
                    <a:close/>
                  </a:path>
                </a:pathLst>
              </a:custGeom>
              <a:solidFill>
                <a:srgbClr val="FFFFFF"/>
              </a:solidFill>
            </p:spPr>
            <p:txBody>
              <a:bodyPr wrap="square" lIns="0" tIns="0" rIns="0" bIns="0" rtlCol="0"/>
              <a:lstStyle/>
              <a:p>
                <a:endParaRPr sz="637"/>
              </a:p>
            </p:txBody>
          </p:sp>
          <p:pic>
            <p:nvPicPr>
              <p:cNvPr id="39" name="object 36">
                <a:extLst>
                  <a:ext uri="{FF2B5EF4-FFF2-40B4-BE49-F238E27FC236}">
                    <a16:creationId xmlns:a16="http://schemas.microsoft.com/office/drawing/2014/main" id="{CD5E6E16-C166-6448-9F90-7887551816D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369271" y="6343848"/>
                <a:ext cx="206898" cy="206901"/>
              </a:xfrm>
              <a:prstGeom prst="rect">
                <a:avLst/>
              </a:prstGeom>
            </p:spPr>
          </p:pic>
        </p:grpSp>
      </p:grpSp>
      <p:sp>
        <p:nvSpPr>
          <p:cNvPr id="40" name="TextBox 39">
            <a:extLst>
              <a:ext uri="{FF2B5EF4-FFF2-40B4-BE49-F238E27FC236}">
                <a16:creationId xmlns:a16="http://schemas.microsoft.com/office/drawing/2014/main" id="{28204A2C-DDE7-0D47-A45D-744EB2CD5E9F}"/>
              </a:ext>
            </a:extLst>
          </p:cNvPr>
          <p:cNvSpPr txBox="1"/>
          <p:nvPr/>
        </p:nvSpPr>
        <p:spPr>
          <a:xfrm>
            <a:off x="6905360" y="2357658"/>
            <a:ext cx="1960339" cy="2556726"/>
          </a:xfrm>
          <a:prstGeom prst="rect">
            <a:avLst/>
          </a:prstGeom>
          <a:solidFill>
            <a:schemeClr val="bg1"/>
          </a:solidFill>
        </p:spPr>
        <p:txBody>
          <a:bodyPr wrap="square" rtlCol="0">
            <a:spAutoFit/>
          </a:bodyPr>
          <a:lstStyle/>
          <a:p>
            <a:pPr lvl="0"/>
            <a:r>
              <a:rPr lang="en-US" sz="728">
                <a:latin typeface="Arial" panose="020B0604020202020204" pitchFamily="34" charset="0"/>
                <a:cs typeface="Arial" panose="020B0604020202020204" pitchFamily="34" charset="0"/>
              </a:rPr>
              <a:t>The information contained herein is the property of GlobalFoundries and/or its licensors.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This document is for informational purposes only, is current only as of the date of publication and is subject to change by GlobalFoundries at any time without notice.</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GlobalFoundries, the GlobalFoundries logo and combinations thereof are trademarks of GlobalFoundries Inc. in the United States and/or other jurisdictions. Other product or service names are for identification only and may be trademarks or service marks of their respective owners.</a:t>
            </a:r>
          </a:p>
          <a:p>
            <a:pPr lvl="0"/>
            <a:endParaRPr lang="en-US" sz="728">
              <a:latin typeface="Arial" panose="020B0604020202020204" pitchFamily="34" charset="0"/>
              <a:cs typeface="Arial" panose="020B0604020202020204" pitchFamily="34" charset="0"/>
            </a:endParaRPr>
          </a:p>
          <a:p>
            <a:pPr lvl="0"/>
            <a:r>
              <a:rPr lang="en-US" sz="728">
                <a:latin typeface="Arial" panose="020B0604020202020204" pitchFamily="34" charset="0"/>
                <a:cs typeface="Arial" panose="020B0604020202020204" pitchFamily="34" charset="0"/>
              </a:rPr>
              <a:t>© GlobalFoundries Inc. 2021. Unless otherwise indicated, all rights reserved. Do not copy or redistribute except as expressly permitted by GlobalFoundries.</a:t>
            </a:r>
          </a:p>
          <a:p>
            <a:pPr algn="l"/>
            <a:endParaRPr lang="en-US" sz="728" kern="0"/>
          </a:p>
        </p:txBody>
      </p:sp>
      <p:pic>
        <p:nvPicPr>
          <p:cNvPr id="23" name="Picture 22" descr="Logo&#10;&#10;Description automatically generated">
            <a:extLst>
              <a:ext uri="{FF2B5EF4-FFF2-40B4-BE49-F238E27FC236}">
                <a16:creationId xmlns:a16="http://schemas.microsoft.com/office/drawing/2014/main" id="{DAB81BFC-67DE-4B3C-BF6E-B7C8A114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679" y="4352065"/>
            <a:ext cx="2656120" cy="518231"/>
          </a:xfrm>
          <a:prstGeom prst="rect">
            <a:avLst/>
          </a:prstGeom>
        </p:spPr>
      </p:pic>
      <p:sp>
        <p:nvSpPr>
          <p:cNvPr id="24" name="TextBox 23">
            <a:extLst>
              <a:ext uri="{FF2B5EF4-FFF2-40B4-BE49-F238E27FC236}">
                <a16:creationId xmlns:a16="http://schemas.microsoft.com/office/drawing/2014/main" id="{89483692-E4D5-49DC-A344-CA714F5F2731}"/>
              </a:ext>
            </a:extLst>
          </p:cNvPr>
          <p:cNvSpPr txBox="1"/>
          <p:nvPr/>
        </p:nvSpPr>
        <p:spPr>
          <a:xfrm>
            <a:off x="6905360" y="1337204"/>
            <a:ext cx="1860015" cy="428259"/>
          </a:xfrm>
          <a:prstGeom prst="rect">
            <a:avLst/>
          </a:prstGeom>
        </p:spPr>
        <p:txBody>
          <a:bodyPr wrap="square" rtlCol="0">
            <a:spAutoFit/>
          </a:bodyPr>
          <a:lstStyle/>
          <a:p>
            <a:pPr algn="l"/>
            <a:r>
              <a:rPr lang="en-US" sz="2183" kern="0">
                <a:solidFill>
                  <a:schemeClr val="bg2"/>
                </a:solidFill>
                <a:latin typeface="Arial Black" panose="020B0A04020102020204" pitchFamily="34" charset="0"/>
              </a:rPr>
              <a:t>Thank You</a:t>
            </a:r>
          </a:p>
        </p:txBody>
      </p:sp>
    </p:spTree>
    <p:extLst>
      <p:ext uri="{BB962C8B-B14F-4D97-AF65-F5344CB8AC3E}">
        <p14:creationId xmlns:p14="http://schemas.microsoft.com/office/powerpoint/2010/main" val="2712694298"/>
      </p:ext>
    </p:extLst>
  </p:cSld>
  <p:clrMapOvr>
    <a:masterClrMapping/>
  </p:clrMapOvr>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7900912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spTree>
      <p:nvGrpSpPr>
        <p:cNvPr id="1" name="Shape 366"/>
        <p:cNvGrpSpPr/>
        <p:nvPr/>
      </p:nvGrpSpPr>
      <p:grpSpPr>
        <a:xfrm>
          <a:off x="0" y="0"/>
          <a:ext cx="0" cy="0"/>
          <a:chOff x="0" y="0"/>
          <a:chExt cx="0" cy="0"/>
        </a:xfrm>
      </p:grpSpPr>
      <p:pic>
        <p:nvPicPr>
          <p:cNvPr id="367" name="Google Shape;367;p49"/>
          <p:cNvPicPr preferRelativeResize="0"/>
          <p:nvPr/>
        </p:nvPicPr>
        <p:blipFill rotWithShape="1">
          <a:blip r:embed="rId2">
            <a:alphaModFix/>
          </a:blip>
          <a:srcRect/>
          <a:stretch/>
        </p:blipFill>
        <p:spPr>
          <a:xfrm>
            <a:off x="188809" y="-2156"/>
            <a:ext cx="8965200" cy="2571900"/>
          </a:xfrm>
          <a:prstGeom prst="rect">
            <a:avLst/>
          </a:prstGeom>
          <a:noFill/>
          <a:ln>
            <a:noFill/>
          </a:ln>
        </p:spPr>
      </p:pic>
      <p:sp>
        <p:nvSpPr>
          <p:cNvPr id="368" name="Google Shape;368;p49"/>
          <p:cNvSpPr/>
          <p:nvPr/>
        </p:nvSpPr>
        <p:spPr>
          <a:xfrm>
            <a:off x="0" y="0"/>
            <a:ext cx="6705600" cy="25719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69" name="Google Shape;369;p49"/>
          <p:cNvPicPr preferRelativeResize="0"/>
          <p:nvPr/>
        </p:nvPicPr>
        <p:blipFill rotWithShape="1">
          <a:blip r:embed="rId3">
            <a:alphaModFix/>
          </a:blip>
          <a:srcRect/>
          <a:stretch/>
        </p:blipFill>
        <p:spPr>
          <a:xfrm>
            <a:off x="-1" y="2613956"/>
            <a:ext cx="1892400" cy="1897200"/>
          </a:xfrm>
          <a:prstGeom prst="rect">
            <a:avLst/>
          </a:prstGeom>
          <a:noFill/>
          <a:ln>
            <a:noFill/>
          </a:ln>
        </p:spPr>
      </p:pic>
      <p:sp>
        <p:nvSpPr>
          <p:cNvPr id="370" name="Google Shape;370;p49"/>
          <p:cNvSpPr/>
          <p:nvPr/>
        </p:nvSpPr>
        <p:spPr>
          <a:xfrm>
            <a:off x="0" y="2571750"/>
            <a:ext cx="9144000" cy="1371600"/>
          </a:xfrm>
          <a:prstGeom prst="rect">
            <a:avLst/>
          </a:prstGeom>
          <a:gradFill>
            <a:gsLst>
              <a:gs pos="0">
                <a:srgbClr val="FFFFFF">
                  <a:alpha val="53725"/>
                </a:srgbClr>
              </a:gs>
              <a:gs pos="100000">
                <a:schemeClr val="l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1" name="Google Shape;371;p49"/>
          <p:cNvSpPr/>
          <p:nvPr/>
        </p:nvSpPr>
        <p:spPr>
          <a:xfrm>
            <a:off x="0" y="2571750"/>
            <a:ext cx="137100" cy="1371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72" name="Google Shape;372;p49"/>
          <p:cNvSpPr txBox="1">
            <a:spLocks noGrp="1"/>
          </p:cNvSpPr>
          <p:nvPr>
            <p:ph type="ctrTitle"/>
          </p:nvPr>
        </p:nvSpPr>
        <p:spPr>
          <a:xfrm>
            <a:off x="914400" y="2686050"/>
            <a:ext cx="7315200" cy="6858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a:lvl1pPr>
            <a:lvl2pPr marL="0" marR="0" lvl="1" indent="-88898" algn="l" rtl="0">
              <a:spcBef>
                <a:spcPts val="0"/>
              </a:spcBef>
              <a:spcAft>
                <a:spcPts val="0"/>
              </a:spcAft>
              <a:buSzPts val="1400"/>
              <a:buChar char="○"/>
              <a:defRPr/>
            </a:lvl2pPr>
            <a:lvl3pPr marL="0" marR="0" lvl="2" indent="-88898" algn="l" rtl="0">
              <a:spcBef>
                <a:spcPts val="0"/>
              </a:spcBef>
              <a:spcAft>
                <a:spcPts val="0"/>
              </a:spcAft>
              <a:buSzPts val="1400"/>
              <a:buChar char="■"/>
              <a:defRPr/>
            </a:lvl3pPr>
            <a:lvl4pPr marL="0" marR="0" lvl="3" indent="-88898" algn="l" rtl="0">
              <a:spcBef>
                <a:spcPts val="0"/>
              </a:spcBef>
              <a:spcAft>
                <a:spcPts val="0"/>
              </a:spcAft>
              <a:buSzPts val="1400"/>
              <a:buChar char="●"/>
              <a:defRPr/>
            </a:lvl4pPr>
            <a:lvl5pPr marL="0" marR="0" lvl="4" indent="-88898" algn="l" rtl="0">
              <a:spcBef>
                <a:spcPts val="0"/>
              </a:spcBef>
              <a:spcAft>
                <a:spcPts val="0"/>
              </a:spcAft>
              <a:buSzPts val="1400"/>
              <a:buChar char="○"/>
              <a:defRPr/>
            </a:lvl5pPr>
            <a:lvl6pPr marL="0" marR="0" lvl="5" indent="-88898" algn="l" rtl="0">
              <a:spcBef>
                <a:spcPts val="0"/>
              </a:spcBef>
              <a:spcAft>
                <a:spcPts val="0"/>
              </a:spcAft>
              <a:buSzPts val="1400"/>
              <a:buChar char="■"/>
              <a:defRPr/>
            </a:lvl6pPr>
            <a:lvl7pPr marL="0" marR="0" lvl="6" indent="-88898" algn="l" rtl="0">
              <a:spcBef>
                <a:spcPts val="0"/>
              </a:spcBef>
              <a:spcAft>
                <a:spcPts val="0"/>
              </a:spcAft>
              <a:buSzPts val="1400"/>
              <a:buChar char="●"/>
              <a:defRPr/>
            </a:lvl7pPr>
            <a:lvl8pPr marL="0" marR="0" lvl="7" indent="-88898" algn="l" rtl="0">
              <a:spcBef>
                <a:spcPts val="0"/>
              </a:spcBef>
              <a:spcAft>
                <a:spcPts val="0"/>
              </a:spcAft>
              <a:buSzPts val="1400"/>
              <a:buChar char="○"/>
              <a:defRPr/>
            </a:lvl8pPr>
            <a:lvl9pPr marL="0" marR="0" lvl="8" indent="-88898" algn="l" rtl="0">
              <a:spcBef>
                <a:spcPts val="0"/>
              </a:spcBef>
              <a:spcAft>
                <a:spcPts val="0"/>
              </a:spcAft>
              <a:buSzPts val="1400"/>
              <a:buChar char="■"/>
              <a:defRPr/>
            </a:lvl9pPr>
          </a:lstStyle>
          <a:p>
            <a:endParaRPr/>
          </a:p>
        </p:txBody>
      </p:sp>
      <p:sp>
        <p:nvSpPr>
          <p:cNvPr id="373" name="Google Shape;373;p49"/>
          <p:cNvSpPr txBox="1">
            <a:spLocks noGrp="1"/>
          </p:cNvSpPr>
          <p:nvPr>
            <p:ph type="subTitle" idx="1"/>
          </p:nvPr>
        </p:nvSpPr>
        <p:spPr>
          <a:xfrm>
            <a:off x="916252" y="3429000"/>
            <a:ext cx="7313400" cy="399900"/>
          </a:xfrm>
          <a:prstGeom prst="rect">
            <a:avLst/>
          </a:prstGeom>
          <a:noFill/>
          <a:ln>
            <a:noFill/>
          </a:ln>
        </p:spPr>
        <p:txBody>
          <a:bodyPr spcFirstLastPara="1" wrap="square" lIns="91425" tIns="91425" rIns="91425" bIns="91425" anchor="t" anchorCtr="0">
            <a:noAutofit/>
          </a:bodyPr>
          <a:lstStyle>
            <a:lvl1pPr marL="0" marR="0" lvl="0" indent="0" algn="l" rtl="0">
              <a:lnSpc>
                <a:spcPct val="90000"/>
              </a:lnSpc>
              <a:spcBef>
                <a:spcPts val="1200"/>
              </a:spcBef>
              <a:spcAft>
                <a:spcPts val="0"/>
              </a:spcAft>
              <a:buClr>
                <a:srgbClr val="3F3F41"/>
              </a:buClr>
              <a:buSzPts val="2000"/>
              <a:buFont typeface="Arial"/>
              <a:buNone/>
              <a:defRPr/>
            </a:lvl1pPr>
            <a:lvl2pPr marL="457189" marR="0" lvl="1" indent="0" algn="ctr" rtl="0">
              <a:lnSpc>
                <a:spcPct val="90000"/>
              </a:lnSpc>
              <a:spcBef>
                <a:spcPts val="800"/>
              </a:spcBef>
              <a:spcAft>
                <a:spcPts val="0"/>
              </a:spcAft>
              <a:buClr>
                <a:srgbClr val="3F3F41"/>
              </a:buClr>
              <a:buSzPts val="1600"/>
              <a:buFont typeface="Arial"/>
              <a:buNone/>
              <a:defRPr/>
            </a:lvl2pPr>
            <a:lvl3pPr marL="914378" marR="0" lvl="2" indent="0" algn="ctr" rtl="0">
              <a:lnSpc>
                <a:spcPct val="90000"/>
              </a:lnSpc>
              <a:spcBef>
                <a:spcPts val="600"/>
              </a:spcBef>
              <a:spcAft>
                <a:spcPts val="0"/>
              </a:spcAft>
              <a:buClr>
                <a:srgbClr val="3F3F41"/>
              </a:buClr>
              <a:buSzPts val="1400"/>
              <a:buFont typeface="Arial"/>
              <a:buNone/>
              <a:defRPr/>
            </a:lvl3pPr>
            <a:lvl4pPr marL="1371566" marR="0" lvl="3" indent="0" algn="ctr" rtl="0">
              <a:lnSpc>
                <a:spcPct val="90000"/>
              </a:lnSpc>
              <a:spcBef>
                <a:spcPts val="600"/>
              </a:spcBef>
              <a:spcAft>
                <a:spcPts val="0"/>
              </a:spcAft>
              <a:buClr>
                <a:srgbClr val="3F3F41"/>
              </a:buClr>
              <a:buSzPts val="1400"/>
              <a:buFont typeface="Arial"/>
              <a:buNone/>
              <a:defRPr/>
            </a:lvl4pPr>
            <a:lvl5pPr marL="1828754" marR="0" lvl="4" indent="0" algn="ctr" rtl="0">
              <a:lnSpc>
                <a:spcPct val="90000"/>
              </a:lnSpc>
              <a:spcBef>
                <a:spcPts val="600"/>
              </a:spcBef>
              <a:spcAft>
                <a:spcPts val="0"/>
              </a:spcAft>
              <a:buClr>
                <a:srgbClr val="3F3F41"/>
              </a:buClr>
              <a:buSzPts val="1400"/>
              <a:buFont typeface="Arial"/>
              <a:buNone/>
              <a:defRPr/>
            </a:lvl5pPr>
            <a:lvl6pPr marL="2285943" marR="0" lvl="5" indent="0" algn="ctr" rtl="0">
              <a:lnSpc>
                <a:spcPct val="90000"/>
              </a:lnSpc>
              <a:spcBef>
                <a:spcPts val="600"/>
              </a:spcBef>
              <a:spcAft>
                <a:spcPts val="0"/>
              </a:spcAft>
              <a:buClr>
                <a:srgbClr val="3F3F41"/>
              </a:buClr>
              <a:buSzPts val="1400"/>
              <a:buFont typeface="Arial"/>
              <a:buNone/>
              <a:defRPr/>
            </a:lvl6pPr>
            <a:lvl7pPr marL="2743132" marR="0" lvl="6" indent="0" algn="ctr" rtl="0">
              <a:lnSpc>
                <a:spcPct val="90000"/>
              </a:lnSpc>
              <a:spcBef>
                <a:spcPts val="600"/>
              </a:spcBef>
              <a:spcAft>
                <a:spcPts val="0"/>
              </a:spcAft>
              <a:buClr>
                <a:srgbClr val="3F3F41"/>
              </a:buClr>
              <a:buSzPts val="1400"/>
              <a:buFont typeface="Arial"/>
              <a:buNone/>
              <a:defRPr/>
            </a:lvl7pPr>
            <a:lvl8pPr marL="3200320" marR="0" lvl="7" indent="0" algn="ctr" rtl="0">
              <a:lnSpc>
                <a:spcPct val="90000"/>
              </a:lnSpc>
              <a:spcBef>
                <a:spcPts val="600"/>
              </a:spcBef>
              <a:spcAft>
                <a:spcPts val="0"/>
              </a:spcAft>
              <a:buClr>
                <a:srgbClr val="3F3F41"/>
              </a:buClr>
              <a:buSzPts val="1400"/>
              <a:buFont typeface="Arial"/>
              <a:buNone/>
              <a:defRPr/>
            </a:lvl8pPr>
            <a:lvl9pPr marL="3657509" marR="0" lvl="8" indent="0" algn="ctr" rtl="0">
              <a:lnSpc>
                <a:spcPct val="90000"/>
              </a:lnSpc>
              <a:spcBef>
                <a:spcPts val="600"/>
              </a:spcBef>
              <a:spcAft>
                <a:spcPts val="0"/>
              </a:spcAft>
              <a:buClr>
                <a:srgbClr val="3F3F41"/>
              </a:buClr>
              <a:buSzPts val="1400"/>
              <a:buFont typeface="Arial"/>
              <a:buNone/>
              <a:defRPr/>
            </a:lvl9pPr>
          </a:lstStyle>
          <a:p>
            <a:endParaRPr/>
          </a:p>
        </p:txBody>
      </p:sp>
      <p:pic>
        <p:nvPicPr>
          <p:cNvPr id="374" name="Google Shape;374;p49"/>
          <p:cNvPicPr preferRelativeResize="0"/>
          <p:nvPr/>
        </p:nvPicPr>
        <p:blipFill rotWithShape="1">
          <a:blip r:embed="rId4">
            <a:alphaModFix/>
          </a:blip>
          <a:srcRect/>
          <a:stretch/>
        </p:blipFill>
        <p:spPr>
          <a:xfrm>
            <a:off x="5105400" y="4343400"/>
            <a:ext cx="3124200" cy="304200"/>
          </a:xfrm>
          <a:prstGeom prst="rect">
            <a:avLst/>
          </a:prstGeom>
          <a:noFill/>
          <a:ln>
            <a:noFill/>
          </a:ln>
        </p:spPr>
      </p:pic>
    </p:spTree>
    <p:extLst>
      <p:ext uri="{BB962C8B-B14F-4D97-AF65-F5344CB8AC3E}">
        <p14:creationId xmlns:p14="http://schemas.microsoft.com/office/powerpoint/2010/main" val="375762440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75"/>
        <p:cNvGrpSpPr/>
        <p:nvPr/>
      </p:nvGrpSpPr>
      <p:grpSpPr>
        <a:xfrm>
          <a:off x="0" y="0"/>
          <a:ext cx="0" cy="0"/>
          <a:chOff x="0" y="0"/>
          <a:chExt cx="0" cy="0"/>
        </a:xfrm>
      </p:grpSpPr>
      <p:sp>
        <p:nvSpPr>
          <p:cNvPr id="376" name="Google Shape;376;p50"/>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SzPts val="2400"/>
              <a:buFont typeface="Arial"/>
              <a:buNone/>
              <a:defRPr sz="2400">
                <a:solidFill>
                  <a:schemeClr val="accent1"/>
                </a:solidFill>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377" name="Google Shape;377;p50"/>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189" lvl="0" indent="-355591" algn="l" rtl="0">
              <a:lnSpc>
                <a:spcPct val="100000"/>
              </a:lnSpc>
              <a:spcBef>
                <a:spcPts val="0"/>
              </a:spcBef>
              <a:spcAft>
                <a:spcPts val="0"/>
              </a:spcAft>
              <a:buClr>
                <a:srgbClr val="3F3F41"/>
              </a:buClr>
              <a:buSzPts val="2000"/>
              <a:buFont typeface="Arial"/>
              <a:buChar char="●"/>
              <a:defRPr sz="2000"/>
            </a:lvl1pPr>
            <a:lvl2pPr marL="914378" lvl="1" indent="-330192" algn="l" rtl="0">
              <a:lnSpc>
                <a:spcPct val="90000"/>
              </a:lnSpc>
              <a:spcBef>
                <a:spcPts val="800"/>
              </a:spcBef>
              <a:spcAft>
                <a:spcPts val="0"/>
              </a:spcAft>
              <a:buClr>
                <a:srgbClr val="3F3F41"/>
              </a:buClr>
              <a:buSzPts val="1600"/>
              <a:buFont typeface="Arial"/>
              <a:buChar char="―"/>
              <a:defRPr sz="1600"/>
            </a:lvl2pPr>
            <a:lvl3pPr marL="1371566" lvl="2" indent="-317492" algn="l" rtl="0">
              <a:lnSpc>
                <a:spcPct val="90000"/>
              </a:lnSpc>
              <a:spcBef>
                <a:spcPts val="600"/>
              </a:spcBef>
              <a:spcAft>
                <a:spcPts val="0"/>
              </a:spcAft>
              <a:buClr>
                <a:srgbClr val="3F3F41"/>
              </a:buClr>
              <a:buSzPts val="1400"/>
              <a:buFont typeface="Arial"/>
              <a:buChar char="■"/>
              <a:defRPr/>
            </a:lvl3pPr>
            <a:lvl4pPr marL="1828754" lvl="3" indent="-317492" algn="l" rtl="0">
              <a:lnSpc>
                <a:spcPct val="90000"/>
              </a:lnSpc>
              <a:spcBef>
                <a:spcPts val="600"/>
              </a:spcBef>
              <a:spcAft>
                <a:spcPts val="0"/>
              </a:spcAft>
              <a:buClr>
                <a:srgbClr val="3F3F41"/>
              </a:buClr>
              <a:buSzPts val="1400"/>
              <a:buFont typeface="Arial"/>
              <a:buChar char="○"/>
              <a:defRPr/>
            </a:lvl4pPr>
            <a:lvl5pPr marL="2285943" lvl="4" indent="-317492" algn="l" rtl="0">
              <a:lnSpc>
                <a:spcPct val="90000"/>
              </a:lnSpc>
              <a:spcBef>
                <a:spcPts val="600"/>
              </a:spcBef>
              <a:spcAft>
                <a:spcPts val="0"/>
              </a:spcAft>
              <a:buClr>
                <a:srgbClr val="3F3F41"/>
              </a:buClr>
              <a:buSzPts val="1400"/>
              <a:buFont typeface="Arial"/>
              <a:buChar char="‒"/>
              <a:defRPr/>
            </a:lvl5pPr>
            <a:lvl6pPr marL="2743132" lvl="5" indent="-317492" algn="l" rtl="0">
              <a:lnSpc>
                <a:spcPct val="90000"/>
              </a:lnSpc>
              <a:spcBef>
                <a:spcPts val="600"/>
              </a:spcBef>
              <a:spcAft>
                <a:spcPts val="0"/>
              </a:spcAft>
              <a:buClr>
                <a:srgbClr val="3F3F41"/>
              </a:buClr>
              <a:buSzPts val="1400"/>
              <a:buFont typeface="Arial"/>
              <a:buChar char="‒"/>
              <a:defRPr/>
            </a:lvl6pPr>
            <a:lvl7pPr marL="3200320" lvl="6" indent="-317492" algn="l" rtl="0">
              <a:lnSpc>
                <a:spcPct val="90000"/>
              </a:lnSpc>
              <a:spcBef>
                <a:spcPts val="600"/>
              </a:spcBef>
              <a:spcAft>
                <a:spcPts val="0"/>
              </a:spcAft>
              <a:buClr>
                <a:srgbClr val="3F3F41"/>
              </a:buClr>
              <a:buSzPts val="1400"/>
              <a:buFont typeface="Arial"/>
              <a:buChar char="●"/>
              <a:defRPr/>
            </a:lvl7pPr>
            <a:lvl8pPr marL="3657509" lvl="7" indent="-317492" algn="l" rtl="0">
              <a:lnSpc>
                <a:spcPct val="90000"/>
              </a:lnSpc>
              <a:spcBef>
                <a:spcPts val="600"/>
              </a:spcBef>
              <a:spcAft>
                <a:spcPts val="0"/>
              </a:spcAft>
              <a:buClr>
                <a:srgbClr val="3F3F41"/>
              </a:buClr>
              <a:buSzPts val="1400"/>
              <a:buFont typeface="Arial"/>
              <a:buChar char="○"/>
              <a:defRPr/>
            </a:lvl8pPr>
            <a:lvl9pPr marL="4114697" lvl="8" indent="-317492" algn="l" rtl="0">
              <a:lnSpc>
                <a:spcPct val="90000"/>
              </a:lnSpc>
              <a:spcBef>
                <a:spcPts val="600"/>
              </a:spcBef>
              <a:spcAft>
                <a:spcPts val="0"/>
              </a:spcAft>
              <a:buClr>
                <a:srgbClr val="3F3F41"/>
              </a:buClr>
              <a:buSzPts val="1400"/>
              <a:buFont typeface="Arial"/>
              <a:buChar char="■"/>
              <a:defRPr/>
            </a:lvl9pPr>
          </a:lstStyle>
          <a:p>
            <a:endParaRPr/>
          </a:p>
        </p:txBody>
      </p:sp>
      <p:sp>
        <p:nvSpPr>
          <p:cNvPr id="378" name="Google Shape;378;p50"/>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379" name="Google Shape;379;p50"/>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380" name="Google Shape;380;p50"/>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8384215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4-Area Layout">
  <p:cSld name="4-Area Layout">
    <p:spTree>
      <p:nvGrpSpPr>
        <p:cNvPr id="1" name="Shape 381"/>
        <p:cNvGrpSpPr/>
        <p:nvPr/>
      </p:nvGrpSpPr>
      <p:grpSpPr>
        <a:xfrm>
          <a:off x="0" y="0"/>
          <a:ext cx="0" cy="0"/>
          <a:chOff x="0" y="0"/>
          <a:chExt cx="0" cy="0"/>
        </a:xfrm>
      </p:grpSpPr>
      <p:sp>
        <p:nvSpPr>
          <p:cNvPr id="382" name="Google Shape;382;p51"/>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3" name="Google Shape;383;p51"/>
          <p:cNvSpPr txBox="1"/>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4" name="Google Shape;384;p51"/>
          <p:cNvSpPr txBox="1"/>
          <p:nvPr/>
        </p:nvSpPr>
        <p:spPr>
          <a:xfrm>
            <a:off x="4589250" y="903800"/>
            <a:ext cx="4045500" cy="302400"/>
          </a:xfrm>
          <a:prstGeom prst="rect">
            <a:avLst/>
          </a:prstGeom>
          <a:solidFill>
            <a:srgbClr val="C9DAF8"/>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5" name="Google Shape;385;p51"/>
          <p:cNvSpPr txBox="1"/>
          <p:nvPr/>
        </p:nvSpPr>
        <p:spPr>
          <a:xfrm>
            <a:off x="509250" y="2983774"/>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6" name="Google Shape;386;p51"/>
          <p:cNvSpPr txBox="1"/>
          <p:nvPr/>
        </p:nvSpPr>
        <p:spPr>
          <a:xfrm>
            <a:off x="4589250" y="2983774"/>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87" name="Google Shape;387;p51"/>
          <p:cNvSpPr txBox="1">
            <a:spLocks noGrp="1"/>
          </p:cNvSpPr>
          <p:nvPr>
            <p:ph type="body" idx="1"/>
          </p:nvPr>
        </p:nvSpPr>
        <p:spPr>
          <a:xfrm>
            <a:off x="50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04793" algn="l" rtl="0">
              <a:lnSpc>
                <a:spcPct val="100000"/>
              </a:lnSpc>
              <a:spcBef>
                <a:spcPts val="0"/>
              </a:spcBef>
              <a:spcAft>
                <a:spcPts val="0"/>
              </a:spcAft>
              <a:buClr>
                <a:srgbClr val="3F3F41"/>
              </a:buClr>
              <a:buSzPts val="1200"/>
              <a:buFont typeface="Arial"/>
              <a:buChar char="●"/>
              <a:defRPr sz="1200"/>
            </a:lvl1pPr>
            <a:lvl2pPr marL="914378" lvl="1" indent="-292093" algn="l" rtl="0">
              <a:lnSpc>
                <a:spcPct val="90000"/>
              </a:lnSpc>
              <a:spcBef>
                <a:spcPts val="800"/>
              </a:spcBef>
              <a:spcAft>
                <a:spcPts val="0"/>
              </a:spcAft>
              <a:buClr>
                <a:srgbClr val="3F3F41"/>
              </a:buClr>
              <a:buSzPts val="1000"/>
              <a:buFont typeface="Arial"/>
              <a:buChar char="―"/>
              <a:defRPr sz="1000"/>
            </a:lvl2pPr>
            <a:lvl3pPr marL="1371566" lvl="2" indent="-279393" algn="l" rtl="0">
              <a:lnSpc>
                <a:spcPct val="90000"/>
              </a:lnSpc>
              <a:spcBef>
                <a:spcPts val="600"/>
              </a:spcBef>
              <a:spcAft>
                <a:spcPts val="0"/>
              </a:spcAft>
              <a:buClr>
                <a:srgbClr val="3F3F41"/>
              </a:buClr>
              <a:buSzPts val="800"/>
              <a:buFont typeface="Arial"/>
              <a:buChar char="■"/>
              <a:defRPr sz="800"/>
            </a:lvl3pPr>
            <a:lvl4pPr marL="1828754" lvl="3" indent="-266693" algn="l" rtl="0">
              <a:lnSpc>
                <a:spcPct val="90000"/>
              </a:lnSpc>
              <a:spcBef>
                <a:spcPts val="600"/>
              </a:spcBef>
              <a:spcAft>
                <a:spcPts val="0"/>
              </a:spcAft>
              <a:buClr>
                <a:srgbClr val="3F3F41"/>
              </a:buClr>
              <a:buSzPts val="600"/>
              <a:buFont typeface="Arial"/>
              <a:buChar char="○"/>
              <a:defRPr sz="600"/>
            </a:lvl4pPr>
            <a:lvl5pPr marL="2285943" lvl="4" indent="-266693" algn="l" rtl="0">
              <a:lnSpc>
                <a:spcPct val="90000"/>
              </a:lnSpc>
              <a:spcBef>
                <a:spcPts val="600"/>
              </a:spcBef>
              <a:spcAft>
                <a:spcPts val="0"/>
              </a:spcAft>
              <a:buClr>
                <a:srgbClr val="3F3F41"/>
              </a:buClr>
              <a:buSzPts val="600"/>
              <a:buFont typeface="Arial"/>
              <a:buChar char="‒"/>
              <a:defRPr sz="600"/>
            </a:lvl5pPr>
            <a:lvl6pPr marL="2743132" lvl="5" indent="-266693" algn="l" rtl="0">
              <a:lnSpc>
                <a:spcPct val="90000"/>
              </a:lnSpc>
              <a:spcBef>
                <a:spcPts val="600"/>
              </a:spcBef>
              <a:spcAft>
                <a:spcPts val="0"/>
              </a:spcAft>
              <a:buClr>
                <a:srgbClr val="3F3F41"/>
              </a:buClr>
              <a:buSzPts val="600"/>
              <a:buFont typeface="Arial"/>
              <a:buChar char="‒"/>
              <a:defRPr sz="600"/>
            </a:lvl6pPr>
            <a:lvl7pPr marL="3200320" lvl="6" indent="-266693" algn="l" rtl="0">
              <a:lnSpc>
                <a:spcPct val="90000"/>
              </a:lnSpc>
              <a:spcBef>
                <a:spcPts val="600"/>
              </a:spcBef>
              <a:spcAft>
                <a:spcPts val="0"/>
              </a:spcAft>
              <a:buClr>
                <a:srgbClr val="3F3F41"/>
              </a:buClr>
              <a:buSzPts val="600"/>
              <a:buFont typeface="Arial"/>
              <a:buChar char="●"/>
              <a:defRPr sz="600"/>
            </a:lvl7pPr>
            <a:lvl8pPr marL="3657509" lvl="7" indent="-266693" algn="l" rtl="0">
              <a:lnSpc>
                <a:spcPct val="90000"/>
              </a:lnSpc>
              <a:spcBef>
                <a:spcPts val="600"/>
              </a:spcBef>
              <a:spcAft>
                <a:spcPts val="0"/>
              </a:spcAft>
              <a:buClr>
                <a:srgbClr val="3F3F41"/>
              </a:buClr>
              <a:buSzPts val="600"/>
              <a:buFont typeface="Arial"/>
              <a:buChar char="○"/>
              <a:defRPr sz="600"/>
            </a:lvl8pPr>
            <a:lvl9pPr marL="4114697" lvl="8" indent="-266693" algn="l" rtl="0">
              <a:lnSpc>
                <a:spcPct val="90000"/>
              </a:lnSpc>
              <a:spcBef>
                <a:spcPts val="600"/>
              </a:spcBef>
              <a:spcAft>
                <a:spcPts val="0"/>
              </a:spcAft>
              <a:buClr>
                <a:srgbClr val="3F3F41"/>
              </a:buClr>
              <a:buSzPts val="600"/>
              <a:buFont typeface="Arial"/>
              <a:buChar char="■"/>
              <a:defRPr sz="600"/>
            </a:lvl9pPr>
          </a:lstStyle>
          <a:p>
            <a:endParaRPr/>
          </a:p>
        </p:txBody>
      </p:sp>
      <p:sp>
        <p:nvSpPr>
          <p:cNvPr id="388" name="Google Shape;388;p51"/>
          <p:cNvSpPr txBox="1">
            <a:spLocks noGrp="1"/>
          </p:cNvSpPr>
          <p:nvPr>
            <p:ph type="body" idx="2"/>
          </p:nvPr>
        </p:nvSpPr>
        <p:spPr>
          <a:xfrm>
            <a:off x="4589250" y="1206169"/>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04793" algn="l" rtl="0">
              <a:lnSpc>
                <a:spcPct val="100000"/>
              </a:lnSpc>
              <a:spcBef>
                <a:spcPts val="0"/>
              </a:spcBef>
              <a:spcAft>
                <a:spcPts val="0"/>
              </a:spcAft>
              <a:buClr>
                <a:srgbClr val="3F3F41"/>
              </a:buClr>
              <a:buSzPts val="1200"/>
              <a:buFont typeface="Arial"/>
              <a:buChar char="●"/>
              <a:defRPr sz="1200"/>
            </a:lvl1pPr>
            <a:lvl2pPr marL="914378" lvl="1" indent="-292093" algn="l" rtl="0">
              <a:lnSpc>
                <a:spcPct val="90000"/>
              </a:lnSpc>
              <a:spcBef>
                <a:spcPts val="800"/>
              </a:spcBef>
              <a:spcAft>
                <a:spcPts val="0"/>
              </a:spcAft>
              <a:buClr>
                <a:srgbClr val="3F3F41"/>
              </a:buClr>
              <a:buSzPts val="1000"/>
              <a:buFont typeface="Arial"/>
              <a:buChar char="―"/>
              <a:defRPr sz="1000"/>
            </a:lvl2pPr>
            <a:lvl3pPr marL="1371566" lvl="2" indent="-279393" algn="l" rtl="0">
              <a:lnSpc>
                <a:spcPct val="90000"/>
              </a:lnSpc>
              <a:spcBef>
                <a:spcPts val="600"/>
              </a:spcBef>
              <a:spcAft>
                <a:spcPts val="0"/>
              </a:spcAft>
              <a:buClr>
                <a:srgbClr val="3F3F41"/>
              </a:buClr>
              <a:buSzPts val="800"/>
              <a:buFont typeface="Arial"/>
              <a:buChar char="■"/>
              <a:defRPr sz="800"/>
            </a:lvl3pPr>
            <a:lvl4pPr marL="1828754" lvl="3" indent="-266693" algn="l" rtl="0">
              <a:lnSpc>
                <a:spcPct val="90000"/>
              </a:lnSpc>
              <a:spcBef>
                <a:spcPts val="600"/>
              </a:spcBef>
              <a:spcAft>
                <a:spcPts val="0"/>
              </a:spcAft>
              <a:buClr>
                <a:srgbClr val="3F3F41"/>
              </a:buClr>
              <a:buSzPts val="600"/>
              <a:buFont typeface="Arial"/>
              <a:buChar char="○"/>
              <a:defRPr sz="600"/>
            </a:lvl4pPr>
            <a:lvl5pPr marL="2285943" lvl="4" indent="-266693" algn="l" rtl="0">
              <a:lnSpc>
                <a:spcPct val="90000"/>
              </a:lnSpc>
              <a:spcBef>
                <a:spcPts val="600"/>
              </a:spcBef>
              <a:spcAft>
                <a:spcPts val="0"/>
              </a:spcAft>
              <a:buClr>
                <a:srgbClr val="3F3F41"/>
              </a:buClr>
              <a:buSzPts val="600"/>
              <a:buFont typeface="Arial"/>
              <a:buChar char="‒"/>
              <a:defRPr sz="600"/>
            </a:lvl5pPr>
            <a:lvl6pPr marL="2743132" lvl="5" indent="-266693" algn="l" rtl="0">
              <a:lnSpc>
                <a:spcPct val="90000"/>
              </a:lnSpc>
              <a:spcBef>
                <a:spcPts val="600"/>
              </a:spcBef>
              <a:spcAft>
                <a:spcPts val="0"/>
              </a:spcAft>
              <a:buClr>
                <a:srgbClr val="3F3F41"/>
              </a:buClr>
              <a:buSzPts val="600"/>
              <a:buFont typeface="Arial"/>
              <a:buChar char="‒"/>
              <a:defRPr sz="600"/>
            </a:lvl6pPr>
            <a:lvl7pPr marL="3200320" lvl="6" indent="-266693" algn="l" rtl="0">
              <a:lnSpc>
                <a:spcPct val="90000"/>
              </a:lnSpc>
              <a:spcBef>
                <a:spcPts val="600"/>
              </a:spcBef>
              <a:spcAft>
                <a:spcPts val="0"/>
              </a:spcAft>
              <a:buClr>
                <a:srgbClr val="3F3F41"/>
              </a:buClr>
              <a:buSzPts val="600"/>
              <a:buFont typeface="Arial"/>
              <a:buChar char="●"/>
              <a:defRPr sz="600"/>
            </a:lvl7pPr>
            <a:lvl8pPr marL="3657509" lvl="7" indent="-266693" algn="l" rtl="0">
              <a:lnSpc>
                <a:spcPct val="90000"/>
              </a:lnSpc>
              <a:spcBef>
                <a:spcPts val="600"/>
              </a:spcBef>
              <a:spcAft>
                <a:spcPts val="0"/>
              </a:spcAft>
              <a:buClr>
                <a:srgbClr val="3F3F41"/>
              </a:buClr>
              <a:buSzPts val="600"/>
              <a:buFont typeface="Arial"/>
              <a:buChar char="○"/>
              <a:defRPr sz="600"/>
            </a:lvl8pPr>
            <a:lvl9pPr marL="4114697" lvl="8" indent="-266693" algn="l" rtl="0">
              <a:lnSpc>
                <a:spcPct val="90000"/>
              </a:lnSpc>
              <a:spcBef>
                <a:spcPts val="600"/>
              </a:spcBef>
              <a:spcAft>
                <a:spcPts val="0"/>
              </a:spcAft>
              <a:buClr>
                <a:srgbClr val="3F3F41"/>
              </a:buClr>
              <a:buSzPts val="600"/>
              <a:buFont typeface="Arial"/>
              <a:buChar char="■"/>
              <a:defRPr sz="600"/>
            </a:lvl9pPr>
          </a:lstStyle>
          <a:p>
            <a:endParaRPr/>
          </a:p>
        </p:txBody>
      </p:sp>
      <p:sp>
        <p:nvSpPr>
          <p:cNvPr id="389" name="Google Shape;389;p51"/>
          <p:cNvSpPr txBox="1">
            <a:spLocks noGrp="1"/>
          </p:cNvSpPr>
          <p:nvPr>
            <p:ph type="body" idx="3"/>
          </p:nvPr>
        </p:nvSpPr>
        <p:spPr>
          <a:xfrm>
            <a:off x="50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04793" algn="l" rtl="0">
              <a:lnSpc>
                <a:spcPct val="100000"/>
              </a:lnSpc>
              <a:spcBef>
                <a:spcPts val="0"/>
              </a:spcBef>
              <a:spcAft>
                <a:spcPts val="0"/>
              </a:spcAft>
              <a:buClr>
                <a:srgbClr val="3F3F41"/>
              </a:buClr>
              <a:buSzPts val="1200"/>
              <a:buFont typeface="Arial"/>
              <a:buChar char="●"/>
              <a:defRPr sz="1200"/>
            </a:lvl1pPr>
            <a:lvl2pPr marL="914378" lvl="1" indent="-292093" algn="l" rtl="0">
              <a:lnSpc>
                <a:spcPct val="90000"/>
              </a:lnSpc>
              <a:spcBef>
                <a:spcPts val="800"/>
              </a:spcBef>
              <a:spcAft>
                <a:spcPts val="0"/>
              </a:spcAft>
              <a:buClr>
                <a:srgbClr val="3F3F41"/>
              </a:buClr>
              <a:buSzPts val="1000"/>
              <a:buFont typeface="Arial"/>
              <a:buChar char="―"/>
              <a:defRPr sz="1000"/>
            </a:lvl2pPr>
            <a:lvl3pPr marL="1371566" lvl="2" indent="-279393" algn="l" rtl="0">
              <a:lnSpc>
                <a:spcPct val="90000"/>
              </a:lnSpc>
              <a:spcBef>
                <a:spcPts val="600"/>
              </a:spcBef>
              <a:spcAft>
                <a:spcPts val="0"/>
              </a:spcAft>
              <a:buClr>
                <a:srgbClr val="3F3F41"/>
              </a:buClr>
              <a:buSzPts val="800"/>
              <a:buFont typeface="Arial"/>
              <a:buChar char="■"/>
              <a:defRPr sz="800"/>
            </a:lvl3pPr>
            <a:lvl4pPr marL="1828754" lvl="3" indent="-266693" algn="l" rtl="0">
              <a:lnSpc>
                <a:spcPct val="90000"/>
              </a:lnSpc>
              <a:spcBef>
                <a:spcPts val="600"/>
              </a:spcBef>
              <a:spcAft>
                <a:spcPts val="0"/>
              </a:spcAft>
              <a:buClr>
                <a:srgbClr val="3F3F41"/>
              </a:buClr>
              <a:buSzPts val="600"/>
              <a:buFont typeface="Arial"/>
              <a:buChar char="○"/>
              <a:defRPr sz="600"/>
            </a:lvl4pPr>
            <a:lvl5pPr marL="2285943" lvl="4" indent="-266693" algn="l" rtl="0">
              <a:lnSpc>
                <a:spcPct val="90000"/>
              </a:lnSpc>
              <a:spcBef>
                <a:spcPts val="600"/>
              </a:spcBef>
              <a:spcAft>
                <a:spcPts val="0"/>
              </a:spcAft>
              <a:buClr>
                <a:srgbClr val="3F3F41"/>
              </a:buClr>
              <a:buSzPts val="600"/>
              <a:buFont typeface="Arial"/>
              <a:buChar char="‒"/>
              <a:defRPr sz="600"/>
            </a:lvl5pPr>
            <a:lvl6pPr marL="2743132" lvl="5" indent="-266693" algn="l" rtl="0">
              <a:lnSpc>
                <a:spcPct val="90000"/>
              </a:lnSpc>
              <a:spcBef>
                <a:spcPts val="600"/>
              </a:spcBef>
              <a:spcAft>
                <a:spcPts val="0"/>
              </a:spcAft>
              <a:buClr>
                <a:srgbClr val="3F3F41"/>
              </a:buClr>
              <a:buSzPts val="600"/>
              <a:buFont typeface="Arial"/>
              <a:buChar char="‒"/>
              <a:defRPr sz="600"/>
            </a:lvl6pPr>
            <a:lvl7pPr marL="3200320" lvl="6" indent="-266693" algn="l" rtl="0">
              <a:lnSpc>
                <a:spcPct val="90000"/>
              </a:lnSpc>
              <a:spcBef>
                <a:spcPts val="600"/>
              </a:spcBef>
              <a:spcAft>
                <a:spcPts val="0"/>
              </a:spcAft>
              <a:buClr>
                <a:srgbClr val="3F3F41"/>
              </a:buClr>
              <a:buSzPts val="600"/>
              <a:buFont typeface="Arial"/>
              <a:buChar char="●"/>
              <a:defRPr sz="600"/>
            </a:lvl7pPr>
            <a:lvl8pPr marL="3657509" lvl="7" indent="-266693" algn="l" rtl="0">
              <a:lnSpc>
                <a:spcPct val="90000"/>
              </a:lnSpc>
              <a:spcBef>
                <a:spcPts val="600"/>
              </a:spcBef>
              <a:spcAft>
                <a:spcPts val="0"/>
              </a:spcAft>
              <a:buClr>
                <a:srgbClr val="3F3F41"/>
              </a:buClr>
              <a:buSzPts val="600"/>
              <a:buFont typeface="Arial"/>
              <a:buChar char="○"/>
              <a:defRPr sz="600"/>
            </a:lvl8pPr>
            <a:lvl9pPr marL="4114697" lvl="8" indent="-266693" algn="l" rtl="0">
              <a:lnSpc>
                <a:spcPct val="90000"/>
              </a:lnSpc>
              <a:spcBef>
                <a:spcPts val="600"/>
              </a:spcBef>
              <a:spcAft>
                <a:spcPts val="0"/>
              </a:spcAft>
              <a:buClr>
                <a:srgbClr val="3F3F41"/>
              </a:buClr>
              <a:buSzPts val="600"/>
              <a:buFont typeface="Arial"/>
              <a:buChar char="■"/>
              <a:defRPr sz="600"/>
            </a:lvl9pPr>
          </a:lstStyle>
          <a:p>
            <a:endParaRPr/>
          </a:p>
        </p:txBody>
      </p:sp>
      <p:sp>
        <p:nvSpPr>
          <p:cNvPr id="390" name="Google Shape;390;p51"/>
          <p:cNvSpPr txBox="1">
            <a:spLocks noGrp="1"/>
          </p:cNvSpPr>
          <p:nvPr>
            <p:ph type="body" idx="4"/>
          </p:nvPr>
        </p:nvSpPr>
        <p:spPr>
          <a:xfrm>
            <a:off x="4589250" y="3286143"/>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04793" algn="l" rtl="0">
              <a:lnSpc>
                <a:spcPct val="100000"/>
              </a:lnSpc>
              <a:spcBef>
                <a:spcPts val="0"/>
              </a:spcBef>
              <a:spcAft>
                <a:spcPts val="0"/>
              </a:spcAft>
              <a:buClr>
                <a:srgbClr val="3F3F41"/>
              </a:buClr>
              <a:buSzPts val="1200"/>
              <a:buFont typeface="Arial"/>
              <a:buChar char="●"/>
              <a:defRPr sz="1200"/>
            </a:lvl1pPr>
            <a:lvl2pPr marL="914378" lvl="1" indent="-292093" algn="l" rtl="0">
              <a:lnSpc>
                <a:spcPct val="90000"/>
              </a:lnSpc>
              <a:spcBef>
                <a:spcPts val="800"/>
              </a:spcBef>
              <a:spcAft>
                <a:spcPts val="0"/>
              </a:spcAft>
              <a:buClr>
                <a:srgbClr val="3F3F41"/>
              </a:buClr>
              <a:buSzPts val="1000"/>
              <a:buFont typeface="Arial"/>
              <a:buChar char="―"/>
              <a:defRPr sz="1000"/>
            </a:lvl2pPr>
            <a:lvl3pPr marL="1371566" lvl="2" indent="-279393" algn="l" rtl="0">
              <a:lnSpc>
                <a:spcPct val="90000"/>
              </a:lnSpc>
              <a:spcBef>
                <a:spcPts val="600"/>
              </a:spcBef>
              <a:spcAft>
                <a:spcPts val="0"/>
              </a:spcAft>
              <a:buClr>
                <a:srgbClr val="3F3F41"/>
              </a:buClr>
              <a:buSzPts val="800"/>
              <a:buFont typeface="Arial"/>
              <a:buChar char="■"/>
              <a:defRPr sz="800"/>
            </a:lvl3pPr>
            <a:lvl4pPr marL="1828754" lvl="3" indent="-266693" algn="l" rtl="0">
              <a:lnSpc>
                <a:spcPct val="90000"/>
              </a:lnSpc>
              <a:spcBef>
                <a:spcPts val="600"/>
              </a:spcBef>
              <a:spcAft>
                <a:spcPts val="0"/>
              </a:spcAft>
              <a:buClr>
                <a:srgbClr val="3F3F41"/>
              </a:buClr>
              <a:buSzPts val="600"/>
              <a:buFont typeface="Arial"/>
              <a:buChar char="○"/>
              <a:defRPr sz="600"/>
            </a:lvl4pPr>
            <a:lvl5pPr marL="2285943" lvl="4" indent="-266693" algn="l" rtl="0">
              <a:lnSpc>
                <a:spcPct val="90000"/>
              </a:lnSpc>
              <a:spcBef>
                <a:spcPts val="600"/>
              </a:spcBef>
              <a:spcAft>
                <a:spcPts val="0"/>
              </a:spcAft>
              <a:buClr>
                <a:srgbClr val="3F3F41"/>
              </a:buClr>
              <a:buSzPts val="600"/>
              <a:buFont typeface="Arial"/>
              <a:buChar char="‒"/>
              <a:defRPr sz="600"/>
            </a:lvl5pPr>
            <a:lvl6pPr marL="2743132" lvl="5" indent="-266693" algn="l" rtl="0">
              <a:lnSpc>
                <a:spcPct val="90000"/>
              </a:lnSpc>
              <a:spcBef>
                <a:spcPts val="600"/>
              </a:spcBef>
              <a:spcAft>
                <a:spcPts val="0"/>
              </a:spcAft>
              <a:buClr>
                <a:srgbClr val="3F3F41"/>
              </a:buClr>
              <a:buSzPts val="600"/>
              <a:buFont typeface="Arial"/>
              <a:buChar char="‒"/>
              <a:defRPr sz="600"/>
            </a:lvl6pPr>
            <a:lvl7pPr marL="3200320" lvl="6" indent="-266693" algn="l" rtl="0">
              <a:lnSpc>
                <a:spcPct val="90000"/>
              </a:lnSpc>
              <a:spcBef>
                <a:spcPts val="600"/>
              </a:spcBef>
              <a:spcAft>
                <a:spcPts val="0"/>
              </a:spcAft>
              <a:buClr>
                <a:srgbClr val="3F3F41"/>
              </a:buClr>
              <a:buSzPts val="600"/>
              <a:buFont typeface="Arial"/>
              <a:buChar char="●"/>
              <a:defRPr sz="600"/>
            </a:lvl7pPr>
            <a:lvl8pPr marL="3657509" lvl="7" indent="-266693" algn="l" rtl="0">
              <a:lnSpc>
                <a:spcPct val="90000"/>
              </a:lnSpc>
              <a:spcBef>
                <a:spcPts val="600"/>
              </a:spcBef>
              <a:spcAft>
                <a:spcPts val="0"/>
              </a:spcAft>
              <a:buClr>
                <a:srgbClr val="3F3F41"/>
              </a:buClr>
              <a:buSzPts val="600"/>
              <a:buFont typeface="Arial"/>
              <a:buChar char="○"/>
              <a:defRPr sz="600"/>
            </a:lvl8pPr>
            <a:lvl9pPr marL="4114697" lvl="8" indent="-266693" algn="l" rtl="0">
              <a:lnSpc>
                <a:spcPct val="90000"/>
              </a:lnSpc>
              <a:spcBef>
                <a:spcPts val="600"/>
              </a:spcBef>
              <a:spcAft>
                <a:spcPts val="0"/>
              </a:spcAft>
              <a:buClr>
                <a:srgbClr val="3F3F41"/>
              </a:buClr>
              <a:buSzPts val="600"/>
              <a:buFont typeface="Arial"/>
              <a:buChar char="■"/>
              <a:defRPr sz="600"/>
            </a:lvl9pPr>
          </a:lstStyle>
          <a:p>
            <a:endParaRPr/>
          </a:p>
        </p:txBody>
      </p:sp>
    </p:spTree>
    <p:extLst>
      <p:ext uri="{BB962C8B-B14F-4D97-AF65-F5344CB8AC3E}">
        <p14:creationId xmlns:p14="http://schemas.microsoft.com/office/powerpoint/2010/main" val="63502302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Custom Layout 1">
  <p:cSld name="Custom Layout 1">
    <p:spTree>
      <p:nvGrpSpPr>
        <p:cNvPr id="1" name="Shape 391"/>
        <p:cNvGrpSpPr/>
        <p:nvPr/>
      </p:nvGrpSpPr>
      <p:grpSpPr>
        <a:xfrm>
          <a:off x="0" y="0"/>
          <a:ext cx="0" cy="0"/>
          <a:chOff x="0" y="0"/>
          <a:chExt cx="0" cy="0"/>
        </a:xfrm>
      </p:grpSpPr>
      <p:sp>
        <p:nvSpPr>
          <p:cNvPr id="392" name="Google Shape;392;p52"/>
          <p:cNvSpPr txBox="1">
            <a:spLocks noGrp="1"/>
          </p:cNvSpPr>
          <p:nvPr>
            <p:ph type="title"/>
          </p:nvPr>
        </p:nvSpPr>
        <p:spPr>
          <a:xfrm>
            <a:off x="685800" y="171450"/>
            <a:ext cx="7772400" cy="628500"/>
          </a:xfrm>
          <a:prstGeom prst="rect">
            <a:avLst/>
          </a:prstGeom>
        </p:spPr>
        <p:txBody>
          <a:bodyPr spcFirstLastPara="1" wrap="square" lIns="91425" tIns="91425" rIns="91425" bIns="91425" anchor="b"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3" name="Google Shape;393;p52"/>
          <p:cNvSpPr txBox="1">
            <a:spLocks noGrp="1"/>
          </p:cNvSpPr>
          <p:nvPr>
            <p:ph type="body" idx="1"/>
          </p:nvPr>
        </p:nvSpPr>
        <p:spPr>
          <a:xfrm>
            <a:off x="50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17492" rtl="0">
              <a:spcBef>
                <a:spcPts val="0"/>
              </a:spcBef>
              <a:spcAft>
                <a:spcPts val="0"/>
              </a:spcAft>
              <a:buSzPts val="1400"/>
              <a:buChar char="●"/>
              <a:defRPr sz="1400"/>
            </a:lvl1pPr>
            <a:lvl2pPr marL="914378" lvl="1" indent="-292093" rtl="0">
              <a:spcBef>
                <a:spcPts val="800"/>
              </a:spcBef>
              <a:spcAft>
                <a:spcPts val="0"/>
              </a:spcAft>
              <a:buSzPts val="1000"/>
              <a:buChar char="―"/>
              <a:defRPr sz="1000"/>
            </a:lvl2pPr>
            <a:lvl3pPr marL="1371566" lvl="2" indent="-279393" rtl="0">
              <a:spcBef>
                <a:spcPts val="600"/>
              </a:spcBef>
              <a:spcAft>
                <a:spcPts val="0"/>
              </a:spcAft>
              <a:buSzPts val="800"/>
              <a:buChar char="■"/>
              <a:defRPr sz="800"/>
            </a:lvl3pPr>
            <a:lvl4pPr marL="1828754" lvl="3" indent="-266693" rtl="0">
              <a:spcBef>
                <a:spcPts val="600"/>
              </a:spcBef>
              <a:spcAft>
                <a:spcPts val="0"/>
              </a:spcAft>
              <a:buSzPts val="600"/>
              <a:buChar char="○"/>
              <a:defRPr sz="600"/>
            </a:lvl4pPr>
            <a:lvl5pPr marL="2285943" lvl="4" indent="-266693" rtl="0">
              <a:spcBef>
                <a:spcPts val="600"/>
              </a:spcBef>
              <a:spcAft>
                <a:spcPts val="0"/>
              </a:spcAft>
              <a:buSzPts val="600"/>
              <a:buChar char="−"/>
              <a:defRPr sz="600"/>
            </a:lvl5pPr>
            <a:lvl6pPr marL="2743132" lvl="5" indent="-266693" rtl="0">
              <a:spcBef>
                <a:spcPts val="600"/>
              </a:spcBef>
              <a:spcAft>
                <a:spcPts val="0"/>
              </a:spcAft>
              <a:buSzPts val="600"/>
              <a:buChar char="−"/>
              <a:defRPr sz="600"/>
            </a:lvl6pPr>
            <a:lvl7pPr marL="3200320" lvl="6" indent="-266693" rtl="0">
              <a:spcBef>
                <a:spcPts val="600"/>
              </a:spcBef>
              <a:spcAft>
                <a:spcPts val="0"/>
              </a:spcAft>
              <a:buSzPts val="600"/>
              <a:buChar char="●"/>
              <a:defRPr sz="600"/>
            </a:lvl7pPr>
            <a:lvl8pPr marL="3657509" lvl="7" indent="-266693" rtl="0">
              <a:spcBef>
                <a:spcPts val="600"/>
              </a:spcBef>
              <a:spcAft>
                <a:spcPts val="0"/>
              </a:spcAft>
              <a:buSzPts val="600"/>
              <a:buChar char="○"/>
              <a:defRPr sz="600"/>
            </a:lvl8pPr>
            <a:lvl9pPr marL="4114697" lvl="8" indent="-266693" rtl="0">
              <a:spcBef>
                <a:spcPts val="600"/>
              </a:spcBef>
              <a:spcAft>
                <a:spcPts val="0"/>
              </a:spcAft>
              <a:buSzPts val="600"/>
              <a:buChar char="■"/>
              <a:defRPr sz="600"/>
            </a:lvl9pPr>
          </a:lstStyle>
          <a:p>
            <a:endParaRPr/>
          </a:p>
        </p:txBody>
      </p:sp>
      <p:sp>
        <p:nvSpPr>
          <p:cNvPr id="394" name="Google Shape;394;p52"/>
          <p:cNvSpPr txBox="1">
            <a:spLocks noGrp="1"/>
          </p:cNvSpPr>
          <p:nvPr>
            <p:ph type="body" idx="2"/>
          </p:nvPr>
        </p:nvSpPr>
        <p:spPr>
          <a:xfrm>
            <a:off x="4589250" y="120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17492" rtl="0">
              <a:spcBef>
                <a:spcPts val="0"/>
              </a:spcBef>
              <a:spcAft>
                <a:spcPts val="0"/>
              </a:spcAft>
              <a:buSzPts val="1400"/>
              <a:buChar char="●"/>
              <a:defRPr sz="1400"/>
            </a:lvl1pPr>
            <a:lvl2pPr marL="914378" lvl="1" indent="-292093" rtl="0">
              <a:spcBef>
                <a:spcPts val="800"/>
              </a:spcBef>
              <a:spcAft>
                <a:spcPts val="0"/>
              </a:spcAft>
              <a:buSzPts val="1000"/>
              <a:buChar char="―"/>
              <a:defRPr sz="1000"/>
            </a:lvl2pPr>
            <a:lvl3pPr marL="1371566" lvl="2" indent="-279393" rtl="0">
              <a:spcBef>
                <a:spcPts val="600"/>
              </a:spcBef>
              <a:spcAft>
                <a:spcPts val="0"/>
              </a:spcAft>
              <a:buSzPts val="800"/>
              <a:buChar char="■"/>
              <a:defRPr sz="800"/>
            </a:lvl3pPr>
            <a:lvl4pPr marL="1828754" lvl="3" indent="-266693" rtl="0">
              <a:spcBef>
                <a:spcPts val="600"/>
              </a:spcBef>
              <a:spcAft>
                <a:spcPts val="0"/>
              </a:spcAft>
              <a:buSzPts val="600"/>
              <a:buChar char="○"/>
              <a:defRPr sz="600"/>
            </a:lvl4pPr>
            <a:lvl5pPr marL="2285943" lvl="4" indent="-266693" rtl="0">
              <a:spcBef>
                <a:spcPts val="600"/>
              </a:spcBef>
              <a:spcAft>
                <a:spcPts val="0"/>
              </a:spcAft>
              <a:buSzPts val="600"/>
              <a:buChar char="−"/>
              <a:defRPr sz="600"/>
            </a:lvl5pPr>
            <a:lvl6pPr marL="2743132" lvl="5" indent="-266693" rtl="0">
              <a:spcBef>
                <a:spcPts val="600"/>
              </a:spcBef>
              <a:spcAft>
                <a:spcPts val="0"/>
              </a:spcAft>
              <a:buSzPts val="600"/>
              <a:buChar char="−"/>
              <a:defRPr sz="600"/>
            </a:lvl6pPr>
            <a:lvl7pPr marL="3200320" lvl="6" indent="-266693" rtl="0">
              <a:spcBef>
                <a:spcPts val="600"/>
              </a:spcBef>
              <a:spcAft>
                <a:spcPts val="0"/>
              </a:spcAft>
              <a:buSzPts val="600"/>
              <a:buChar char="●"/>
              <a:defRPr sz="600"/>
            </a:lvl7pPr>
            <a:lvl8pPr marL="3657509" lvl="7" indent="-266693" rtl="0">
              <a:spcBef>
                <a:spcPts val="600"/>
              </a:spcBef>
              <a:spcAft>
                <a:spcPts val="0"/>
              </a:spcAft>
              <a:buSzPts val="600"/>
              <a:buChar char="○"/>
              <a:defRPr sz="600"/>
            </a:lvl8pPr>
            <a:lvl9pPr marL="4114697" lvl="8" indent="-266693" rtl="0">
              <a:spcBef>
                <a:spcPts val="600"/>
              </a:spcBef>
              <a:spcAft>
                <a:spcPts val="0"/>
              </a:spcAft>
              <a:buSzPts val="600"/>
              <a:buChar char="■"/>
              <a:defRPr sz="600"/>
            </a:lvl9pPr>
          </a:lstStyle>
          <a:p>
            <a:endParaRPr/>
          </a:p>
        </p:txBody>
      </p:sp>
      <p:sp>
        <p:nvSpPr>
          <p:cNvPr id="395" name="Google Shape;395;p52"/>
          <p:cNvSpPr txBox="1">
            <a:spLocks noGrp="1"/>
          </p:cNvSpPr>
          <p:nvPr>
            <p:ph type="body" idx="3"/>
          </p:nvPr>
        </p:nvSpPr>
        <p:spPr>
          <a:xfrm>
            <a:off x="50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17492" rtl="0">
              <a:spcBef>
                <a:spcPts val="0"/>
              </a:spcBef>
              <a:spcAft>
                <a:spcPts val="0"/>
              </a:spcAft>
              <a:buSzPts val="1400"/>
              <a:buChar char="●"/>
              <a:defRPr sz="1400"/>
            </a:lvl1pPr>
            <a:lvl2pPr marL="914378" lvl="1" indent="-292093" rtl="0">
              <a:spcBef>
                <a:spcPts val="800"/>
              </a:spcBef>
              <a:spcAft>
                <a:spcPts val="0"/>
              </a:spcAft>
              <a:buSzPts val="1000"/>
              <a:buChar char="―"/>
              <a:defRPr sz="1000"/>
            </a:lvl2pPr>
            <a:lvl3pPr marL="1371566" lvl="2" indent="-279393" rtl="0">
              <a:spcBef>
                <a:spcPts val="600"/>
              </a:spcBef>
              <a:spcAft>
                <a:spcPts val="0"/>
              </a:spcAft>
              <a:buSzPts val="800"/>
              <a:buChar char="■"/>
              <a:defRPr sz="800"/>
            </a:lvl3pPr>
            <a:lvl4pPr marL="1828754" lvl="3" indent="-266693" rtl="0">
              <a:spcBef>
                <a:spcPts val="600"/>
              </a:spcBef>
              <a:spcAft>
                <a:spcPts val="0"/>
              </a:spcAft>
              <a:buSzPts val="600"/>
              <a:buChar char="○"/>
              <a:defRPr sz="600"/>
            </a:lvl4pPr>
            <a:lvl5pPr marL="2285943" lvl="4" indent="-266693" rtl="0">
              <a:spcBef>
                <a:spcPts val="600"/>
              </a:spcBef>
              <a:spcAft>
                <a:spcPts val="0"/>
              </a:spcAft>
              <a:buSzPts val="600"/>
              <a:buChar char="−"/>
              <a:defRPr sz="600"/>
            </a:lvl5pPr>
            <a:lvl6pPr marL="2743132" lvl="5" indent="-266693" rtl="0">
              <a:spcBef>
                <a:spcPts val="600"/>
              </a:spcBef>
              <a:spcAft>
                <a:spcPts val="0"/>
              </a:spcAft>
              <a:buSzPts val="600"/>
              <a:buChar char="−"/>
              <a:defRPr sz="600"/>
            </a:lvl6pPr>
            <a:lvl7pPr marL="3200320" lvl="6" indent="-266693" rtl="0">
              <a:spcBef>
                <a:spcPts val="600"/>
              </a:spcBef>
              <a:spcAft>
                <a:spcPts val="0"/>
              </a:spcAft>
              <a:buSzPts val="600"/>
              <a:buChar char="●"/>
              <a:defRPr sz="600"/>
            </a:lvl7pPr>
            <a:lvl8pPr marL="3657509" lvl="7" indent="-266693" rtl="0">
              <a:spcBef>
                <a:spcPts val="600"/>
              </a:spcBef>
              <a:spcAft>
                <a:spcPts val="0"/>
              </a:spcAft>
              <a:buSzPts val="600"/>
              <a:buChar char="○"/>
              <a:defRPr sz="600"/>
            </a:lvl8pPr>
            <a:lvl9pPr marL="4114697" lvl="8" indent="-266693" rtl="0">
              <a:spcBef>
                <a:spcPts val="600"/>
              </a:spcBef>
              <a:spcAft>
                <a:spcPts val="0"/>
              </a:spcAft>
              <a:buSzPts val="600"/>
              <a:buChar char="■"/>
              <a:defRPr sz="600"/>
            </a:lvl9pPr>
          </a:lstStyle>
          <a:p>
            <a:endParaRPr/>
          </a:p>
        </p:txBody>
      </p:sp>
      <p:sp>
        <p:nvSpPr>
          <p:cNvPr id="396" name="Google Shape;396;p52"/>
          <p:cNvSpPr txBox="1">
            <a:spLocks noGrp="1"/>
          </p:cNvSpPr>
          <p:nvPr>
            <p:ph type="body" idx="4"/>
          </p:nvPr>
        </p:nvSpPr>
        <p:spPr>
          <a:xfrm>
            <a:off x="4589250" y="3286175"/>
            <a:ext cx="4045500" cy="1740000"/>
          </a:xfrm>
          <a:prstGeom prst="rect">
            <a:avLst/>
          </a:prstGeom>
          <a:no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lvl1pPr marL="457189" lvl="0" indent="-317492" rtl="0">
              <a:spcBef>
                <a:spcPts val="0"/>
              </a:spcBef>
              <a:spcAft>
                <a:spcPts val="0"/>
              </a:spcAft>
              <a:buSzPts val="1400"/>
              <a:buChar char="●"/>
              <a:defRPr sz="1400"/>
            </a:lvl1pPr>
            <a:lvl2pPr marL="914378" lvl="1" indent="-292093" rtl="0">
              <a:spcBef>
                <a:spcPts val="800"/>
              </a:spcBef>
              <a:spcAft>
                <a:spcPts val="0"/>
              </a:spcAft>
              <a:buSzPts val="1000"/>
              <a:buChar char="―"/>
              <a:defRPr sz="1000"/>
            </a:lvl2pPr>
            <a:lvl3pPr marL="1371566" lvl="2" indent="-279393" rtl="0">
              <a:spcBef>
                <a:spcPts val="600"/>
              </a:spcBef>
              <a:spcAft>
                <a:spcPts val="0"/>
              </a:spcAft>
              <a:buSzPts val="800"/>
              <a:buChar char="■"/>
              <a:defRPr sz="800"/>
            </a:lvl3pPr>
            <a:lvl4pPr marL="1828754" lvl="3" indent="-266693" rtl="0">
              <a:spcBef>
                <a:spcPts val="600"/>
              </a:spcBef>
              <a:spcAft>
                <a:spcPts val="0"/>
              </a:spcAft>
              <a:buSzPts val="600"/>
              <a:buChar char="○"/>
              <a:defRPr sz="600"/>
            </a:lvl4pPr>
            <a:lvl5pPr marL="2285943" lvl="4" indent="-266693" rtl="0">
              <a:spcBef>
                <a:spcPts val="600"/>
              </a:spcBef>
              <a:spcAft>
                <a:spcPts val="0"/>
              </a:spcAft>
              <a:buSzPts val="600"/>
              <a:buChar char="−"/>
              <a:defRPr sz="600"/>
            </a:lvl5pPr>
            <a:lvl6pPr marL="2743132" lvl="5" indent="-266693" rtl="0">
              <a:spcBef>
                <a:spcPts val="600"/>
              </a:spcBef>
              <a:spcAft>
                <a:spcPts val="0"/>
              </a:spcAft>
              <a:buSzPts val="600"/>
              <a:buChar char="−"/>
              <a:defRPr sz="600"/>
            </a:lvl6pPr>
            <a:lvl7pPr marL="3200320" lvl="6" indent="-266693" rtl="0">
              <a:spcBef>
                <a:spcPts val="600"/>
              </a:spcBef>
              <a:spcAft>
                <a:spcPts val="0"/>
              </a:spcAft>
              <a:buSzPts val="600"/>
              <a:buChar char="●"/>
              <a:defRPr sz="600"/>
            </a:lvl7pPr>
            <a:lvl8pPr marL="3657509" lvl="7" indent="-266693" rtl="0">
              <a:spcBef>
                <a:spcPts val="600"/>
              </a:spcBef>
              <a:spcAft>
                <a:spcPts val="0"/>
              </a:spcAft>
              <a:buSzPts val="600"/>
              <a:buChar char="○"/>
              <a:defRPr sz="600"/>
            </a:lvl8pPr>
            <a:lvl9pPr marL="4114697" lvl="8" indent="-266693" rtl="0">
              <a:spcBef>
                <a:spcPts val="600"/>
              </a:spcBef>
              <a:spcAft>
                <a:spcPts val="0"/>
              </a:spcAft>
              <a:buSzPts val="600"/>
              <a:buChar char="■"/>
              <a:defRPr sz="600"/>
            </a:lvl9pPr>
          </a:lstStyle>
          <a:p>
            <a:endParaRPr/>
          </a:p>
        </p:txBody>
      </p:sp>
      <p:sp>
        <p:nvSpPr>
          <p:cNvPr id="397" name="Google Shape;397;p52"/>
          <p:cNvSpPr txBox="1">
            <a:spLocks noGrp="1"/>
          </p:cNvSpPr>
          <p:nvPr>
            <p:ph type="body" idx="5"/>
          </p:nvPr>
        </p:nvSpPr>
        <p:spPr>
          <a:xfrm>
            <a:off x="509250" y="903800"/>
            <a:ext cx="4045500" cy="302400"/>
          </a:xfrm>
          <a:prstGeom prst="rect">
            <a:avLst/>
          </a:prstGeom>
          <a:solidFill>
            <a:srgbClr val="FCE5C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189" lvl="0" indent="-317492" rtl="0">
              <a:spcBef>
                <a:spcPts val="0"/>
              </a:spcBef>
              <a:spcAft>
                <a:spcPts val="0"/>
              </a:spcAft>
              <a:buSzPts val="1400"/>
              <a:buChar char="●"/>
              <a:defRPr sz="1400"/>
            </a:lvl1pPr>
            <a:lvl2pPr marL="914378" lvl="1" indent="-317492" rtl="0">
              <a:spcBef>
                <a:spcPts val="800"/>
              </a:spcBef>
              <a:spcAft>
                <a:spcPts val="0"/>
              </a:spcAft>
              <a:buSzPts val="1400"/>
              <a:buChar char="―"/>
              <a:defRPr sz="1400"/>
            </a:lvl2pPr>
            <a:lvl3pPr marL="1371566" lvl="2" indent="-317492" rtl="0">
              <a:spcBef>
                <a:spcPts val="600"/>
              </a:spcBef>
              <a:spcAft>
                <a:spcPts val="0"/>
              </a:spcAft>
              <a:buSzPts val="1400"/>
              <a:buChar char="■"/>
              <a:defRPr/>
            </a:lvl3pPr>
            <a:lvl4pPr marL="1828754" lvl="3" indent="-317492" rtl="0">
              <a:spcBef>
                <a:spcPts val="600"/>
              </a:spcBef>
              <a:spcAft>
                <a:spcPts val="0"/>
              </a:spcAft>
              <a:buSzPts val="1400"/>
              <a:buChar char="○"/>
              <a:defRPr/>
            </a:lvl4pPr>
            <a:lvl5pPr marL="2285943" lvl="4" indent="-317492" rtl="0">
              <a:spcBef>
                <a:spcPts val="600"/>
              </a:spcBef>
              <a:spcAft>
                <a:spcPts val="0"/>
              </a:spcAft>
              <a:buSzPts val="1400"/>
              <a:buChar char="−"/>
              <a:defRPr/>
            </a:lvl5pPr>
            <a:lvl6pPr marL="2743132" lvl="5" indent="-317492" rtl="0">
              <a:spcBef>
                <a:spcPts val="600"/>
              </a:spcBef>
              <a:spcAft>
                <a:spcPts val="0"/>
              </a:spcAft>
              <a:buSzPts val="1400"/>
              <a:buChar char="−"/>
              <a:defRPr/>
            </a:lvl6pPr>
            <a:lvl7pPr marL="3200320" lvl="6" indent="-317492" rtl="0">
              <a:spcBef>
                <a:spcPts val="600"/>
              </a:spcBef>
              <a:spcAft>
                <a:spcPts val="0"/>
              </a:spcAft>
              <a:buSzPts val="1400"/>
              <a:buChar char="●"/>
              <a:defRPr/>
            </a:lvl7pPr>
            <a:lvl8pPr marL="3657509" lvl="7" indent="-317492" rtl="0">
              <a:spcBef>
                <a:spcPts val="600"/>
              </a:spcBef>
              <a:spcAft>
                <a:spcPts val="0"/>
              </a:spcAft>
              <a:buSzPts val="1400"/>
              <a:buChar char="○"/>
              <a:defRPr/>
            </a:lvl8pPr>
            <a:lvl9pPr marL="4114697" lvl="8" indent="-317492" rtl="0">
              <a:spcBef>
                <a:spcPts val="600"/>
              </a:spcBef>
              <a:spcAft>
                <a:spcPts val="0"/>
              </a:spcAft>
              <a:buSzPts val="1400"/>
              <a:buChar char="■"/>
              <a:defRPr/>
            </a:lvl9pPr>
          </a:lstStyle>
          <a:p>
            <a:endParaRPr/>
          </a:p>
        </p:txBody>
      </p:sp>
      <p:sp>
        <p:nvSpPr>
          <p:cNvPr id="398" name="Google Shape;398;p52"/>
          <p:cNvSpPr txBox="1">
            <a:spLocks noGrp="1"/>
          </p:cNvSpPr>
          <p:nvPr>
            <p:ph type="body" idx="6"/>
          </p:nvPr>
        </p:nvSpPr>
        <p:spPr>
          <a:xfrm>
            <a:off x="4589250" y="903800"/>
            <a:ext cx="4045500" cy="302400"/>
          </a:xfrm>
          <a:prstGeom prst="rect">
            <a:avLst/>
          </a:prstGeom>
          <a:solidFill>
            <a:srgbClr val="CFE2F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189" lvl="0" indent="-317492" rtl="0">
              <a:spcBef>
                <a:spcPts val="0"/>
              </a:spcBef>
              <a:spcAft>
                <a:spcPts val="0"/>
              </a:spcAft>
              <a:buSzPts val="1400"/>
              <a:buChar char="●"/>
              <a:defRPr sz="1400"/>
            </a:lvl1pPr>
            <a:lvl2pPr marL="914378" lvl="1" indent="-317492" rtl="0">
              <a:spcBef>
                <a:spcPts val="800"/>
              </a:spcBef>
              <a:spcAft>
                <a:spcPts val="0"/>
              </a:spcAft>
              <a:buSzPts val="1400"/>
              <a:buChar char="―"/>
              <a:defRPr sz="1400"/>
            </a:lvl2pPr>
            <a:lvl3pPr marL="1371566" lvl="2" indent="-317492" rtl="0">
              <a:spcBef>
                <a:spcPts val="600"/>
              </a:spcBef>
              <a:spcAft>
                <a:spcPts val="0"/>
              </a:spcAft>
              <a:buSzPts val="1400"/>
              <a:buChar char="■"/>
              <a:defRPr/>
            </a:lvl3pPr>
            <a:lvl4pPr marL="1828754" lvl="3" indent="-317492" rtl="0">
              <a:spcBef>
                <a:spcPts val="600"/>
              </a:spcBef>
              <a:spcAft>
                <a:spcPts val="0"/>
              </a:spcAft>
              <a:buSzPts val="1400"/>
              <a:buChar char="○"/>
              <a:defRPr/>
            </a:lvl4pPr>
            <a:lvl5pPr marL="2285943" lvl="4" indent="-317492" rtl="0">
              <a:spcBef>
                <a:spcPts val="600"/>
              </a:spcBef>
              <a:spcAft>
                <a:spcPts val="0"/>
              </a:spcAft>
              <a:buSzPts val="1400"/>
              <a:buChar char="−"/>
              <a:defRPr/>
            </a:lvl5pPr>
            <a:lvl6pPr marL="2743132" lvl="5" indent="-317492" rtl="0">
              <a:spcBef>
                <a:spcPts val="600"/>
              </a:spcBef>
              <a:spcAft>
                <a:spcPts val="0"/>
              </a:spcAft>
              <a:buSzPts val="1400"/>
              <a:buChar char="−"/>
              <a:defRPr/>
            </a:lvl6pPr>
            <a:lvl7pPr marL="3200320" lvl="6" indent="-317492" rtl="0">
              <a:spcBef>
                <a:spcPts val="600"/>
              </a:spcBef>
              <a:spcAft>
                <a:spcPts val="0"/>
              </a:spcAft>
              <a:buSzPts val="1400"/>
              <a:buChar char="●"/>
              <a:defRPr/>
            </a:lvl7pPr>
            <a:lvl8pPr marL="3657509" lvl="7" indent="-317492" rtl="0">
              <a:spcBef>
                <a:spcPts val="600"/>
              </a:spcBef>
              <a:spcAft>
                <a:spcPts val="0"/>
              </a:spcAft>
              <a:buSzPts val="1400"/>
              <a:buChar char="○"/>
              <a:defRPr/>
            </a:lvl8pPr>
            <a:lvl9pPr marL="4114697" lvl="8" indent="-317492" rtl="0">
              <a:spcBef>
                <a:spcPts val="600"/>
              </a:spcBef>
              <a:spcAft>
                <a:spcPts val="0"/>
              </a:spcAft>
              <a:buSzPts val="1400"/>
              <a:buChar char="■"/>
              <a:defRPr/>
            </a:lvl9pPr>
          </a:lstStyle>
          <a:p>
            <a:endParaRPr/>
          </a:p>
        </p:txBody>
      </p:sp>
      <p:sp>
        <p:nvSpPr>
          <p:cNvPr id="399" name="Google Shape;399;p52"/>
          <p:cNvSpPr txBox="1">
            <a:spLocks noGrp="1"/>
          </p:cNvSpPr>
          <p:nvPr>
            <p:ph type="body" idx="7"/>
          </p:nvPr>
        </p:nvSpPr>
        <p:spPr>
          <a:xfrm>
            <a:off x="509250" y="2983775"/>
            <a:ext cx="4045500" cy="302400"/>
          </a:xfrm>
          <a:prstGeom prst="rect">
            <a:avLst/>
          </a:prstGeom>
          <a:solidFill>
            <a:srgbClr val="D9EAD3"/>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189" lvl="0" indent="-317492" rtl="0">
              <a:spcBef>
                <a:spcPts val="0"/>
              </a:spcBef>
              <a:spcAft>
                <a:spcPts val="0"/>
              </a:spcAft>
              <a:buSzPts val="1400"/>
              <a:buChar char="●"/>
              <a:defRPr sz="1400"/>
            </a:lvl1pPr>
            <a:lvl2pPr marL="914378" lvl="1" indent="-317492" rtl="0">
              <a:spcBef>
                <a:spcPts val="800"/>
              </a:spcBef>
              <a:spcAft>
                <a:spcPts val="0"/>
              </a:spcAft>
              <a:buSzPts val="1400"/>
              <a:buChar char="―"/>
              <a:defRPr sz="1400"/>
            </a:lvl2pPr>
            <a:lvl3pPr marL="1371566" lvl="2" indent="-317492" rtl="0">
              <a:spcBef>
                <a:spcPts val="600"/>
              </a:spcBef>
              <a:spcAft>
                <a:spcPts val="0"/>
              </a:spcAft>
              <a:buSzPts val="1400"/>
              <a:buChar char="■"/>
              <a:defRPr/>
            </a:lvl3pPr>
            <a:lvl4pPr marL="1828754" lvl="3" indent="-317492" rtl="0">
              <a:spcBef>
                <a:spcPts val="600"/>
              </a:spcBef>
              <a:spcAft>
                <a:spcPts val="0"/>
              </a:spcAft>
              <a:buSzPts val="1400"/>
              <a:buChar char="○"/>
              <a:defRPr/>
            </a:lvl4pPr>
            <a:lvl5pPr marL="2285943" lvl="4" indent="-317492" rtl="0">
              <a:spcBef>
                <a:spcPts val="600"/>
              </a:spcBef>
              <a:spcAft>
                <a:spcPts val="0"/>
              </a:spcAft>
              <a:buSzPts val="1400"/>
              <a:buChar char="−"/>
              <a:defRPr/>
            </a:lvl5pPr>
            <a:lvl6pPr marL="2743132" lvl="5" indent="-317492" rtl="0">
              <a:spcBef>
                <a:spcPts val="600"/>
              </a:spcBef>
              <a:spcAft>
                <a:spcPts val="0"/>
              </a:spcAft>
              <a:buSzPts val="1400"/>
              <a:buChar char="−"/>
              <a:defRPr/>
            </a:lvl6pPr>
            <a:lvl7pPr marL="3200320" lvl="6" indent="-317492" rtl="0">
              <a:spcBef>
                <a:spcPts val="600"/>
              </a:spcBef>
              <a:spcAft>
                <a:spcPts val="0"/>
              </a:spcAft>
              <a:buSzPts val="1400"/>
              <a:buChar char="●"/>
              <a:defRPr/>
            </a:lvl7pPr>
            <a:lvl8pPr marL="3657509" lvl="7" indent="-317492" rtl="0">
              <a:spcBef>
                <a:spcPts val="600"/>
              </a:spcBef>
              <a:spcAft>
                <a:spcPts val="0"/>
              </a:spcAft>
              <a:buSzPts val="1400"/>
              <a:buChar char="○"/>
              <a:defRPr/>
            </a:lvl8pPr>
            <a:lvl9pPr marL="4114697" lvl="8" indent="-317492" rtl="0">
              <a:spcBef>
                <a:spcPts val="600"/>
              </a:spcBef>
              <a:spcAft>
                <a:spcPts val="0"/>
              </a:spcAft>
              <a:buSzPts val="1400"/>
              <a:buChar char="■"/>
              <a:defRPr/>
            </a:lvl9pPr>
          </a:lstStyle>
          <a:p>
            <a:endParaRPr/>
          </a:p>
        </p:txBody>
      </p:sp>
      <p:sp>
        <p:nvSpPr>
          <p:cNvPr id="400" name="Google Shape;400;p52"/>
          <p:cNvSpPr txBox="1">
            <a:spLocks noGrp="1"/>
          </p:cNvSpPr>
          <p:nvPr>
            <p:ph type="body" idx="8"/>
          </p:nvPr>
        </p:nvSpPr>
        <p:spPr>
          <a:xfrm>
            <a:off x="4589250" y="2983775"/>
            <a:ext cx="4045500" cy="302400"/>
          </a:xfrm>
          <a:prstGeom prst="rect">
            <a:avLst/>
          </a:prstGeom>
          <a:solidFill>
            <a:srgbClr val="E6B8A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lvl1pPr marL="457189" lvl="0" indent="-317492" rtl="0">
              <a:spcBef>
                <a:spcPts val="0"/>
              </a:spcBef>
              <a:spcAft>
                <a:spcPts val="0"/>
              </a:spcAft>
              <a:buSzPts val="1400"/>
              <a:buChar char="●"/>
              <a:defRPr sz="1400"/>
            </a:lvl1pPr>
            <a:lvl2pPr marL="914378" lvl="1" indent="-317492" rtl="0">
              <a:spcBef>
                <a:spcPts val="800"/>
              </a:spcBef>
              <a:spcAft>
                <a:spcPts val="0"/>
              </a:spcAft>
              <a:buSzPts val="1400"/>
              <a:buChar char="―"/>
              <a:defRPr sz="1400"/>
            </a:lvl2pPr>
            <a:lvl3pPr marL="1371566" lvl="2" indent="-317492" rtl="0">
              <a:spcBef>
                <a:spcPts val="600"/>
              </a:spcBef>
              <a:spcAft>
                <a:spcPts val="0"/>
              </a:spcAft>
              <a:buSzPts val="1400"/>
              <a:buChar char="■"/>
              <a:defRPr/>
            </a:lvl3pPr>
            <a:lvl4pPr marL="1828754" lvl="3" indent="-317492" rtl="0">
              <a:spcBef>
                <a:spcPts val="600"/>
              </a:spcBef>
              <a:spcAft>
                <a:spcPts val="0"/>
              </a:spcAft>
              <a:buSzPts val="1400"/>
              <a:buChar char="○"/>
              <a:defRPr/>
            </a:lvl4pPr>
            <a:lvl5pPr marL="2285943" lvl="4" indent="-317492" rtl="0">
              <a:spcBef>
                <a:spcPts val="600"/>
              </a:spcBef>
              <a:spcAft>
                <a:spcPts val="0"/>
              </a:spcAft>
              <a:buSzPts val="1400"/>
              <a:buChar char="−"/>
              <a:defRPr/>
            </a:lvl5pPr>
            <a:lvl6pPr marL="2743132" lvl="5" indent="-317492" rtl="0">
              <a:spcBef>
                <a:spcPts val="600"/>
              </a:spcBef>
              <a:spcAft>
                <a:spcPts val="0"/>
              </a:spcAft>
              <a:buSzPts val="1400"/>
              <a:buChar char="−"/>
              <a:defRPr/>
            </a:lvl6pPr>
            <a:lvl7pPr marL="3200320" lvl="6" indent="-317492" rtl="0">
              <a:spcBef>
                <a:spcPts val="600"/>
              </a:spcBef>
              <a:spcAft>
                <a:spcPts val="0"/>
              </a:spcAft>
              <a:buSzPts val="1400"/>
              <a:buChar char="●"/>
              <a:defRPr/>
            </a:lvl7pPr>
            <a:lvl8pPr marL="3657509" lvl="7" indent="-317492" rtl="0">
              <a:spcBef>
                <a:spcPts val="600"/>
              </a:spcBef>
              <a:spcAft>
                <a:spcPts val="0"/>
              </a:spcAft>
              <a:buSzPts val="1400"/>
              <a:buChar char="○"/>
              <a:defRPr/>
            </a:lvl8pPr>
            <a:lvl9pPr marL="4114697" lvl="8" indent="-317492" rtl="0">
              <a:spcBef>
                <a:spcPts val="600"/>
              </a:spcBef>
              <a:spcAft>
                <a:spcPts val="0"/>
              </a:spcAft>
              <a:buSzPts val="1400"/>
              <a:buChar char="■"/>
              <a:defRPr/>
            </a:lvl9pPr>
          </a:lstStyle>
          <a:p>
            <a:endParaRPr/>
          </a:p>
        </p:txBody>
      </p:sp>
    </p:spTree>
    <p:extLst>
      <p:ext uri="{BB962C8B-B14F-4D97-AF65-F5344CB8AC3E}">
        <p14:creationId xmlns:p14="http://schemas.microsoft.com/office/powerpoint/2010/main" val="82293680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401"/>
        <p:cNvGrpSpPr/>
        <p:nvPr/>
      </p:nvGrpSpPr>
      <p:grpSpPr>
        <a:xfrm>
          <a:off x="0" y="0"/>
          <a:ext cx="0" cy="0"/>
          <a:chOff x="0" y="0"/>
          <a:chExt cx="0" cy="0"/>
        </a:xfrm>
      </p:grpSpPr>
      <p:pic>
        <p:nvPicPr>
          <p:cNvPr id="402" name="Google Shape;402;p53"/>
          <p:cNvPicPr preferRelativeResize="0"/>
          <p:nvPr/>
        </p:nvPicPr>
        <p:blipFill rotWithShape="1">
          <a:blip r:embed="rId2">
            <a:alphaModFix/>
          </a:blip>
          <a:srcRect/>
          <a:stretch/>
        </p:blipFill>
        <p:spPr>
          <a:xfrm>
            <a:off x="0" y="2283843"/>
            <a:ext cx="9144000" cy="1746900"/>
          </a:xfrm>
          <a:prstGeom prst="rect">
            <a:avLst/>
          </a:prstGeom>
          <a:noFill/>
          <a:ln>
            <a:noFill/>
          </a:ln>
        </p:spPr>
      </p:pic>
      <p:sp>
        <p:nvSpPr>
          <p:cNvPr id="403" name="Google Shape;403;p53"/>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04" name="Google Shape;404;p53"/>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189" lvl="0" indent="-228594" rtl="0">
              <a:spcBef>
                <a:spcPts val="0"/>
              </a:spcBef>
              <a:spcAft>
                <a:spcPts val="0"/>
              </a:spcAft>
              <a:buClr>
                <a:srgbClr val="5F5F62"/>
              </a:buClr>
              <a:buSzPts val="2000"/>
              <a:buFont typeface="Arial"/>
              <a:buNone/>
              <a:defRPr/>
            </a:lvl1pPr>
            <a:lvl2pPr marL="914378" lvl="1" indent="-228594" rtl="0">
              <a:spcBef>
                <a:spcPts val="800"/>
              </a:spcBef>
              <a:spcAft>
                <a:spcPts val="0"/>
              </a:spcAft>
              <a:buClr>
                <a:srgbClr val="888888"/>
              </a:buClr>
              <a:buSzPts val="1600"/>
              <a:buFont typeface="Arial"/>
              <a:buNone/>
              <a:defRPr/>
            </a:lvl2pPr>
            <a:lvl3pPr marL="1371566" lvl="2" indent="-228594" rtl="0">
              <a:spcBef>
                <a:spcPts val="600"/>
              </a:spcBef>
              <a:spcAft>
                <a:spcPts val="0"/>
              </a:spcAft>
              <a:buClr>
                <a:srgbClr val="888888"/>
              </a:buClr>
              <a:buSzPts val="1400"/>
              <a:buFont typeface="Arial"/>
              <a:buNone/>
              <a:defRPr/>
            </a:lvl3pPr>
            <a:lvl4pPr marL="1828754" lvl="3" indent="-228594" rtl="0">
              <a:spcBef>
                <a:spcPts val="600"/>
              </a:spcBef>
              <a:spcAft>
                <a:spcPts val="0"/>
              </a:spcAft>
              <a:buClr>
                <a:srgbClr val="888888"/>
              </a:buClr>
              <a:buSzPts val="1400"/>
              <a:buFont typeface="Arial"/>
              <a:buNone/>
              <a:defRPr/>
            </a:lvl4pPr>
            <a:lvl5pPr marL="2285943" lvl="4" indent="-228594" rtl="0">
              <a:spcBef>
                <a:spcPts val="600"/>
              </a:spcBef>
              <a:spcAft>
                <a:spcPts val="0"/>
              </a:spcAft>
              <a:buClr>
                <a:srgbClr val="888888"/>
              </a:buClr>
              <a:buSzPts val="1400"/>
              <a:buFont typeface="Arial"/>
              <a:buNone/>
              <a:defRPr/>
            </a:lvl5pPr>
            <a:lvl6pPr marL="2743132" lvl="5" indent="-228594" rtl="0">
              <a:spcBef>
                <a:spcPts val="600"/>
              </a:spcBef>
              <a:spcAft>
                <a:spcPts val="0"/>
              </a:spcAft>
              <a:buClr>
                <a:srgbClr val="888888"/>
              </a:buClr>
              <a:buSzPts val="1400"/>
              <a:buFont typeface="Arial"/>
              <a:buNone/>
              <a:defRPr/>
            </a:lvl6pPr>
            <a:lvl7pPr marL="3200320" lvl="6" indent="-228594" rtl="0">
              <a:spcBef>
                <a:spcPts val="600"/>
              </a:spcBef>
              <a:spcAft>
                <a:spcPts val="0"/>
              </a:spcAft>
              <a:buClr>
                <a:srgbClr val="888888"/>
              </a:buClr>
              <a:buSzPts val="1400"/>
              <a:buFont typeface="Arial"/>
              <a:buNone/>
              <a:defRPr/>
            </a:lvl7pPr>
            <a:lvl8pPr marL="3657509" lvl="7" indent="-228594" rtl="0">
              <a:spcBef>
                <a:spcPts val="600"/>
              </a:spcBef>
              <a:spcAft>
                <a:spcPts val="0"/>
              </a:spcAft>
              <a:buClr>
                <a:srgbClr val="888888"/>
              </a:buClr>
              <a:buSzPts val="1400"/>
              <a:buFont typeface="Arial"/>
              <a:buNone/>
              <a:defRPr/>
            </a:lvl8pPr>
            <a:lvl9pPr marL="4114697" lvl="8" indent="-228594" rtl="0">
              <a:spcBef>
                <a:spcPts val="600"/>
              </a:spcBef>
              <a:spcAft>
                <a:spcPts val="0"/>
              </a:spcAft>
              <a:buClr>
                <a:srgbClr val="888888"/>
              </a:buClr>
              <a:buSzPts val="1400"/>
              <a:buFont typeface="Arial"/>
              <a:buNone/>
              <a:defRPr/>
            </a:lvl9pPr>
          </a:lstStyle>
          <a:p>
            <a:endParaRPr/>
          </a:p>
        </p:txBody>
      </p:sp>
      <p:sp>
        <p:nvSpPr>
          <p:cNvPr id="405" name="Google Shape;405;p53"/>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6" name="Google Shape;406;p53"/>
          <p:cNvSpPr/>
          <p:nvPr/>
        </p:nvSpPr>
        <p:spPr>
          <a:xfrm>
            <a:off x="0" y="2283843"/>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07" name="Google Shape;407;p53"/>
          <p:cNvSpPr/>
          <p:nvPr/>
        </p:nvSpPr>
        <p:spPr>
          <a:xfrm>
            <a:off x="0" y="2283843"/>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08" name="Google Shape;408;p53"/>
          <p:cNvPicPr preferRelativeResize="0"/>
          <p:nvPr/>
        </p:nvPicPr>
        <p:blipFill rotWithShape="1">
          <a:blip r:embed="rId3">
            <a:alphaModFix/>
          </a:blip>
          <a:srcRect/>
          <a:stretch/>
        </p:blipFill>
        <p:spPr>
          <a:xfrm>
            <a:off x="5105400" y="4229100"/>
            <a:ext cx="3124200" cy="304200"/>
          </a:xfrm>
          <a:prstGeom prst="rect">
            <a:avLst/>
          </a:prstGeom>
          <a:noFill/>
          <a:ln>
            <a:noFill/>
          </a:ln>
        </p:spPr>
      </p:pic>
      <p:sp>
        <p:nvSpPr>
          <p:cNvPr id="409" name="Google Shape;409;p53"/>
          <p:cNvSpPr/>
          <p:nvPr/>
        </p:nvSpPr>
        <p:spPr>
          <a:xfrm>
            <a:off x="682487" y="4642089"/>
            <a:ext cx="3432300" cy="114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sz="1800"/>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119578257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Thank You Trademark">
  <p:cSld name="Thank You Trademark">
    <p:spTree>
      <p:nvGrpSpPr>
        <p:cNvPr id="1" name="Shape 410"/>
        <p:cNvGrpSpPr/>
        <p:nvPr/>
      </p:nvGrpSpPr>
      <p:grpSpPr>
        <a:xfrm>
          <a:off x="0" y="0"/>
          <a:ext cx="0" cy="0"/>
          <a:chOff x="0" y="0"/>
          <a:chExt cx="0" cy="0"/>
        </a:xfrm>
      </p:grpSpPr>
      <p:pic>
        <p:nvPicPr>
          <p:cNvPr id="411" name="Google Shape;411;p54"/>
          <p:cNvPicPr preferRelativeResize="0"/>
          <p:nvPr/>
        </p:nvPicPr>
        <p:blipFill rotWithShape="1">
          <a:blip r:embed="rId2">
            <a:alphaModFix/>
          </a:blip>
          <a:srcRect/>
          <a:stretch/>
        </p:blipFill>
        <p:spPr>
          <a:xfrm>
            <a:off x="0" y="1744218"/>
            <a:ext cx="9144000" cy="1746900"/>
          </a:xfrm>
          <a:prstGeom prst="rect">
            <a:avLst/>
          </a:prstGeom>
          <a:noFill/>
          <a:ln>
            <a:noFill/>
          </a:ln>
        </p:spPr>
      </p:pic>
      <p:sp>
        <p:nvSpPr>
          <p:cNvPr id="412" name="Google Shape;412;p54"/>
          <p:cNvSpPr txBox="1">
            <a:spLocks noGrp="1"/>
          </p:cNvSpPr>
          <p:nvPr>
            <p:ph type="title"/>
          </p:nvPr>
        </p:nvSpPr>
        <p:spPr>
          <a:xfrm>
            <a:off x="685800" y="342900"/>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13" name="Google Shape;413;p54"/>
          <p:cNvSpPr txBox="1">
            <a:spLocks noGrp="1"/>
          </p:cNvSpPr>
          <p:nvPr>
            <p:ph type="body" idx="1"/>
          </p:nvPr>
        </p:nvSpPr>
        <p:spPr>
          <a:xfrm>
            <a:off x="685800" y="1275588"/>
            <a:ext cx="7772400" cy="411600"/>
          </a:xfrm>
          <a:prstGeom prst="rect">
            <a:avLst/>
          </a:prstGeom>
          <a:noFill/>
          <a:ln>
            <a:noFill/>
          </a:ln>
        </p:spPr>
        <p:txBody>
          <a:bodyPr spcFirstLastPara="1" wrap="square" lIns="91425" tIns="91425" rIns="91425" bIns="91425" anchor="t" anchorCtr="0">
            <a:noAutofit/>
          </a:bodyPr>
          <a:lstStyle>
            <a:lvl1pPr marL="457189" lvl="0" indent="-228594" rtl="0">
              <a:spcBef>
                <a:spcPts val="0"/>
              </a:spcBef>
              <a:spcAft>
                <a:spcPts val="0"/>
              </a:spcAft>
              <a:buClr>
                <a:srgbClr val="5F5F62"/>
              </a:buClr>
              <a:buSzPts val="2000"/>
              <a:buFont typeface="Arial"/>
              <a:buNone/>
              <a:defRPr/>
            </a:lvl1pPr>
            <a:lvl2pPr marL="914378" lvl="1" indent="-228594" rtl="0">
              <a:spcBef>
                <a:spcPts val="800"/>
              </a:spcBef>
              <a:spcAft>
                <a:spcPts val="0"/>
              </a:spcAft>
              <a:buClr>
                <a:srgbClr val="888888"/>
              </a:buClr>
              <a:buSzPts val="1600"/>
              <a:buFont typeface="Arial"/>
              <a:buNone/>
              <a:defRPr/>
            </a:lvl2pPr>
            <a:lvl3pPr marL="1371566" lvl="2" indent="-228594" rtl="0">
              <a:spcBef>
                <a:spcPts val="600"/>
              </a:spcBef>
              <a:spcAft>
                <a:spcPts val="0"/>
              </a:spcAft>
              <a:buClr>
                <a:srgbClr val="888888"/>
              </a:buClr>
              <a:buSzPts val="1400"/>
              <a:buFont typeface="Arial"/>
              <a:buNone/>
              <a:defRPr/>
            </a:lvl3pPr>
            <a:lvl4pPr marL="1828754" lvl="3" indent="-228594" rtl="0">
              <a:spcBef>
                <a:spcPts val="600"/>
              </a:spcBef>
              <a:spcAft>
                <a:spcPts val="0"/>
              </a:spcAft>
              <a:buClr>
                <a:srgbClr val="888888"/>
              </a:buClr>
              <a:buSzPts val="1400"/>
              <a:buFont typeface="Arial"/>
              <a:buNone/>
              <a:defRPr/>
            </a:lvl4pPr>
            <a:lvl5pPr marL="2285943" lvl="4" indent="-228594" rtl="0">
              <a:spcBef>
                <a:spcPts val="600"/>
              </a:spcBef>
              <a:spcAft>
                <a:spcPts val="0"/>
              </a:spcAft>
              <a:buClr>
                <a:srgbClr val="888888"/>
              </a:buClr>
              <a:buSzPts val="1400"/>
              <a:buFont typeface="Arial"/>
              <a:buNone/>
              <a:defRPr/>
            </a:lvl5pPr>
            <a:lvl6pPr marL="2743132" lvl="5" indent="-228594" rtl="0">
              <a:spcBef>
                <a:spcPts val="600"/>
              </a:spcBef>
              <a:spcAft>
                <a:spcPts val="0"/>
              </a:spcAft>
              <a:buClr>
                <a:srgbClr val="888888"/>
              </a:buClr>
              <a:buSzPts val="1400"/>
              <a:buFont typeface="Arial"/>
              <a:buNone/>
              <a:defRPr/>
            </a:lvl6pPr>
            <a:lvl7pPr marL="3200320" lvl="6" indent="-228594" rtl="0">
              <a:spcBef>
                <a:spcPts val="600"/>
              </a:spcBef>
              <a:spcAft>
                <a:spcPts val="0"/>
              </a:spcAft>
              <a:buClr>
                <a:srgbClr val="888888"/>
              </a:buClr>
              <a:buSzPts val="1400"/>
              <a:buFont typeface="Arial"/>
              <a:buNone/>
              <a:defRPr/>
            </a:lvl7pPr>
            <a:lvl8pPr marL="3657509" lvl="7" indent="-228594" rtl="0">
              <a:spcBef>
                <a:spcPts val="600"/>
              </a:spcBef>
              <a:spcAft>
                <a:spcPts val="0"/>
              </a:spcAft>
              <a:buClr>
                <a:srgbClr val="888888"/>
              </a:buClr>
              <a:buSzPts val="1400"/>
              <a:buFont typeface="Arial"/>
              <a:buNone/>
              <a:defRPr/>
            </a:lvl8pPr>
            <a:lvl9pPr marL="4114697" lvl="8" indent="-228594" rtl="0">
              <a:spcBef>
                <a:spcPts val="600"/>
              </a:spcBef>
              <a:spcAft>
                <a:spcPts val="0"/>
              </a:spcAft>
              <a:buClr>
                <a:srgbClr val="888888"/>
              </a:buClr>
              <a:buSzPts val="1400"/>
              <a:buFont typeface="Arial"/>
              <a:buNone/>
              <a:defRPr/>
            </a:lvl9pPr>
          </a:lstStyle>
          <a:p>
            <a:endParaRPr/>
          </a:p>
        </p:txBody>
      </p:sp>
      <p:sp>
        <p:nvSpPr>
          <p:cNvPr id="414" name="Google Shape;414;p54"/>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5" name="Google Shape;415;p54"/>
          <p:cNvSpPr/>
          <p:nvPr/>
        </p:nvSpPr>
        <p:spPr>
          <a:xfrm>
            <a:off x="0" y="1744218"/>
            <a:ext cx="3581400" cy="1748700"/>
          </a:xfrm>
          <a:prstGeom prst="rect">
            <a:avLst/>
          </a:prstGeom>
          <a:gradFill>
            <a:gsLst>
              <a:gs pos="0">
                <a:srgbClr val="FEFEFE"/>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6" name="Google Shape;416;p54"/>
          <p:cNvSpPr/>
          <p:nvPr/>
        </p:nvSpPr>
        <p:spPr>
          <a:xfrm>
            <a:off x="0" y="1744218"/>
            <a:ext cx="137100" cy="1748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17" name="Google Shape;417;p54"/>
          <p:cNvPicPr preferRelativeResize="0"/>
          <p:nvPr/>
        </p:nvPicPr>
        <p:blipFill rotWithShape="1">
          <a:blip r:embed="rId3">
            <a:alphaModFix/>
          </a:blip>
          <a:srcRect/>
          <a:stretch/>
        </p:blipFill>
        <p:spPr>
          <a:xfrm>
            <a:off x="5105400" y="3696236"/>
            <a:ext cx="3124200" cy="304200"/>
          </a:xfrm>
          <a:prstGeom prst="rect">
            <a:avLst/>
          </a:prstGeom>
          <a:noFill/>
          <a:ln>
            <a:noFill/>
          </a:ln>
        </p:spPr>
      </p:pic>
      <p:sp>
        <p:nvSpPr>
          <p:cNvPr id="418" name="Google Shape;418;p54"/>
          <p:cNvSpPr/>
          <p:nvPr/>
        </p:nvSpPr>
        <p:spPr>
          <a:xfrm>
            <a:off x="682487" y="4179768"/>
            <a:ext cx="7775700" cy="563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 sz="900" b="1" i="0" u="none" strike="noStrike" cap="none">
                <a:solidFill>
                  <a:schemeClr val="dk2"/>
                </a:solidFill>
                <a:latin typeface="Arial"/>
                <a:ea typeface="Arial"/>
                <a:cs typeface="Arial"/>
                <a:sym typeface="Arial"/>
              </a:rPr>
              <a:t>Trademark Attribution</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GLOBALFOUNDRIES</a:t>
            </a:r>
            <a:r>
              <a:rPr lang="en" sz="900" b="0" i="0" u="none" strike="noStrike" cap="none" baseline="30000">
                <a:solidFill>
                  <a:schemeClr val="dk2"/>
                </a:solidFill>
                <a:latin typeface="Arial"/>
                <a:ea typeface="Arial"/>
                <a:cs typeface="Arial"/>
                <a:sym typeface="Arial"/>
              </a:rPr>
              <a:t>®</a:t>
            </a:r>
            <a:r>
              <a:rPr lang="en" sz="900" b="0" i="0" u="none" strike="noStrike" cap="none">
                <a:solidFill>
                  <a:schemeClr val="dk2"/>
                </a:solidFill>
                <a:latin typeface="Arial"/>
                <a:ea typeface="Arial"/>
                <a:cs typeface="Arial"/>
                <a:sym typeface="Arial"/>
              </a:rPr>
              <a:t>, the GLOBALFOUNDRIES logo and combinations thereof, and GLOBALFOUNDRIES’ other trademarks and service marks are owned by GLOBALFOUNDRIES Inc. in the United States and/or other jurisdictions. All other brand names, product names, or trademarks belong to their respective owners and are used herein solely to identify the products and/or services offered by those trademark owners. </a:t>
            </a:r>
            <a:endParaRPr sz="900" b="0" i="0" u="none" strike="noStrike" cap="none">
              <a:solidFill>
                <a:schemeClr val="dk2"/>
              </a:solidFill>
              <a:latin typeface="Arial"/>
              <a:ea typeface="Arial"/>
              <a:cs typeface="Arial"/>
              <a:sym typeface="Arial"/>
            </a:endParaRPr>
          </a:p>
          <a:p>
            <a:pPr marL="0" marR="0" lvl="0" indent="0" algn="l" rtl="0">
              <a:lnSpc>
                <a:spcPct val="90000"/>
              </a:lnSpc>
              <a:spcBef>
                <a:spcPts val="500"/>
              </a:spcBef>
              <a:spcAft>
                <a:spcPts val="0"/>
              </a:spcAft>
              <a:buNone/>
            </a:pPr>
            <a:r>
              <a:rPr lang="en" sz="900" b="0" i="0" u="none" strike="noStrike" cap="none">
                <a:solidFill>
                  <a:schemeClr val="dk2"/>
                </a:solidFill>
                <a:latin typeface="Arial"/>
                <a:ea typeface="Arial"/>
                <a:cs typeface="Arial"/>
                <a:sym typeface="Arial"/>
              </a:rPr>
              <a:t>© 2013 GLOBALFOUNDRIES Inc. All rights reserved.</a:t>
            </a:r>
            <a:endParaRPr sz="1800"/>
          </a:p>
          <a:p>
            <a:pPr marL="0" marR="0" lvl="0" indent="0" algn="l" rtl="0">
              <a:lnSpc>
                <a:spcPct val="90000"/>
              </a:lnSpc>
              <a:spcBef>
                <a:spcPts val="500"/>
              </a:spcBef>
              <a:spcAft>
                <a:spcPts val="0"/>
              </a:spcAft>
              <a:buNone/>
            </a:pPr>
            <a:endParaRPr sz="9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420257840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19"/>
        <p:cNvGrpSpPr/>
        <p:nvPr/>
      </p:nvGrpSpPr>
      <p:grpSpPr>
        <a:xfrm>
          <a:off x="0" y="0"/>
          <a:ext cx="0" cy="0"/>
          <a:chOff x="0" y="0"/>
          <a:chExt cx="0" cy="0"/>
        </a:xfrm>
      </p:grpSpPr>
      <p:sp>
        <p:nvSpPr>
          <p:cNvPr id="420" name="Google Shape;420;p55"/>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1" name="Google Shape;421;p55"/>
          <p:cNvSpPr txBox="1">
            <a:spLocks noGrp="1"/>
          </p:cNvSpPr>
          <p:nvPr>
            <p:ph type="body" idx="1"/>
          </p:nvPr>
        </p:nvSpPr>
        <p:spPr>
          <a:xfrm rot="5400000">
            <a:off x="2800350" y="-1028700"/>
            <a:ext cx="3543300" cy="7772400"/>
          </a:xfrm>
          <a:prstGeom prst="rect">
            <a:avLst/>
          </a:prstGeom>
          <a:noFill/>
          <a:ln>
            <a:noFill/>
          </a:ln>
        </p:spPr>
        <p:txBody>
          <a:bodyPr spcFirstLastPara="1" wrap="square" lIns="91425" tIns="91425" rIns="91425" bIns="91425" anchor="t" anchorCtr="0">
            <a:noAutofit/>
          </a:bodyPr>
          <a:lstStyle>
            <a:lvl1pPr marL="457189" lvl="0" indent="-355591" algn="l" rtl="0">
              <a:lnSpc>
                <a:spcPct val="90000"/>
              </a:lnSpc>
              <a:spcBef>
                <a:spcPts val="1200"/>
              </a:spcBef>
              <a:spcAft>
                <a:spcPts val="0"/>
              </a:spcAft>
              <a:buClr>
                <a:srgbClr val="3F3F41"/>
              </a:buClr>
              <a:buSzPts val="2000"/>
              <a:buFont typeface="Arial"/>
              <a:buChar char="•"/>
              <a:defRPr/>
            </a:lvl1pPr>
            <a:lvl2pPr marL="914378" lvl="1" indent="-330192" algn="l" rtl="0">
              <a:lnSpc>
                <a:spcPct val="90000"/>
              </a:lnSpc>
              <a:spcBef>
                <a:spcPts val="800"/>
              </a:spcBef>
              <a:spcAft>
                <a:spcPts val="0"/>
              </a:spcAft>
              <a:buClr>
                <a:srgbClr val="3F3F41"/>
              </a:buClr>
              <a:buSzPts val="1600"/>
              <a:buFont typeface="Arial"/>
              <a:buChar char="–"/>
              <a:defRPr/>
            </a:lvl2pPr>
            <a:lvl3pPr marL="1371566" lvl="2" indent="-317492" algn="l" rtl="0">
              <a:lnSpc>
                <a:spcPct val="90000"/>
              </a:lnSpc>
              <a:spcBef>
                <a:spcPts val="600"/>
              </a:spcBef>
              <a:spcAft>
                <a:spcPts val="0"/>
              </a:spcAft>
              <a:buClr>
                <a:srgbClr val="3F3F41"/>
              </a:buClr>
              <a:buSzPts val="1400"/>
              <a:buFont typeface="Arial"/>
              <a:buChar char="•"/>
              <a:defRPr/>
            </a:lvl3pPr>
            <a:lvl4pPr marL="1828754" lvl="3" indent="-317492" algn="l" rtl="0">
              <a:lnSpc>
                <a:spcPct val="90000"/>
              </a:lnSpc>
              <a:spcBef>
                <a:spcPts val="600"/>
              </a:spcBef>
              <a:spcAft>
                <a:spcPts val="0"/>
              </a:spcAft>
              <a:buClr>
                <a:srgbClr val="3F3F41"/>
              </a:buClr>
              <a:buSzPts val="1400"/>
              <a:buFont typeface="Arial"/>
              <a:buChar char="–"/>
              <a:defRPr/>
            </a:lvl4pPr>
            <a:lvl5pPr marL="2285943" lvl="4" indent="-317492" algn="l" rtl="0">
              <a:lnSpc>
                <a:spcPct val="90000"/>
              </a:lnSpc>
              <a:spcBef>
                <a:spcPts val="600"/>
              </a:spcBef>
              <a:spcAft>
                <a:spcPts val="0"/>
              </a:spcAft>
              <a:buClr>
                <a:srgbClr val="3F3F41"/>
              </a:buClr>
              <a:buSzPts val="1400"/>
              <a:buFont typeface="Arial"/>
              <a:buChar char="•"/>
              <a:defRPr/>
            </a:lvl5pPr>
            <a:lvl6pPr marL="2743132" lvl="5" indent="-317492" algn="l" rtl="0">
              <a:lnSpc>
                <a:spcPct val="90000"/>
              </a:lnSpc>
              <a:spcBef>
                <a:spcPts val="600"/>
              </a:spcBef>
              <a:spcAft>
                <a:spcPts val="0"/>
              </a:spcAft>
              <a:buClr>
                <a:srgbClr val="3F3F41"/>
              </a:buClr>
              <a:buSzPts val="1400"/>
              <a:buFont typeface="Arial"/>
              <a:buChar char="–"/>
              <a:defRPr/>
            </a:lvl6pPr>
            <a:lvl7pPr marL="3200320" lvl="6" indent="-317492" algn="l" rtl="0">
              <a:lnSpc>
                <a:spcPct val="90000"/>
              </a:lnSpc>
              <a:spcBef>
                <a:spcPts val="600"/>
              </a:spcBef>
              <a:spcAft>
                <a:spcPts val="0"/>
              </a:spcAft>
              <a:buClr>
                <a:srgbClr val="3F3F41"/>
              </a:buClr>
              <a:buSzPts val="1400"/>
              <a:buFont typeface="Arial"/>
              <a:buChar char="•"/>
              <a:defRPr/>
            </a:lvl7pPr>
            <a:lvl8pPr marL="3657509" lvl="7" indent="-317492" algn="l" rtl="0">
              <a:lnSpc>
                <a:spcPct val="90000"/>
              </a:lnSpc>
              <a:spcBef>
                <a:spcPts val="600"/>
              </a:spcBef>
              <a:spcAft>
                <a:spcPts val="0"/>
              </a:spcAft>
              <a:buClr>
                <a:srgbClr val="3F3F41"/>
              </a:buClr>
              <a:buSzPts val="1400"/>
              <a:buFont typeface="Arial"/>
              <a:buChar char="–"/>
              <a:defRPr/>
            </a:lvl8pPr>
            <a:lvl9pPr marL="4114697" lvl="8" indent="-317492" algn="l" rtl="0">
              <a:lnSpc>
                <a:spcPct val="90000"/>
              </a:lnSpc>
              <a:spcBef>
                <a:spcPts val="600"/>
              </a:spcBef>
              <a:spcAft>
                <a:spcPts val="0"/>
              </a:spcAft>
              <a:buClr>
                <a:srgbClr val="3F3F41"/>
              </a:buClr>
              <a:buSzPts val="1400"/>
              <a:buFont typeface="Arial"/>
              <a:buChar char="•"/>
              <a:defRPr/>
            </a:lvl9pPr>
          </a:lstStyle>
          <a:p>
            <a:endParaRPr/>
          </a:p>
        </p:txBody>
      </p:sp>
      <p:sp>
        <p:nvSpPr>
          <p:cNvPr id="422" name="Google Shape;422;p55"/>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423" name="Google Shape;423;p55"/>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424" name="Google Shape;424;p55"/>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9970067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25"/>
        <p:cNvGrpSpPr/>
        <p:nvPr/>
      </p:nvGrpSpPr>
      <p:grpSpPr>
        <a:xfrm>
          <a:off x="0" y="0"/>
          <a:ext cx="0" cy="0"/>
          <a:chOff x="0" y="0"/>
          <a:chExt cx="0" cy="0"/>
        </a:xfrm>
      </p:grpSpPr>
      <p:sp>
        <p:nvSpPr>
          <p:cNvPr id="426" name="Google Shape;426;p56"/>
          <p:cNvSpPr txBox="1">
            <a:spLocks noGrp="1"/>
          </p:cNvSpPr>
          <p:nvPr>
            <p:ph type="title"/>
          </p:nvPr>
        </p:nvSpPr>
        <p:spPr>
          <a:xfrm rot="5400000">
            <a:off x="5808750" y="1979700"/>
            <a:ext cx="4457700" cy="841200"/>
          </a:xfrm>
          <a:prstGeom prst="rect">
            <a:avLst/>
          </a:prstGeom>
          <a:noFill/>
          <a:ln>
            <a:noFill/>
          </a:ln>
        </p:spPr>
        <p:txBody>
          <a:bodyPr spcFirstLastPara="1" wrap="square" lIns="91425" tIns="91425" rIns="91425" bIns="91425" anchor="b" anchorCtr="0">
            <a:noAutofit/>
          </a:bodyPr>
          <a:lstStyle>
            <a:lvl1pPr lvl="0" algn="l" rtl="0">
              <a:lnSpc>
                <a:spcPct val="90000"/>
              </a:lnSpc>
              <a:spcBef>
                <a:spcPts val="0"/>
              </a:spcBef>
              <a:spcAft>
                <a:spcPts val="0"/>
              </a:spcAft>
              <a:buClr>
                <a:schemeClr val="accent1"/>
              </a:buClr>
              <a:buSzPts val="2400"/>
              <a:buFont typeface="Arial"/>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27" name="Google Shape;427;p56"/>
          <p:cNvSpPr txBox="1">
            <a:spLocks noGrp="1"/>
          </p:cNvSpPr>
          <p:nvPr>
            <p:ph type="body" idx="1"/>
          </p:nvPr>
        </p:nvSpPr>
        <p:spPr>
          <a:xfrm rot="5400000">
            <a:off x="1733550" y="-876300"/>
            <a:ext cx="4457700" cy="6553200"/>
          </a:xfrm>
          <a:prstGeom prst="rect">
            <a:avLst/>
          </a:prstGeom>
          <a:noFill/>
          <a:ln>
            <a:noFill/>
          </a:ln>
        </p:spPr>
        <p:txBody>
          <a:bodyPr spcFirstLastPara="1" wrap="square" lIns="91425" tIns="91425" rIns="91425" bIns="91425" anchor="t" anchorCtr="0">
            <a:noAutofit/>
          </a:bodyPr>
          <a:lstStyle>
            <a:lvl1pPr marL="457189" lvl="0" indent="-355591" algn="l" rtl="0">
              <a:lnSpc>
                <a:spcPct val="90000"/>
              </a:lnSpc>
              <a:spcBef>
                <a:spcPts val="1200"/>
              </a:spcBef>
              <a:spcAft>
                <a:spcPts val="0"/>
              </a:spcAft>
              <a:buClr>
                <a:srgbClr val="3F3F41"/>
              </a:buClr>
              <a:buSzPts val="2000"/>
              <a:buFont typeface="Arial"/>
              <a:buChar char="•"/>
              <a:defRPr/>
            </a:lvl1pPr>
            <a:lvl2pPr marL="914378" lvl="1" indent="-330192" algn="l" rtl="0">
              <a:lnSpc>
                <a:spcPct val="90000"/>
              </a:lnSpc>
              <a:spcBef>
                <a:spcPts val="800"/>
              </a:spcBef>
              <a:spcAft>
                <a:spcPts val="0"/>
              </a:spcAft>
              <a:buClr>
                <a:srgbClr val="3F3F41"/>
              </a:buClr>
              <a:buSzPts val="1600"/>
              <a:buFont typeface="Arial"/>
              <a:buChar char="–"/>
              <a:defRPr/>
            </a:lvl2pPr>
            <a:lvl3pPr marL="1371566" lvl="2" indent="-317492" algn="l" rtl="0">
              <a:lnSpc>
                <a:spcPct val="90000"/>
              </a:lnSpc>
              <a:spcBef>
                <a:spcPts val="600"/>
              </a:spcBef>
              <a:spcAft>
                <a:spcPts val="0"/>
              </a:spcAft>
              <a:buClr>
                <a:srgbClr val="3F3F41"/>
              </a:buClr>
              <a:buSzPts val="1400"/>
              <a:buFont typeface="Arial"/>
              <a:buChar char="•"/>
              <a:defRPr/>
            </a:lvl3pPr>
            <a:lvl4pPr marL="1828754" lvl="3" indent="-317492" algn="l" rtl="0">
              <a:lnSpc>
                <a:spcPct val="90000"/>
              </a:lnSpc>
              <a:spcBef>
                <a:spcPts val="600"/>
              </a:spcBef>
              <a:spcAft>
                <a:spcPts val="0"/>
              </a:spcAft>
              <a:buClr>
                <a:srgbClr val="3F3F41"/>
              </a:buClr>
              <a:buSzPts val="1400"/>
              <a:buFont typeface="Arial"/>
              <a:buChar char="–"/>
              <a:defRPr/>
            </a:lvl4pPr>
            <a:lvl5pPr marL="2285943" lvl="4" indent="-317492" algn="l" rtl="0">
              <a:lnSpc>
                <a:spcPct val="90000"/>
              </a:lnSpc>
              <a:spcBef>
                <a:spcPts val="600"/>
              </a:spcBef>
              <a:spcAft>
                <a:spcPts val="0"/>
              </a:spcAft>
              <a:buClr>
                <a:srgbClr val="3F3F41"/>
              </a:buClr>
              <a:buSzPts val="1400"/>
              <a:buFont typeface="Arial"/>
              <a:buChar char="•"/>
              <a:defRPr/>
            </a:lvl5pPr>
            <a:lvl6pPr marL="2743132" lvl="5" indent="-317492" algn="l" rtl="0">
              <a:lnSpc>
                <a:spcPct val="90000"/>
              </a:lnSpc>
              <a:spcBef>
                <a:spcPts val="600"/>
              </a:spcBef>
              <a:spcAft>
                <a:spcPts val="0"/>
              </a:spcAft>
              <a:buClr>
                <a:srgbClr val="3F3F41"/>
              </a:buClr>
              <a:buSzPts val="1400"/>
              <a:buFont typeface="Arial"/>
              <a:buChar char="–"/>
              <a:defRPr/>
            </a:lvl6pPr>
            <a:lvl7pPr marL="3200320" lvl="6" indent="-317492" algn="l" rtl="0">
              <a:lnSpc>
                <a:spcPct val="90000"/>
              </a:lnSpc>
              <a:spcBef>
                <a:spcPts val="600"/>
              </a:spcBef>
              <a:spcAft>
                <a:spcPts val="0"/>
              </a:spcAft>
              <a:buClr>
                <a:srgbClr val="3F3F41"/>
              </a:buClr>
              <a:buSzPts val="1400"/>
              <a:buFont typeface="Arial"/>
              <a:buChar char="•"/>
              <a:defRPr/>
            </a:lvl7pPr>
            <a:lvl8pPr marL="3657509" lvl="7" indent="-317492" algn="l" rtl="0">
              <a:lnSpc>
                <a:spcPct val="90000"/>
              </a:lnSpc>
              <a:spcBef>
                <a:spcPts val="600"/>
              </a:spcBef>
              <a:spcAft>
                <a:spcPts val="0"/>
              </a:spcAft>
              <a:buClr>
                <a:srgbClr val="3F3F41"/>
              </a:buClr>
              <a:buSzPts val="1400"/>
              <a:buFont typeface="Arial"/>
              <a:buChar char="–"/>
              <a:defRPr/>
            </a:lvl8pPr>
            <a:lvl9pPr marL="4114697" lvl="8" indent="-317492" algn="l" rtl="0">
              <a:lnSpc>
                <a:spcPct val="90000"/>
              </a:lnSpc>
              <a:spcBef>
                <a:spcPts val="600"/>
              </a:spcBef>
              <a:spcAft>
                <a:spcPts val="0"/>
              </a:spcAft>
              <a:buClr>
                <a:srgbClr val="3F3F41"/>
              </a:buClr>
              <a:buSzPts val="1400"/>
              <a:buFont typeface="Arial"/>
              <a:buChar char="•"/>
              <a:defRPr/>
            </a:lvl9pPr>
          </a:lstStyle>
          <a:p>
            <a:endParaRPr/>
          </a:p>
        </p:txBody>
      </p:sp>
      <p:sp>
        <p:nvSpPr>
          <p:cNvPr id="428" name="Google Shape;428;p56"/>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429" name="Google Shape;429;p56"/>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430" name="Google Shape;430;p56"/>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65053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matchingName="Section Header Orange" type="secHead">
  <p:cSld name="Section Header Orange">
    <p:bg>
      <p:bgPr>
        <a:solidFill>
          <a:schemeClr val="accent1"/>
        </a:solidFill>
        <a:effectLst/>
      </p:bgPr>
    </p:bg>
    <p:spTree>
      <p:nvGrpSpPr>
        <p:cNvPr id="1" name="Shape 431"/>
        <p:cNvGrpSpPr/>
        <p:nvPr/>
      </p:nvGrpSpPr>
      <p:grpSpPr>
        <a:xfrm>
          <a:off x="0" y="0"/>
          <a:ext cx="0" cy="0"/>
          <a:chOff x="0" y="0"/>
          <a:chExt cx="0" cy="0"/>
        </a:xfrm>
      </p:grpSpPr>
      <p:pic>
        <p:nvPicPr>
          <p:cNvPr id="432" name="Google Shape;432;p57"/>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3" name="Google Shape;433;p57"/>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4" name="Google Shape;434;p57"/>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189" lvl="0" indent="-228594" rtl="0">
              <a:spcBef>
                <a:spcPts val="0"/>
              </a:spcBef>
              <a:spcAft>
                <a:spcPts val="0"/>
              </a:spcAft>
              <a:buClr>
                <a:schemeClr val="lt1"/>
              </a:buClr>
              <a:buSzPts val="2000"/>
              <a:buFont typeface="Arial"/>
              <a:buNone/>
              <a:defRPr/>
            </a:lvl1pPr>
            <a:lvl2pPr marL="914378" lvl="1" indent="-228594" rtl="0">
              <a:spcBef>
                <a:spcPts val="800"/>
              </a:spcBef>
              <a:spcAft>
                <a:spcPts val="0"/>
              </a:spcAft>
              <a:buClr>
                <a:schemeClr val="lt1"/>
              </a:buClr>
              <a:buSzPts val="1600"/>
              <a:buFont typeface="Arial"/>
              <a:buNone/>
              <a:defRPr/>
            </a:lvl2pPr>
            <a:lvl3pPr marL="1371566" lvl="2" indent="-228594" rtl="0">
              <a:spcBef>
                <a:spcPts val="600"/>
              </a:spcBef>
              <a:spcAft>
                <a:spcPts val="0"/>
              </a:spcAft>
              <a:buClr>
                <a:schemeClr val="lt1"/>
              </a:buClr>
              <a:buSzPts val="1400"/>
              <a:buFont typeface="Arial"/>
              <a:buNone/>
              <a:defRPr/>
            </a:lvl3pPr>
            <a:lvl4pPr marL="1828754" lvl="3" indent="-228594" rtl="0">
              <a:spcBef>
                <a:spcPts val="600"/>
              </a:spcBef>
              <a:spcAft>
                <a:spcPts val="0"/>
              </a:spcAft>
              <a:buClr>
                <a:schemeClr val="lt1"/>
              </a:buClr>
              <a:buSzPts val="1400"/>
              <a:buFont typeface="Arial"/>
              <a:buNone/>
              <a:defRPr/>
            </a:lvl4pPr>
            <a:lvl5pPr marL="2285943" lvl="4" indent="-228594" rtl="0">
              <a:spcBef>
                <a:spcPts val="600"/>
              </a:spcBef>
              <a:spcAft>
                <a:spcPts val="0"/>
              </a:spcAft>
              <a:buClr>
                <a:schemeClr val="lt1"/>
              </a:buClr>
              <a:buSzPts val="1400"/>
              <a:buFont typeface="Arial"/>
              <a:buNone/>
              <a:defRPr/>
            </a:lvl5pPr>
            <a:lvl6pPr marL="2743132" lvl="5" indent="-228594" rtl="0">
              <a:spcBef>
                <a:spcPts val="600"/>
              </a:spcBef>
              <a:spcAft>
                <a:spcPts val="0"/>
              </a:spcAft>
              <a:buClr>
                <a:schemeClr val="lt1"/>
              </a:buClr>
              <a:buSzPts val="1400"/>
              <a:buFont typeface="Arial"/>
              <a:buNone/>
              <a:defRPr/>
            </a:lvl6pPr>
            <a:lvl7pPr marL="3200320" lvl="6" indent="-228594" rtl="0">
              <a:spcBef>
                <a:spcPts val="600"/>
              </a:spcBef>
              <a:spcAft>
                <a:spcPts val="0"/>
              </a:spcAft>
              <a:buClr>
                <a:schemeClr val="lt1"/>
              </a:buClr>
              <a:buSzPts val="1400"/>
              <a:buFont typeface="Arial"/>
              <a:buNone/>
              <a:defRPr/>
            </a:lvl7pPr>
            <a:lvl8pPr marL="3657509" lvl="7" indent="-228594" rtl="0">
              <a:spcBef>
                <a:spcPts val="600"/>
              </a:spcBef>
              <a:spcAft>
                <a:spcPts val="0"/>
              </a:spcAft>
              <a:buClr>
                <a:schemeClr val="lt1"/>
              </a:buClr>
              <a:buSzPts val="1400"/>
              <a:buFont typeface="Arial"/>
              <a:buNone/>
              <a:defRPr/>
            </a:lvl8pPr>
            <a:lvl9pPr marL="4114697" lvl="8" indent="-228594" rtl="0">
              <a:spcBef>
                <a:spcPts val="600"/>
              </a:spcBef>
              <a:spcAft>
                <a:spcPts val="0"/>
              </a:spcAft>
              <a:buClr>
                <a:schemeClr val="lt1"/>
              </a:buClr>
              <a:buSzPts val="1400"/>
              <a:buFont typeface="Arial"/>
              <a:buNone/>
              <a:defRPr/>
            </a:lvl9pPr>
          </a:lstStyle>
          <a:p>
            <a:endParaRPr/>
          </a:p>
        </p:txBody>
      </p:sp>
      <p:sp>
        <p:nvSpPr>
          <p:cNvPr id="435" name="Google Shape;435;p57"/>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36" name="Google Shape;436;p57"/>
          <p:cNvSpPr/>
          <p:nvPr/>
        </p:nvSpPr>
        <p:spPr>
          <a:xfrm>
            <a:off x="9006840" y="0"/>
            <a:ext cx="137100" cy="5143500"/>
          </a:xfrm>
          <a:prstGeom prst="rect">
            <a:avLst/>
          </a:prstGeom>
          <a:solidFill>
            <a:srgbClr val="D351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49000329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chemeClr val="dk2"/>
        </a:solidFill>
        <a:effectLst/>
      </p:bgPr>
    </p:bg>
    <p:spTree>
      <p:nvGrpSpPr>
        <p:cNvPr id="1" name="Shape 437"/>
        <p:cNvGrpSpPr/>
        <p:nvPr/>
      </p:nvGrpSpPr>
      <p:grpSpPr>
        <a:xfrm>
          <a:off x="0" y="0"/>
          <a:ext cx="0" cy="0"/>
          <a:chOff x="0" y="0"/>
          <a:chExt cx="0" cy="0"/>
        </a:xfrm>
      </p:grpSpPr>
      <p:pic>
        <p:nvPicPr>
          <p:cNvPr id="438" name="Google Shape;438;p58"/>
          <p:cNvPicPr preferRelativeResize="0"/>
          <p:nvPr/>
        </p:nvPicPr>
        <p:blipFill rotWithShape="1">
          <a:blip r:embed="rId2">
            <a:alphaModFix/>
          </a:blip>
          <a:srcRect/>
          <a:stretch/>
        </p:blipFill>
        <p:spPr>
          <a:xfrm>
            <a:off x="-1" y="2714552"/>
            <a:ext cx="6172200" cy="2428800"/>
          </a:xfrm>
          <a:prstGeom prst="rect">
            <a:avLst/>
          </a:prstGeom>
          <a:noFill/>
          <a:ln>
            <a:noFill/>
          </a:ln>
        </p:spPr>
      </p:pic>
      <p:sp>
        <p:nvSpPr>
          <p:cNvPr id="439" name="Google Shape;439;p58"/>
          <p:cNvSpPr txBox="1">
            <a:spLocks noGrp="1"/>
          </p:cNvSpPr>
          <p:nvPr>
            <p:ph type="title"/>
          </p:nvPr>
        </p:nvSpPr>
        <p:spPr>
          <a:xfrm>
            <a:off x="685800" y="827532"/>
            <a:ext cx="7772400" cy="8229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40" name="Google Shape;440;p58"/>
          <p:cNvSpPr txBox="1">
            <a:spLocks noGrp="1"/>
          </p:cNvSpPr>
          <p:nvPr>
            <p:ph type="body" idx="1"/>
          </p:nvPr>
        </p:nvSpPr>
        <p:spPr>
          <a:xfrm>
            <a:off x="685800" y="1760220"/>
            <a:ext cx="7772400" cy="411600"/>
          </a:xfrm>
          <a:prstGeom prst="rect">
            <a:avLst/>
          </a:prstGeom>
          <a:noFill/>
          <a:ln>
            <a:noFill/>
          </a:ln>
        </p:spPr>
        <p:txBody>
          <a:bodyPr spcFirstLastPara="1" wrap="square" lIns="91425" tIns="91425" rIns="91425" bIns="91425" anchor="t" anchorCtr="0">
            <a:noAutofit/>
          </a:bodyPr>
          <a:lstStyle>
            <a:lvl1pPr marL="457189" lvl="0" indent="-228594" rtl="0">
              <a:spcBef>
                <a:spcPts val="0"/>
              </a:spcBef>
              <a:spcAft>
                <a:spcPts val="0"/>
              </a:spcAft>
              <a:buClr>
                <a:schemeClr val="lt1"/>
              </a:buClr>
              <a:buSzPts val="2000"/>
              <a:buFont typeface="Arial"/>
              <a:buNone/>
              <a:defRPr/>
            </a:lvl1pPr>
            <a:lvl2pPr marL="914378" lvl="1" indent="-228594" rtl="0">
              <a:spcBef>
                <a:spcPts val="800"/>
              </a:spcBef>
              <a:spcAft>
                <a:spcPts val="0"/>
              </a:spcAft>
              <a:buClr>
                <a:schemeClr val="lt1"/>
              </a:buClr>
              <a:buSzPts val="1600"/>
              <a:buFont typeface="Arial"/>
              <a:buNone/>
              <a:defRPr/>
            </a:lvl2pPr>
            <a:lvl3pPr marL="1371566" lvl="2" indent="-228594" rtl="0">
              <a:spcBef>
                <a:spcPts val="600"/>
              </a:spcBef>
              <a:spcAft>
                <a:spcPts val="0"/>
              </a:spcAft>
              <a:buClr>
                <a:schemeClr val="lt1"/>
              </a:buClr>
              <a:buSzPts val="1400"/>
              <a:buFont typeface="Arial"/>
              <a:buNone/>
              <a:defRPr/>
            </a:lvl3pPr>
            <a:lvl4pPr marL="1828754" lvl="3" indent="-228594" rtl="0">
              <a:spcBef>
                <a:spcPts val="600"/>
              </a:spcBef>
              <a:spcAft>
                <a:spcPts val="0"/>
              </a:spcAft>
              <a:buClr>
                <a:schemeClr val="lt1"/>
              </a:buClr>
              <a:buSzPts val="1400"/>
              <a:buFont typeface="Arial"/>
              <a:buNone/>
              <a:defRPr/>
            </a:lvl4pPr>
            <a:lvl5pPr marL="2285943" lvl="4" indent="-228594" rtl="0">
              <a:spcBef>
                <a:spcPts val="600"/>
              </a:spcBef>
              <a:spcAft>
                <a:spcPts val="0"/>
              </a:spcAft>
              <a:buClr>
                <a:schemeClr val="lt1"/>
              </a:buClr>
              <a:buSzPts val="1400"/>
              <a:buFont typeface="Arial"/>
              <a:buNone/>
              <a:defRPr/>
            </a:lvl5pPr>
            <a:lvl6pPr marL="2743132" lvl="5" indent="-228594" rtl="0">
              <a:spcBef>
                <a:spcPts val="600"/>
              </a:spcBef>
              <a:spcAft>
                <a:spcPts val="0"/>
              </a:spcAft>
              <a:buClr>
                <a:schemeClr val="lt1"/>
              </a:buClr>
              <a:buSzPts val="1400"/>
              <a:buFont typeface="Arial"/>
              <a:buNone/>
              <a:defRPr/>
            </a:lvl6pPr>
            <a:lvl7pPr marL="3200320" lvl="6" indent="-228594" rtl="0">
              <a:spcBef>
                <a:spcPts val="600"/>
              </a:spcBef>
              <a:spcAft>
                <a:spcPts val="0"/>
              </a:spcAft>
              <a:buClr>
                <a:schemeClr val="lt1"/>
              </a:buClr>
              <a:buSzPts val="1400"/>
              <a:buFont typeface="Arial"/>
              <a:buNone/>
              <a:defRPr/>
            </a:lvl7pPr>
            <a:lvl8pPr marL="3657509" lvl="7" indent="-228594" rtl="0">
              <a:spcBef>
                <a:spcPts val="600"/>
              </a:spcBef>
              <a:spcAft>
                <a:spcPts val="0"/>
              </a:spcAft>
              <a:buClr>
                <a:schemeClr val="lt1"/>
              </a:buClr>
              <a:buSzPts val="1400"/>
              <a:buFont typeface="Arial"/>
              <a:buNone/>
              <a:defRPr/>
            </a:lvl8pPr>
            <a:lvl9pPr marL="4114697" lvl="8" indent="-228594" rtl="0">
              <a:spcBef>
                <a:spcPts val="600"/>
              </a:spcBef>
              <a:spcAft>
                <a:spcPts val="0"/>
              </a:spcAft>
              <a:buClr>
                <a:schemeClr val="lt1"/>
              </a:buClr>
              <a:buSzPts val="1400"/>
              <a:buFont typeface="Arial"/>
              <a:buNone/>
              <a:defRPr/>
            </a:lvl9pPr>
          </a:lstStyle>
          <a:p>
            <a:endParaRPr/>
          </a:p>
        </p:txBody>
      </p:sp>
      <p:sp>
        <p:nvSpPr>
          <p:cNvPr id="441" name="Google Shape;441;p58"/>
          <p:cNvSpPr/>
          <p:nvPr/>
        </p:nvSpPr>
        <p:spPr>
          <a:xfrm>
            <a:off x="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42" name="Google Shape;442;p58"/>
          <p:cNvSpPr/>
          <p:nvPr/>
        </p:nvSpPr>
        <p:spPr>
          <a:xfrm>
            <a:off x="9006840" y="0"/>
            <a:ext cx="137100" cy="5143500"/>
          </a:xfrm>
          <a:prstGeom prst="rect">
            <a:avLst/>
          </a:prstGeom>
          <a:solidFill>
            <a:srgbClr val="5F5F6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38032745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311708" y="744575"/>
            <a:ext cx="8520600" cy="2052675"/>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3600"/>
            </a:lvl1pPr>
            <a:lvl2pPr lvl="1" algn="ctr">
              <a:spcBef>
                <a:spcPts val="0"/>
              </a:spcBef>
              <a:spcAft>
                <a:spcPts val="0"/>
              </a:spcAft>
              <a:buSzPts val="5200"/>
              <a:buNone/>
              <a:defRPr sz="3600"/>
            </a:lvl2pPr>
            <a:lvl3pPr lvl="2" algn="ctr">
              <a:spcBef>
                <a:spcPts val="0"/>
              </a:spcBef>
              <a:spcAft>
                <a:spcPts val="0"/>
              </a:spcAft>
              <a:buSzPts val="5200"/>
              <a:buNone/>
              <a:defRPr sz="3600"/>
            </a:lvl3pPr>
            <a:lvl4pPr lvl="3" algn="ctr">
              <a:spcBef>
                <a:spcPts val="0"/>
              </a:spcBef>
              <a:spcAft>
                <a:spcPts val="0"/>
              </a:spcAft>
              <a:buSzPts val="5200"/>
              <a:buNone/>
              <a:defRPr sz="3600"/>
            </a:lvl4pPr>
            <a:lvl5pPr lvl="4" algn="ctr">
              <a:spcBef>
                <a:spcPts val="0"/>
              </a:spcBef>
              <a:spcAft>
                <a:spcPts val="0"/>
              </a:spcAft>
              <a:buSzPts val="5200"/>
              <a:buNone/>
              <a:defRPr sz="3600"/>
            </a:lvl5pPr>
            <a:lvl6pPr lvl="5" algn="ctr">
              <a:spcBef>
                <a:spcPts val="0"/>
              </a:spcBef>
              <a:spcAft>
                <a:spcPts val="0"/>
              </a:spcAft>
              <a:buSzPts val="5200"/>
              <a:buNone/>
              <a:defRPr sz="3600"/>
            </a:lvl6pPr>
            <a:lvl7pPr lvl="6" algn="ctr">
              <a:spcBef>
                <a:spcPts val="0"/>
              </a:spcBef>
              <a:spcAft>
                <a:spcPts val="0"/>
              </a:spcAft>
              <a:buSzPts val="5200"/>
              <a:buNone/>
              <a:defRPr sz="3600"/>
            </a:lvl7pPr>
            <a:lvl8pPr lvl="7" algn="ctr">
              <a:spcBef>
                <a:spcPts val="0"/>
              </a:spcBef>
              <a:spcAft>
                <a:spcPts val="0"/>
              </a:spcAft>
              <a:buSzPts val="5200"/>
              <a:buNone/>
              <a:defRPr sz="3600"/>
            </a:lvl8pPr>
            <a:lvl9pPr lvl="8" algn="ctr">
              <a:spcBef>
                <a:spcPts val="0"/>
              </a:spcBef>
              <a:spcAft>
                <a:spcPts val="0"/>
              </a:spcAft>
              <a:buSzPts val="5200"/>
              <a:buNone/>
              <a:defRPr sz="3600"/>
            </a:lvl9pPr>
          </a:lstStyle>
          <a:p>
            <a:endParaRPr/>
          </a:p>
        </p:txBody>
      </p:sp>
      <p:sp>
        <p:nvSpPr>
          <p:cNvPr id="15" name="Google Shape;15;p2"/>
          <p:cNvSpPr txBox="1">
            <a:spLocks noGrp="1"/>
          </p:cNvSpPr>
          <p:nvPr>
            <p:ph type="subTitle" idx="1"/>
          </p:nvPr>
        </p:nvSpPr>
        <p:spPr>
          <a:xfrm>
            <a:off x="311700" y="2834126"/>
            <a:ext cx="8520600" cy="79267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939"/>
            </a:lvl1pPr>
            <a:lvl2pPr lvl="1" algn="ctr">
              <a:lnSpc>
                <a:spcPct val="100000"/>
              </a:lnSpc>
              <a:spcBef>
                <a:spcPts val="0"/>
              </a:spcBef>
              <a:spcAft>
                <a:spcPts val="0"/>
              </a:spcAft>
              <a:buSzPts val="2800"/>
              <a:buNone/>
              <a:defRPr sz="1939"/>
            </a:lvl2pPr>
            <a:lvl3pPr lvl="2" algn="ctr">
              <a:lnSpc>
                <a:spcPct val="100000"/>
              </a:lnSpc>
              <a:spcBef>
                <a:spcPts val="0"/>
              </a:spcBef>
              <a:spcAft>
                <a:spcPts val="0"/>
              </a:spcAft>
              <a:buSzPts val="2800"/>
              <a:buNone/>
              <a:defRPr sz="1939"/>
            </a:lvl3pPr>
            <a:lvl4pPr lvl="3" algn="ctr">
              <a:lnSpc>
                <a:spcPct val="100000"/>
              </a:lnSpc>
              <a:spcBef>
                <a:spcPts val="0"/>
              </a:spcBef>
              <a:spcAft>
                <a:spcPts val="0"/>
              </a:spcAft>
              <a:buSzPts val="2800"/>
              <a:buNone/>
              <a:defRPr sz="1939"/>
            </a:lvl4pPr>
            <a:lvl5pPr lvl="4" algn="ctr">
              <a:lnSpc>
                <a:spcPct val="100000"/>
              </a:lnSpc>
              <a:spcBef>
                <a:spcPts val="0"/>
              </a:spcBef>
              <a:spcAft>
                <a:spcPts val="0"/>
              </a:spcAft>
              <a:buSzPts val="2800"/>
              <a:buNone/>
              <a:defRPr sz="1939"/>
            </a:lvl5pPr>
            <a:lvl6pPr lvl="5" algn="ctr">
              <a:lnSpc>
                <a:spcPct val="100000"/>
              </a:lnSpc>
              <a:spcBef>
                <a:spcPts val="0"/>
              </a:spcBef>
              <a:spcAft>
                <a:spcPts val="0"/>
              </a:spcAft>
              <a:buSzPts val="2800"/>
              <a:buNone/>
              <a:defRPr sz="1939"/>
            </a:lvl6pPr>
            <a:lvl7pPr lvl="6" algn="ctr">
              <a:lnSpc>
                <a:spcPct val="100000"/>
              </a:lnSpc>
              <a:spcBef>
                <a:spcPts val="0"/>
              </a:spcBef>
              <a:spcAft>
                <a:spcPts val="0"/>
              </a:spcAft>
              <a:buSzPts val="2800"/>
              <a:buNone/>
              <a:defRPr sz="1939"/>
            </a:lvl7pPr>
            <a:lvl8pPr lvl="7" algn="ctr">
              <a:lnSpc>
                <a:spcPct val="100000"/>
              </a:lnSpc>
              <a:spcBef>
                <a:spcPts val="0"/>
              </a:spcBef>
              <a:spcAft>
                <a:spcPts val="0"/>
              </a:spcAft>
              <a:buSzPts val="2800"/>
              <a:buNone/>
              <a:defRPr sz="1939"/>
            </a:lvl8pPr>
            <a:lvl9pPr lvl="8" algn="ctr">
              <a:lnSpc>
                <a:spcPct val="100000"/>
              </a:lnSpc>
              <a:spcBef>
                <a:spcPts val="0"/>
              </a:spcBef>
              <a:spcAft>
                <a:spcPts val="0"/>
              </a:spcAft>
              <a:buSzPts val="2800"/>
              <a:buNone/>
              <a:defRPr sz="1939"/>
            </a:lvl9pPr>
          </a:lstStyle>
          <a:p>
            <a:endParaRPr/>
          </a:p>
        </p:txBody>
      </p:sp>
      <p:sp>
        <p:nvSpPr>
          <p:cNvPr id="16" name="Google Shape;16;p2"/>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220390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150851"/>
            <a:ext cx="8520600" cy="841725"/>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2492"/>
            </a:lvl1pPr>
            <a:lvl2pPr lvl="1" algn="ctr">
              <a:spcBef>
                <a:spcPts val="0"/>
              </a:spcBef>
              <a:spcAft>
                <a:spcPts val="0"/>
              </a:spcAft>
              <a:buSzPts val="3600"/>
              <a:buNone/>
              <a:defRPr sz="2492"/>
            </a:lvl2pPr>
            <a:lvl3pPr lvl="2" algn="ctr">
              <a:spcBef>
                <a:spcPts val="0"/>
              </a:spcBef>
              <a:spcAft>
                <a:spcPts val="0"/>
              </a:spcAft>
              <a:buSzPts val="3600"/>
              <a:buNone/>
              <a:defRPr sz="2492"/>
            </a:lvl3pPr>
            <a:lvl4pPr lvl="3" algn="ctr">
              <a:spcBef>
                <a:spcPts val="0"/>
              </a:spcBef>
              <a:spcAft>
                <a:spcPts val="0"/>
              </a:spcAft>
              <a:buSzPts val="3600"/>
              <a:buNone/>
              <a:defRPr sz="2492"/>
            </a:lvl4pPr>
            <a:lvl5pPr lvl="4" algn="ctr">
              <a:spcBef>
                <a:spcPts val="0"/>
              </a:spcBef>
              <a:spcAft>
                <a:spcPts val="0"/>
              </a:spcAft>
              <a:buSzPts val="3600"/>
              <a:buNone/>
              <a:defRPr sz="2492"/>
            </a:lvl5pPr>
            <a:lvl6pPr lvl="5" algn="ctr">
              <a:spcBef>
                <a:spcPts val="0"/>
              </a:spcBef>
              <a:spcAft>
                <a:spcPts val="0"/>
              </a:spcAft>
              <a:buSzPts val="3600"/>
              <a:buNone/>
              <a:defRPr sz="2492"/>
            </a:lvl6pPr>
            <a:lvl7pPr lvl="6" algn="ctr">
              <a:spcBef>
                <a:spcPts val="0"/>
              </a:spcBef>
              <a:spcAft>
                <a:spcPts val="0"/>
              </a:spcAft>
              <a:buSzPts val="3600"/>
              <a:buNone/>
              <a:defRPr sz="2492"/>
            </a:lvl7pPr>
            <a:lvl8pPr lvl="7" algn="ctr">
              <a:spcBef>
                <a:spcPts val="0"/>
              </a:spcBef>
              <a:spcAft>
                <a:spcPts val="0"/>
              </a:spcAft>
              <a:buSzPts val="3600"/>
              <a:buNone/>
              <a:defRPr sz="2492"/>
            </a:lvl8pPr>
            <a:lvl9pPr lvl="8" algn="ctr">
              <a:spcBef>
                <a:spcPts val="0"/>
              </a:spcBef>
              <a:spcAft>
                <a:spcPts val="0"/>
              </a:spcAft>
              <a:buSzPts val="3600"/>
              <a:buNone/>
              <a:defRPr sz="2492"/>
            </a:lvl9pPr>
          </a:lstStyle>
          <a:p>
            <a:endParaRPr/>
          </a:p>
        </p:txBody>
      </p:sp>
      <p:sp>
        <p:nvSpPr>
          <p:cNvPr id="19" name="Google Shape;19;p3"/>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06637254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316523" lvl="0" indent="-219808">
              <a:spcBef>
                <a:spcPts val="0"/>
              </a:spcBef>
              <a:spcAft>
                <a:spcPts val="0"/>
              </a:spcAft>
              <a:buSzPts val="1400"/>
              <a:buChar char="●"/>
              <a:defRPr sz="969"/>
            </a:lvl1pPr>
            <a:lvl2pPr marL="633047" lvl="1" indent="-211016">
              <a:spcBef>
                <a:spcPts val="1108"/>
              </a:spcBef>
              <a:spcAft>
                <a:spcPts val="0"/>
              </a:spcAft>
              <a:buSzPts val="1200"/>
              <a:buChar char="○"/>
              <a:defRPr sz="831"/>
            </a:lvl2pPr>
            <a:lvl3pPr marL="949569" lvl="2" indent="-211016">
              <a:spcBef>
                <a:spcPts val="1108"/>
              </a:spcBef>
              <a:spcAft>
                <a:spcPts val="0"/>
              </a:spcAft>
              <a:buSzPts val="1200"/>
              <a:buChar char="■"/>
              <a:defRPr sz="831"/>
            </a:lvl3pPr>
            <a:lvl4pPr marL="1266092" lvl="3" indent="-211016">
              <a:spcBef>
                <a:spcPts val="1108"/>
              </a:spcBef>
              <a:spcAft>
                <a:spcPts val="0"/>
              </a:spcAft>
              <a:buSzPts val="1200"/>
              <a:buChar char="●"/>
              <a:defRPr sz="831"/>
            </a:lvl4pPr>
            <a:lvl5pPr marL="1582616" lvl="4" indent="-211016">
              <a:spcBef>
                <a:spcPts val="1108"/>
              </a:spcBef>
              <a:spcAft>
                <a:spcPts val="0"/>
              </a:spcAft>
              <a:buSzPts val="1200"/>
              <a:buChar char="○"/>
              <a:defRPr sz="831"/>
            </a:lvl5pPr>
            <a:lvl6pPr marL="1899139" lvl="5" indent="-211016">
              <a:spcBef>
                <a:spcPts val="1108"/>
              </a:spcBef>
              <a:spcAft>
                <a:spcPts val="0"/>
              </a:spcAft>
              <a:buSzPts val="1200"/>
              <a:buChar char="■"/>
              <a:defRPr sz="831"/>
            </a:lvl6pPr>
            <a:lvl7pPr marL="2215661" lvl="6" indent="-211016">
              <a:spcBef>
                <a:spcPts val="1108"/>
              </a:spcBef>
              <a:spcAft>
                <a:spcPts val="0"/>
              </a:spcAft>
              <a:buSzPts val="1200"/>
              <a:buChar char="●"/>
              <a:defRPr sz="831"/>
            </a:lvl7pPr>
            <a:lvl8pPr marL="2532185" lvl="7" indent="-211016">
              <a:spcBef>
                <a:spcPts val="1108"/>
              </a:spcBef>
              <a:spcAft>
                <a:spcPts val="0"/>
              </a:spcAft>
              <a:buSzPts val="1200"/>
              <a:buChar char="○"/>
              <a:defRPr sz="831"/>
            </a:lvl8pPr>
            <a:lvl9pPr marL="2848708" lvl="8" indent="-211016">
              <a:spcBef>
                <a:spcPts val="1108"/>
              </a:spcBef>
              <a:spcAft>
                <a:spcPts val="1108"/>
              </a:spcAft>
              <a:buSzPts val="1200"/>
              <a:buChar char="■"/>
              <a:defRPr sz="831"/>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316523" lvl="0" indent="-219808">
              <a:spcBef>
                <a:spcPts val="0"/>
              </a:spcBef>
              <a:spcAft>
                <a:spcPts val="0"/>
              </a:spcAft>
              <a:buSzPts val="1400"/>
              <a:buChar char="●"/>
              <a:defRPr sz="969"/>
            </a:lvl1pPr>
            <a:lvl2pPr marL="633047" lvl="1" indent="-211016">
              <a:spcBef>
                <a:spcPts val="1108"/>
              </a:spcBef>
              <a:spcAft>
                <a:spcPts val="0"/>
              </a:spcAft>
              <a:buSzPts val="1200"/>
              <a:buChar char="○"/>
              <a:defRPr sz="831"/>
            </a:lvl2pPr>
            <a:lvl3pPr marL="949569" lvl="2" indent="-211016">
              <a:spcBef>
                <a:spcPts val="1108"/>
              </a:spcBef>
              <a:spcAft>
                <a:spcPts val="0"/>
              </a:spcAft>
              <a:buSzPts val="1200"/>
              <a:buChar char="■"/>
              <a:defRPr sz="831"/>
            </a:lvl3pPr>
            <a:lvl4pPr marL="1266092" lvl="3" indent="-211016">
              <a:spcBef>
                <a:spcPts val="1108"/>
              </a:spcBef>
              <a:spcAft>
                <a:spcPts val="0"/>
              </a:spcAft>
              <a:buSzPts val="1200"/>
              <a:buChar char="●"/>
              <a:defRPr sz="831"/>
            </a:lvl4pPr>
            <a:lvl5pPr marL="1582616" lvl="4" indent="-211016">
              <a:spcBef>
                <a:spcPts val="1108"/>
              </a:spcBef>
              <a:spcAft>
                <a:spcPts val="0"/>
              </a:spcAft>
              <a:buSzPts val="1200"/>
              <a:buChar char="○"/>
              <a:defRPr sz="831"/>
            </a:lvl5pPr>
            <a:lvl6pPr marL="1899139" lvl="5" indent="-211016">
              <a:spcBef>
                <a:spcPts val="1108"/>
              </a:spcBef>
              <a:spcAft>
                <a:spcPts val="0"/>
              </a:spcAft>
              <a:buSzPts val="1200"/>
              <a:buChar char="■"/>
              <a:defRPr sz="831"/>
            </a:lvl6pPr>
            <a:lvl7pPr marL="2215661" lvl="6" indent="-211016">
              <a:spcBef>
                <a:spcPts val="1108"/>
              </a:spcBef>
              <a:spcAft>
                <a:spcPts val="0"/>
              </a:spcAft>
              <a:buSzPts val="1200"/>
              <a:buChar char="●"/>
              <a:defRPr sz="831"/>
            </a:lvl7pPr>
            <a:lvl8pPr marL="2532185" lvl="7" indent="-211016">
              <a:spcBef>
                <a:spcPts val="1108"/>
              </a:spcBef>
              <a:spcAft>
                <a:spcPts val="0"/>
              </a:spcAft>
              <a:buSzPts val="1200"/>
              <a:buChar char="○"/>
              <a:defRPr sz="831"/>
            </a:lvl8pPr>
            <a:lvl9pPr marL="2848708" lvl="8" indent="-211016">
              <a:spcBef>
                <a:spcPts val="1108"/>
              </a:spcBef>
              <a:spcAft>
                <a:spcPts val="1108"/>
              </a:spcAft>
              <a:buSzPts val="1200"/>
              <a:buChar char="■"/>
              <a:defRPr sz="831"/>
            </a:lvl9pPr>
          </a:lstStyle>
          <a:p>
            <a:endParaRPr/>
          </a:p>
        </p:txBody>
      </p:sp>
      <p:sp>
        <p:nvSpPr>
          <p:cNvPr id="28" name="Google Shape;28;p5"/>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9430071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625"/>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6399070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1"/>
            <a:ext cx="2808000" cy="755775"/>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1661"/>
            </a:lvl1pPr>
            <a:lvl2pPr lvl="1">
              <a:spcBef>
                <a:spcPts val="0"/>
              </a:spcBef>
              <a:spcAft>
                <a:spcPts val="0"/>
              </a:spcAft>
              <a:buSzPts val="2400"/>
              <a:buNone/>
              <a:defRPr sz="1661"/>
            </a:lvl2pPr>
            <a:lvl3pPr lvl="2">
              <a:spcBef>
                <a:spcPts val="0"/>
              </a:spcBef>
              <a:spcAft>
                <a:spcPts val="0"/>
              </a:spcAft>
              <a:buSzPts val="2400"/>
              <a:buNone/>
              <a:defRPr sz="1661"/>
            </a:lvl3pPr>
            <a:lvl4pPr lvl="3">
              <a:spcBef>
                <a:spcPts val="0"/>
              </a:spcBef>
              <a:spcAft>
                <a:spcPts val="0"/>
              </a:spcAft>
              <a:buSzPts val="2400"/>
              <a:buNone/>
              <a:defRPr sz="1661"/>
            </a:lvl4pPr>
            <a:lvl5pPr lvl="4">
              <a:spcBef>
                <a:spcPts val="0"/>
              </a:spcBef>
              <a:spcAft>
                <a:spcPts val="0"/>
              </a:spcAft>
              <a:buSzPts val="2400"/>
              <a:buNone/>
              <a:defRPr sz="1661"/>
            </a:lvl5pPr>
            <a:lvl6pPr lvl="5">
              <a:spcBef>
                <a:spcPts val="0"/>
              </a:spcBef>
              <a:spcAft>
                <a:spcPts val="0"/>
              </a:spcAft>
              <a:buSzPts val="2400"/>
              <a:buNone/>
              <a:defRPr sz="1661"/>
            </a:lvl6pPr>
            <a:lvl7pPr lvl="6">
              <a:spcBef>
                <a:spcPts val="0"/>
              </a:spcBef>
              <a:spcAft>
                <a:spcPts val="0"/>
              </a:spcAft>
              <a:buSzPts val="2400"/>
              <a:buNone/>
              <a:defRPr sz="1661"/>
            </a:lvl7pPr>
            <a:lvl8pPr lvl="7">
              <a:spcBef>
                <a:spcPts val="0"/>
              </a:spcBef>
              <a:spcAft>
                <a:spcPts val="0"/>
              </a:spcAft>
              <a:buSzPts val="2400"/>
              <a:buNone/>
              <a:defRPr sz="1661"/>
            </a:lvl8pPr>
            <a:lvl9pPr lvl="8">
              <a:spcBef>
                <a:spcPts val="0"/>
              </a:spcBef>
              <a:spcAft>
                <a:spcPts val="0"/>
              </a:spcAft>
              <a:buSzPts val="2400"/>
              <a:buNone/>
              <a:defRPr sz="1661"/>
            </a:lvl9pPr>
          </a:lstStyle>
          <a:p>
            <a:endParaRPr/>
          </a:p>
        </p:txBody>
      </p:sp>
      <p:sp>
        <p:nvSpPr>
          <p:cNvPr id="34" name="Google Shape;34;p7"/>
          <p:cNvSpPr txBox="1">
            <a:spLocks noGrp="1"/>
          </p:cNvSpPr>
          <p:nvPr>
            <p:ph type="body" idx="1"/>
          </p:nvPr>
        </p:nvSpPr>
        <p:spPr>
          <a:xfrm>
            <a:off x="311700" y="1389601"/>
            <a:ext cx="2808000" cy="3179475"/>
          </a:xfrm>
          <a:prstGeom prst="rect">
            <a:avLst/>
          </a:prstGeom>
        </p:spPr>
        <p:txBody>
          <a:bodyPr spcFirstLastPara="1" wrap="square" lIns="91425" tIns="91425" rIns="91425" bIns="91425" anchor="t" anchorCtr="0">
            <a:noAutofit/>
          </a:bodyPr>
          <a:lstStyle>
            <a:lvl1pPr marL="316523" lvl="0" indent="-211016">
              <a:spcBef>
                <a:spcPts val="0"/>
              </a:spcBef>
              <a:spcAft>
                <a:spcPts val="0"/>
              </a:spcAft>
              <a:buSzPts val="1200"/>
              <a:buChar char="●"/>
              <a:defRPr sz="831"/>
            </a:lvl1pPr>
            <a:lvl2pPr marL="633047" lvl="1" indent="-211016">
              <a:spcBef>
                <a:spcPts val="1108"/>
              </a:spcBef>
              <a:spcAft>
                <a:spcPts val="0"/>
              </a:spcAft>
              <a:buSzPts val="1200"/>
              <a:buChar char="○"/>
              <a:defRPr sz="831"/>
            </a:lvl2pPr>
            <a:lvl3pPr marL="949569" lvl="2" indent="-211016">
              <a:spcBef>
                <a:spcPts val="1108"/>
              </a:spcBef>
              <a:spcAft>
                <a:spcPts val="0"/>
              </a:spcAft>
              <a:buSzPts val="1200"/>
              <a:buChar char="■"/>
              <a:defRPr sz="831"/>
            </a:lvl3pPr>
            <a:lvl4pPr marL="1266092" lvl="3" indent="-211016">
              <a:spcBef>
                <a:spcPts val="1108"/>
              </a:spcBef>
              <a:spcAft>
                <a:spcPts val="0"/>
              </a:spcAft>
              <a:buSzPts val="1200"/>
              <a:buChar char="●"/>
              <a:defRPr sz="831"/>
            </a:lvl4pPr>
            <a:lvl5pPr marL="1582616" lvl="4" indent="-211016">
              <a:spcBef>
                <a:spcPts val="1108"/>
              </a:spcBef>
              <a:spcAft>
                <a:spcPts val="0"/>
              </a:spcAft>
              <a:buSzPts val="1200"/>
              <a:buChar char="○"/>
              <a:defRPr sz="831"/>
            </a:lvl5pPr>
            <a:lvl6pPr marL="1899139" lvl="5" indent="-211016">
              <a:spcBef>
                <a:spcPts val="1108"/>
              </a:spcBef>
              <a:spcAft>
                <a:spcPts val="0"/>
              </a:spcAft>
              <a:buSzPts val="1200"/>
              <a:buChar char="■"/>
              <a:defRPr sz="831"/>
            </a:lvl6pPr>
            <a:lvl7pPr marL="2215661" lvl="6" indent="-211016">
              <a:spcBef>
                <a:spcPts val="1108"/>
              </a:spcBef>
              <a:spcAft>
                <a:spcPts val="0"/>
              </a:spcAft>
              <a:buSzPts val="1200"/>
              <a:buChar char="●"/>
              <a:defRPr sz="831"/>
            </a:lvl7pPr>
            <a:lvl8pPr marL="2532185" lvl="7" indent="-211016">
              <a:spcBef>
                <a:spcPts val="1108"/>
              </a:spcBef>
              <a:spcAft>
                <a:spcPts val="0"/>
              </a:spcAft>
              <a:buSzPts val="1200"/>
              <a:buChar char="○"/>
              <a:defRPr sz="831"/>
            </a:lvl8pPr>
            <a:lvl9pPr marL="2848708" lvl="8" indent="-211016">
              <a:spcBef>
                <a:spcPts val="1108"/>
              </a:spcBef>
              <a:spcAft>
                <a:spcPts val="1108"/>
              </a:spcAft>
              <a:buSzPts val="1200"/>
              <a:buChar char="■"/>
              <a:defRPr sz="831"/>
            </a:lvl9pPr>
          </a:lstStyle>
          <a:p>
            <a:endParaRPr/>
          </a:p>
        </p:txBody>
      </p:sp>
      <p:sp>
        <p:nvSpPr>
          <p:cNvPr id="35" name="Google Shape;35;p7"/>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07350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1"/>
            <a:ext cx="6367800" cy="4090725"/>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3323"/>
            </a:lvl1pPr>
            <a:lvl2pPr lvl="1">
              <a:spcBef>
                <a:spcPts val="0"/>
              </a:spcBef>
              <a:spcAft>
                <a:spcPts val="0"/>
              </a:spcAft>
              <a:buSzPts val="4800"/>
              <a:buNone/>
              <a:defRPr sz="3323"/>
            </a:lvl2pPr>
            <a:lvl3pPr lvl="2">
              <a:spcBef>
                <a:spcPts val="0"/>
              </a:spcBef>
              <a:spcAft>
                <a:spcPts val="0"/>
              </a:spcAft>
              <a:buSzPts val="4800"/>
              <a:buNone/>
              <a:defRPr sz="3323"/>
            </a:lvl3pPr>
            <a:lvl4pPr lvl="3">
              <a:spcBef>
                <a:spcPts val="0"/>
              </a:spcBef>
              <a:spcAft>
                <a:spcPts val="0"/>
              </a:spcAft>
              <a:buSzPts val="4800"/>
              <a:buNone/>
              <a:defRPr sz="3323"/>
            </a:lvl4pPr>
            <a:lvl5pPr lvl="4">
              <a:spcBef>
                <a:spcPts val="0"/>
              </a:spcBef>
              <a:spcAft>
                <a:spcPts val="0"/>
              </a:spcAft>
              <a:buSzPts val="4800"/>
              <a:buNone/>
              <a:defRPr sz="3323"/>
            </a:lvl5pPr>
            <a:lvl6pPr lvl="5">
              <a:spcBef>
                <a:spcPts val="0"/>
              </a:spcBef>
              <a:spcAft>
                <a:spcPts val="0"/>
              </a:spcAft>
              <a:buSzPts val="4800"/>
              <a:buNone/>
              <a:defRPr sz="3323"/>
            </a:lvl6pPr>
            <a:lvl7pPr lvl="6">
              <a:spcBef>
                <a:spcPts val="0"/>
              </a:spcBef>
              <a:spcAft>
                <a:spcPts val="0"/>
              </a:spcAft>
              <a:buSzPts val="4800"/>
              <a:buNone/>
              <a:defRPr sz="3323"/>
            </a:lvl7pPr>
            <a:lvl8pPr lvl="7">
              <a:spcBef>
                <a:spcPts val="0"/>
              </a:spcBef>
              <a:spcAft>
                <a:spcPts val="0"/>
              </a:spcAft>
              <a:buSzPts val="4800"/>
              <a:buNone/>
              <a:defRPr sz="3323"/>
            </a:lvl8pPr>
            <a:lvl9pPr lvl="8">
              <a:spcBef>
                <a:spcPts val="0"/>
              </a:spcBef>
              <a:spcAft>
                <a:spcPts val="0"/>
              </a:spcAft>
              <a:buSzPts val="4800"/>
              <a:buNone/>
              <a:defRPr sz="3323"/>
            </a:lvl9pPr>
          </a:lstStyle>
          <a:p>
            <a:endParaRPr/>
          </a:p>
        </p:txBody>
      </p:sp>
      <p:sp>
        <p:nvSpPr>
          <p:cNvPr id="38" name="Google Shape;38;p8"/>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97875655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63294" tIns="63294" rIns="63294" bIns="63294" anchor="ctr" anchorCtr="0">
            <a:noAutofit/>
          </a:bodyPr>
          <a:lstStyle/>
          <a:p>
            <a:pPr marL="0" lvl="0" indent="0" algn="l" rtl="0">
              <a:spcBef>
                <a:spcPts val="0"/>
              </a:spcBef>
              <a:spcAft>
                <a:spcPts val="0"/>
              </a:spcAft>
              <a:buNone/>
            </a:pPr>
            <a:endParaRPr sz="969"/>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2908"/>
            </a:lvl1pPr>
            <a:lvl2pPr lvl="1" algn="ctr">
              <a:spcBef>
                <a:spcPts val="0"/>
              </a:spcBef>
              <a:spcAft>
                <a:spcPts val="0"/>
              </a:spcAft>
              <a:buSzPts val="4200"/>
              <a:buNone/>
              <a:defRPr sz="2908"/>
            </a:lvl2pPr>
            <a:lvl3pPr lvl="2" algn="ctr">
              <a:spcBef>
                <a:spcPts val="0"/>
              </a:spcBef>
              <a:spcAft>
                <a:spcPts val="0"/>
              </a:spcAft>
              <a:buSzPts val="4200"/>
              <a:buNone/>
              <a:defRPr sz="2908"/>
            </a:lvl3pPr>
            <a:lvl4pPr lvl="3" algn="ctr">
              <a:spcBef>
                <a:spcPts val="0"/>
              </a:spcBef>
              <a:spcAft>
                <a:spcPts val="0"/>
              </a:spcAft>
              <a:buSzPts val="4200"/>
              <a:buNone/>
              <a:defRPr sz="2908"/>
            </a:lvl4pPr>
            <a:lvl5pPr lvl="4" algn="ctr">
              <a:spcBef>
                <a:spcPts val="0"/>
              </a:spcBef>
              <a:spcAft>
                <a:spcPts val="0"/>
              </a:spcAft>
              <a:buSzPts val="4200"/>
              <a:buNone/>
              <a:defRPr sz="2908"/>
            </a:lvl5pPr>
            <a:lvl6pPr lvl="5" algn="ctr">
              <a:spcBef>
                <a:spcPts val="0"/>
              </a:spcBef>
              <a:spcAft>
                <a:spcPts val="0"/>
              </a:spcAft>
              <a:buSzPts val="4200"/>
              <a:buNone/>
              <a:defRPr sz="2908"/>
            </a:lvl6pPr>
            <a:lvl7pPr lvl="6" algn="ctr">
              <a:spcBef>
                <a:spcPts val="0"/>
              </a:spcBef>
              <a:spcAft>
                <a:spcPts val="0"/>
              </a:spcAft>
              <a:buSzPts val="4200"/>
              <a:buNone/>
              <a:defRPr sz="2908"/>
            </a:lvl7pPr>
            <a:lvl8pPr lvl="7" algn="ctr">
              <a:spcBef>
                <a:spcPts val="0"/>
              </a:spcBef>
              <a:spcAft>
                <a:spcPts val="0"/>
              </a:spcAft>
              <a:buSzPts val="4200"/>
              <a:buNone/>
              <a:defRPr sz="2908"/>
            </a:lvl8pPr>
            <a:lvl9pPr lvl="8" algn="ctr">
              <a:spcBef>
                <a:spcPts val="0"/>
              </a:spcBef>
              <a:spcAft>
                <a:spcPts val="0"/>
              </a:spcAft>
              <a:buSzPts val="4200"/>
              <a:buNone/>
              <a:defRPr sz="2908"/>
            </a:lvl9pPr>
          </a:lstStyle>
          <a:p>
            <a:endParaRPr/>
          </a:p>
        </p:txBody>
      </p:sp>
      <p:sp>
        <p:nvSpPr>
          <p:cNvPr id="42" name="Google Shape;42;p9"/>
          <p:cNvSpPr txBox="1">
            <a:spLocks noGrp="1"/>
          </p:cNvSpPr>
          <p:nvPr>
            <p:ph type="subTitle" idx="1"/>
          </p:nvPr>
        </p:nvSpPr>
        <p:spPr>
          <a:xfrm>
            <a:off x="265500" y="2803075"/>
            <a:ext cx="4045200" cy="1235025"/>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454"/>
            </a:lvl1pPr>
            <a:lvl2pPr lvl="1" algn="ctr">
              <a:lnSpc>
                <a:spcPct val="100000"/>
              </a:lnSpc>
              <a:spcBef>
                <a:spcPts val="0"/>
              </a:spcBef>
              <a:spcAft>
                <a:spcPts val="0"/>
              </a:spcAft>
              <a:buSzPts val="2100"/>
              <a:buNone/>
              <a:defRPr sz="1454"/>
            </a:lvl2pPr>
            <a:lvl3pPr lvl="2" algn="ctr">
              <a:lnSpc>
                <a:spcPct val="100000"/>
              </a:lnSpc>
              <a:spcBef>
                <a:spcPts val="0"/>
              </a:spcBef>
              <a:spcAft>
                <a:spcPts val="0"/>
              </a:spcAft>
              <a:buSzPts val="2100"/>
              <a:buNone/>
              <a:defRPr sz="1454"/>
            </a:lvl3pPr>
            <a:lvl4pPr lvl="3" algn="ctr">
              <a:lnSpc>
                <a:spcPct val="100000"/>
              </a:lnSpc>
              <a:spcBef>
                <a:spcPts val="0"/>
              </a:spcBef>
              <a:spcAft>
                <a:spcPts val="0"/>
              </a:spcAft>
              <a:buSzPts val="2100"/>
              <a:buNone/>
              <a:defRPr sz="1454"/>
            </a:lvl4pPr>
            <a:lvl5pPr lvl="4" algn="ctr">
              <a:lnSpc>
                <a:spcPct val="100000"/>
              </a:lnSpc>
              <a:spcBef>
                <a:spcPts val="0"/>
              </a:spcBef>
              <a:spcAft>
                <a:spcPts val="0"/>
              </a:spcAft>
              <a:buSzPts val="2100"/>
              <a:buNone/>
              <a:defRPr sz="1454"/>
            </a:lvl5pPr>
            <a:lvl6pPr lvl="5" algn="ctr">
              <a:lnSpc>
                <a:spcPct val="100000"/>
              </a:lnSpc>
              <a:spcBef>
                <a:spcPts val="0"/>
              </a:spcBef>
              <a:spcAft>
                <a:spcPts val="0"/>
              </a:spcAft>
              <a:buSzPts val="2100"/>
              <a:buNone/>
              <a:defRPr sz="1454"/>
            </a:lvl6pPr>
            <a:lvl7pPr lvl="6" algn="ctr">
              <a:lnSpc>
                <a:spcPct val="100000"/>
              </a:lnSpc>
              <a:spcBef>
                <a:spcPts val="0"/>
              </a:spcBef>
              <a:spcAft>
                <a:spcPts val="0"/>
              </a:spcAft>
              <a:buSzPts val="2100"/>
              <a:buNone/>
              <a:defRPr sz="1454"/>
            </a:lvl7pPr>
            <a:lvl8pPr lvl="7" algn="ctr">
              <a:lnSpc>
                <a:spcPct val="100000"/>
              </a:lnSpc>
              <a:spcBef>
                <a:spcPts val="0"/>
              </a:spcBef>
              <a:spcAft>
                <a:spcPts val="0"/>
              </a:spcAft>
              <a:buSzPts val="2100"/>
              <a:buNone/>
              <a:defRPr sz="1454"/>
            </a:lvl8pPr>
            <a:lvl9pPr lvl="8" algn="ctr">
              <a:lnSpc>
                <a:spcPct val="100000"/>
              </a:lnSpc>
              <a:spcBef>
                <a:spcPts val="0"/>
              </a:spcBef>
              <a:spcAft>
                <a:spcPts val="0"/>
              </a:spcAft>
              <a:buSzPts val="2100"/>
              <a:buNone/>
              <a:defRPr sz="1454"/>
            </a:lvl9pPr>
          </a:lstStyle>
          <a:p>
            <a:endParaRPr/>
          </a:p>
        </p:txBody>
      </p:sp>
      <p:sp>
        <p:nvSpPr>
          <p:cNvPr id="43" name="Google Shape;43;p9"/>
          <p:cNvSpPr txBox="1">
            <a:spLocks noGrp="1"/>
          </p:cNvSpPr>
          <p:nvPr>
            <p:ph type="body" idx="2"/>
          </p:nvPr>
        </p:nvSpPr>
        <p:spPr>
          <a:xfrm>
            <a:off x="4939500" y="724076"/>
            <a:ext cx="3837000" cy="3695175"/>
          </a:xfrm>
          <a:prstGeom prst="rect">
            <a:avLst/>
          </a:prstGeom>
        </p:spPr>
        <p:txBody>
          <a:bodyPr spcFirstLastPara="1" wrap="square" lIns="91425" tIns="91425" rIns="91425" bIns="91425" anchor="ctr" anchorCtr="0">
            <a:noAutofit/>
          </a:bodyPr>
          <a:lstStyle>
            <a:lvl1pPr marL="316523" lvl="0" indent="-237392">
              <a:spcBef>
                <a:spcPts val="0"/>
              </a:spcBef>
              <a:spcAft>
                <a:spcPts val="0"/>
              </a:spcAft>
              <a:buSzPts val="1800"/>
              <a:buChar char="●"/>
              <a:defRPr/>
            </a:lvl1pPr>
            <a:lvl2pPr marL="633047" lvl="1" indent="-219808">
              <a:spcBef>
                <a:spcPts val="1108"/>
              </a:spcBef>
              <a:spcAft>
                <a:spcPts val="0"/>
              </a:spcAft>
              <a:buSzPts val="1400"/>
              <a:buChar char="○"/>
              <a:defRPr/>
            </a:lvl2pPr>
            <a:lvl3pPr marL="949569" lvl="2" indent="-219808">
              <a:spcBef>
                <a:spcPts val="1108"/>
              </a:spcBef>
              <a:spcAft>
                <a:spcPts val="0"/>
              </a:spcAft>
              <a:buSzPts val="1400"/>
              <a:buChar char="■"/>
              <a:defRPr/>
            </a:lvl3pPr>
            <a:lvl4pPr marL="1266092" lvl="3" indent="-219808">
              <a:spcBef>
                <a:spcPts val="1108"/>
              </a:spcBef>
              <a:spcAft>
                <a:spcPts val="0"/>
              </a:spcAft>
              <a:buSzPts val="1400"/>
              <a:buChar char="●"/>
              <a:defRPr/>
            </a:lvl4pPr>
            <a:lvl5pPr marL="1582616" lvl="4" indent="-219808">
              <a:spcBef>
                <a:spcPts val="1108"/>
              </a:spcBef>
              <a:spcAft>
                <a:spcPts val="0"/>
              </a:spcAft>
              <a:buSzPts val="1400"/>
              <a:buChar char="○"/>
              <a:defRPr/>
            </a:lvl5pPr>
            <a:lvl6pPr marL="1899139" lvl="5" indent="-219808">
              <a:spcBef>
                <a:spcPts val="1108"/>
              </a:spcBef>
              <a:spcAft>
                <a:spcPts val="0"/>
              </a:spcAft>
              <a:buSzPts val="1400"/>
              <a:buChar char="■"/>
              <a:defRPr/>
            </a:lvl6pPr>
            <a:lvl7pPr marL="2215661" lvl="6" indent="-219808">
              <a:spcBef>
                <a:spcPts val="1108"/>
              </a:spcBef>
              <a:spcAft>
                <a:spcPts val="0"/>
              </a:spcAft>
              <a:buSzPts val="1400"/>
              <a:buChar char="●"/>
              <a:defRPr/>
            </a:lvl7pPr>
            <a:lvl8pPr marL="2532185" lvl="7" indent="-219808">
              <a:spcBef>
                <a:spcPts val="1108"/>
              </a:spcBef>
              <a:spcAft>
                <a:spcPts val="0"/>
              </a:spcAft>
              <a:buSzPts val="1400"/>
              <a:buChar char="○"/>
              <a:defRPr/>
            </a:lvl8pPr>
            <a:lvl9pPr marL="2848708" lvl="8" indent="-219808">
              <a:spcBef>
                <a:spcPts val="1108"/>
              </a:spcBef>
              <a:spcAft>
                <a:spcPts val="1108"/>
              </a:spcAft>
              <a:buSzPts val="1400"/>
              <a:buChar char="■"/>
              <a:defRPr/>
            </a:lvl9pPr>
          </a:lstStyle>
          <a:p>
            <a:endParaRPr/>
          </a:p>
        </p:txBody>
      </p:sp>
      <p:sp>
        <p:nvSpPr>
          <p:cNvPr id="44" name="Google Shape;44;p9"/>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08311462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025"/>
          </a:xfrm>
          <a:prstGeom prst="rect">
            <a:avLst/>
          </a:prstGeom>
        </p:spPr>
        <p:txBody>
          <a:bodyPr spcFirstLastPara="1" wrap="square" lIns="91425" tIns="91425" rIns="91425" bIns="91425" anchor="ctr" anchorCtr="0">
            <a:noAutofit/>
          </a:bodyPr>
          <a:lstStyle>
            <a:lvl1pPr marL="316523" lvl="0" indent="-158262">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9005610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6"/>
            <a:ext cx="8520600" cy="1963575"/>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308"/>
            </a:lvl1pPr>
            <a:lvl2pPr lvl="1" algn="ctr">
              <a:spcBef>
                <a:spcPts val="0"/>
              </a:spcBef>
              <a:spcAft>
                <a:spcPts val="0"/>
              </a:spcAft>
              <a:buSzPts val="12000"/>
              <a:buNone/>
              <a:defRPr sz="8308"/>
            </a:lvl2pPr>
            <a:lvl3pPr lvl="2" algn="ctr">
              <a:spcBef>
                <a:spcPts val="0"/>
              </a:spcBef>
              <a:spcAft>
                <a:spcPts val="0"/>
              </a:spcAft>
              <a:buSzPts val="12000"/>
              <a:buNone/>
              <a:defRPr sz="8308"/>
            </a:lvl3pPr>
            <a:lvl4pPr lvl="3" algn="ctr">
              <a:spcBef>
                <a:spcPts val="0"/>
              </a:spcBef>
              <a:spcAft>
                <a:spcPts val="0"/>
              </a:spcAft>
              <a:buSzPts val="12000"/>
              <a:buNone/>
              <a:defRPr sz="8308"/>
            </a:lvl4pPr>
            <a:lvl5pPr lvl="4" algn="ctr">
              <a:spcBef>
                <a:spcPts val="0"/>
              </a:spcBef>
              <a:spcAft>
                <a:spcPts val="0"/>
              </a:spcAft>
              <a:buSzPts val="12000"/>
              <a:buNone/>
              <a:defRPr sz="8308"/>
            </a:lvl5pPr>
            <a:lvl6pPr lvl="5" algn="ctr">
              <a:spcBef>
                <a:spcPts val="0"/>
              </a:spcBef>
              <a:spcAft>
                <a:spcPts val="0"/>
              </a:spcAft>
              <a:buSzPts val="12000"/>
              <a:buNone/>
              <a:defRPr sz="8308"/>
            </a:lvl6pPr>
            <a:lvl7pPr lvl="6" algn="ctr">
              <a:spcBef>
                <a:spcPts val="0"/>
              </a:spcBef>
              <a:spcAft>
                <a:spcPts val="0"/>
              </a:spcAft>
              <a:buSzPts val="12000"/>
              <a:buNone/>
              <a:defRPr sz="8308"/>
            </a:lvl7pPr>
            <a:lvl8pPr lvl="7" algn="ctr">
              <a:spcBef>
                <a:spcPts val="0"/>
              </a:spcBef>
              <a:spcAft>
                <a:spcPts val="0"/>
              </a:spcAft>
              <a:buSzPts val="12000"/>
              <a:buNone/>
              <a:defRPr sz="8308"/>
            </a:lvl8pPr>
            <a:lvl9pPr lvl="8" algn="ctr">
              <a:spcBef>
                <a:spcPts val="0"/>
              </a:spcBef>
              <a:spcAft>
                <a:spcPts val="0"/>
              </a:spcAft>
              <a:buSzPts val="12000"/>
              <a:buNone/>
              <a:defRPr sz="8308"/>
            </a:lvl9pPr>
          </a:lstStyle>
          <a:p>
            <a:r>
              <a:t>xx%</a:t>
            </a:r>
          </a:p>
        </p:txBody>
      </p:sp>
      <p:sp>
        <p:nvSpPr>
          <p:cNvPr id="50" name="Google Shape;50;p11"/>
          <p:cNvSpPr txBox="1">
            <a:spLocks noGrp="1"/>
          </p:cNvSpPr>
          <p:nvPr>
            <p:ph type="body" idx="1"/>
          </p:nvPr>
        </p:nvSpPr>
        <p:spPr>
          <a:xfrm>
            <a:off x="311700" y="3152225"/>
            <a:ext cx="8520600" cy="1300725"/>
          </a:xfrm>
          <a:prstGeom prst="rect">
            <a:avLst/>
          </a:prstGeom>
        </p:spPr>
        <p:txBody>
          <a:bodyPr spcFirstLastPara="1" wrap="square" lIns="91425" tIns="91425" rIns="91425" bIns="91425" anchor="t" anchorCtr="0">
            <a:noAutofit/>
          </a:bodyPr>
          <a:lstStyle>
            <a:lvl1pPr marL="316523" lvl="0" indent="-237392" algn="ctr">
              <a:spcBef>
                <a:spcPts val="0"/>
              </a:spcBef>
              <a:spcAft>
                <a:spcPts val="0"/>
              </a:spcAft>
              <a:buSzPts val="1800"/>
              <a:buChar char="●"/>
              <a:defRPr/>
            </a:lvl1pPr>
            <a:lvl2pPr marL="633047" lvl="1" indent="-219808" algn="ctr">
              <a:spcBef>
                <a:spcPts val="1108"/>
              </a:spcBef>
              <a:spcAft>
                <a:spcPts val="0"/>
              </a:spcAft>
              <a:buSzPts val="1400"/>
              <a:buChar char="○"/>
              <a:defRPr/>
            </a:lvl2pPr>
            <a:lvl3pPr marL="949569" lvl="2" indent="-219808" algn="ctr">
              <a:spcBef>
                <a:spcPts val="1108"/>
              </a:spcBef>
              <a:spcAft>
                <a:spcPts val="0"/>
              </a:spcAft>
              <a:buSzPts val="1400"/>
              <a:buChar char="■"/>
              <a:defRPr/>
            </a:lvl3pPr>
            <a:lvl4pPr marL="1266092" lvl="3" indent="-219808" algn="ctr">
              <a:spcBef>
                <a:spcPts val="1108"/>
              </a:spcBef>
              <a:spcAft>
                <a:spcPts val="0"/>
              </a:spcAft>
              <a:buSzPts val="1400"/>
              <a:buChar char="●"/>
              <a:defRPr/>
            </a:lvl4pPr>
            <a:lvl5pPr marL="1582616" lvl="4" indent="-219808" algn="ctr">
              <a:spcBef>
                <a:spcPts val="1108"/>
              </a:spcBef>
              <a:spcAft>
                <a:spcPts val="0"/>
              </a:spcAft>
              <a:buSzPts val="1400"/>
              <a:buChar char="○"/>
              <a:defRPr/>
            </a:lvl5pPr>
            <a:lvl6pPr marL="1899139" lvl="5" indent="-219808" algn="ctr">
              <a:spcBef>
                <a:spcPts val="1108"/>
              </a:spcBef>
              <a:spcAft>
                <a:spcPts val="0"/>
              </a:spcAft>
              <a:buSzPts val="1400"/>
              <a:buChar char="■"/>
              <a:defRPr/>
            </a:lvl6pPr>
            <a:lvl7pPr marL="2215661" lvl="6" indent="-219808" algn="ctr">
              <a:spcBef>
                <a:spcPts val="1108"/>
              </a:spcBef>
              <a:spcAft>
                <a:spcPts val="0"/>
              </a:spcAft>
              <a:buSzPts val="1400"/>
              <a:buChar char="●"/>
              <a:defRPr/>
            </a:lvl7pPr>
            <a:lvl8pPr marL="2532185" lvl="7" indent="-219808" algn="ctr">
              <a:spcBef>
                <a:spcPts val="1108"/>
              </a:spcBef>
              <a:spcAft>
                <a:spcPts val="0"/>
              </a:spcAft>
              <a:buSzPts val="1400"/>
              <a:buChar char="○"/>
              <a:defRPr/>
            </a:lvl8pPr>
            <a:lvl9pPr marL="2848708" lvl="8" indent="-219808" algn="ctr">
              <a:spcBef>
                <a:spcPts val="1108"/>
              </a:spcBef>
              <a:spcAft>
                <a:spcPts val="1108"/>
              </a:spcAft>
              <a:buSzPts val="1400"/>
              <a:buChar char="■"/>
              <a:defRPr/>
            </a:lvl9pPr>
          </a:lstStyle>
          <a:p>
            <a:endParaRPr/>
          </a:p>
        </p:txBody>
      </p:sp>
      <p:sp>
        <p:nvSpPr>
          <p:cNvPr id="51" name="Google Shape;51;p11"/>
          <p:cNvSpPr txBox="1">
            <a:spLocks noGrp="1"/>
          </p:cNvSpPr>
          <p:nvPr>
            <p:ph type="sldNum" idx="12"/>
          </p:nvPr>
        </p:nvSpPr>
        <p:spPr>
          <a:xfrm>
            <a:off x="8472458" y="4663217"/>
            <a:ext cx="548700" cy="393525"/>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191846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56" name="Google Shape;56;p13"/>
          <p:cNvSpPr txBox="1">
            <a:spLocks noGrp="1"/>
          </p:cNvSpPr>
          <p:nvPr>
            <p:ph type="body" idx="1"/>
          </p:nvPr>
        </p:nvSpPr>
        <p:spPr>
          <a:xfrm>
            <a:off x="114300" y="3438525"/>
            <a:ext cx="7772400" cy="628650"/>
          </a:xfrm>
          <a:prstGeom prst="rect">
            <a:avLst/>
          </a:prstGeom>
          <a:noFill/>
          <a:ln>
            <a:noFill/>
          </a:ln>
        </p:spPr>
        <p:txBody>
          <a:bodyPr spcFirstLastPara="1" wrap="square" lIns="0" tIns="0" rIns="0" bIns="0" anchor="t" anchorCtr="0">
            <a:noAutofit/>
          </a:bodyPr>
          <a:lstStyle>
            <a:lvl1pPr marL="316523" marR="0" lvl="0" indent="-237392"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47" marR="0" lvl="1" indent="-229478"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69" marR="0" lvl="2" indent="-221566"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092" marR="0" lvl="3"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16" marR="0" lvl="4"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39" marR="0" lvl="5"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661" marR="0" lvl="6"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185" marR="0" lvl="7" indent="-213653"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08" marR="0" lvl="8" indent="-213653"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57" name="Google Shape;57;p13"/>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8" name="Google Shape;58;p13"/>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59" name="Google Shape;59;p13"/>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9214282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and Subtitle Only">
  <p:cSld name="Title and Subtitle Only">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2pPr>
            <a:lvl3pPr marR="0" lvl="2"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3pPr>
            <a:lvl4pPr marR="0" lvl="3"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4pPr>
            <a:lvl5pPr marR="0" lvl="4"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5pPr>
            <a:lvl6pPr marR="0" lvl="5"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6pPr>
            <a:lvl7pPr marR="0" lvl="6"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7pPr>
            <a:lvl8pPr marR="0" lvl="7"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8pPr>
            <a:lvl9pPr marR="0" lvl="8" algn="l" rtl="0">
              <a:lnSpc>
                <a:spcPct val="90000"/>
              </a:lnSpc>
              <a:spcBef>
                <a:spcPts val="0"/>
              </a:spcBef>
              <a:spcAft>
                <a:spcPts val="0"/>
              </a:spcAft>
              <a:buSzPts val="2800"/>
              <a:buNone/>
              <a:defRPr sz="1939" b="0" i="0" u="none" strike="noStrike" cap="none">
                <a:solidFill>
                  <a:schemeClr val="accent1"/>
                </a:solidFill>
                <a:latin typeface="Arial"/>
                <a:ea typeface="Arial"/>
                <a:cs typeface="Arial"/>
                <a:sym typeface="Arial"/>
              </a:defRPr>
            </a:lvl9pPr>
          </a:lstStyle>
          <a:p>
            <a:endParaRPr/>
          </a:p>
        </p:txBody>
      </p:sp>
      <p:sp>
        <p:nvSpPr>
          <p:cNvPr id="62" name="Google Shape;62;p14"/>
          <p:cNvSpPr txBox="1">
            <a:spLocks noGrp="1"/>
          </p:cNvSpPr>
          <p:nvPr>
            <p:ph type="body" idx="1"/>
          </p:nvPr>
        </p:nvSpPr>
        <p:spPr>
          <a:xfrm>
            <a:off x="685800" y="857250"/>
            <a:ext cx="7772400" cy="228600"/>
          </a:xfrm>
          <a:prstGeom prst="rect">
            <a:avLst/>
          </a:prstGeom>
          <a:noFill/>
          <a:ln>
            <a:noFill/>
          </a:ln>
        </p:spPr>
        <p:txBody>
          <a:bodyPr spcFirstLastPara="1" wrap="square" lIns="0" tIns="0" rIns="0" bIns="0" anchor="t" anchorCtr="0">
            <a:noAutofit/>
          </a:bodyPr>
          <a:lstStyle>
            <a:lvl1pPr marL="316523" marR="0" lvl="0" indent="-158262" algn="l" rtl="0">
              <a:lnSpc>
                <a:spcPct val="90000"/>
              </a:lnSpc>
              <a:spcBef>
                <a:spcPts val="831"/>
              </a:spcBef>
              <a:spcAft>
                <a:spcPts val="0"/>
              </a:spcAft>
              <a:buClr>
                <a:srgbClr val="403F42"/>
              </a:buClr>
              <a:buSzPts val="1620"/>
              <a:buFont typeface="Arial"/>
              <a:buNone/>
              <a:defRPr sz="1247" b="0" i="0" u="none" strike="noStrike" cap="none">
                <a:solidFill>
                  <a:srgbClr val="5F5F62"/>
                </a:solidFill>
                <a:latin typeface="Arial"/>
                <a:ea typeface="Arial"/>
                <a:cs typeface="Arial"/>
                <a:sym typeface="Arial"/>
              </a:defRPr>
            </a:lvl1pPr>
            <a:lvl2pPr marL="633047" marR="0" lvl="1" indent="-158262" algn="l" rtl="0">
              <a:lnSpc>
                <a:spcPct val="90000"/>
              </a:lnSpc>
              <a:spcBef>
                <a:spcPts val="554"/>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2pPr>
            <a:lvl3pPr marL="949569" marR="0" lvl="2" indent="-158262"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3pPr>
            <a:lvl4pPr marL="1266092" marR="0" lvl="3" indent="-158262"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4pPr>
            <a:lvl5pPr marL="1582616" marR="0" lvl="4" indent="-158262" algn="l" rtl="0">
              <a:lnSpc>
                <a:spcPct val="90000"/>
              </a:lnSpc>
              <a:spcBef>
                <a:spcPts val="416"/>
              </a:spcBef>
              <a:spcAft>
                <a:spcPts val="0"/>
              </a:spcAft>
              <a:buClr>
                <a:srgbClr val="403F42"/>
              </a:buClr>
              <a:buSzPts val="1620"/>
              <a:buFont typeface="Arial"/>
              <a:buNone/>
              <a:defRPr sz="1247" b="0" i="0" u="none" strike="noStrike" cap="none">
                <a:solidFill>
                  <a:schemeClr val="dk1"/>
                </a:solidFill>
                <a:latin typeface="Arial"/>
                <a:ea typeface="Arial"/>
                <a:cs typeface="Arial"/>
                <a:sym typeface="Arial"/>
              </a:defRPr>
            </a:lvl5pPr>
            <a:lvl6pPr marL="1899139" marR="0" lvl="5"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661" marR="0" lvl="6"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185" marR="0" lvl="7"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08" marR="0" lvl="8"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
        <p:nvSpPr>
          <p:cNvPr id="63" name="Google Shape;63;p14"/>
          <p:cNvSpPr txBox="1">
            <a:spLocks noGrp="1"/>
          </p:cNvSpPr>
          <p:nvPr>
            <p:ph type="dt" idx="10"/>
          </p:nvPr>
        </p:nvSpPr>
        <p:spPr>
          <a:xfrm>
            <a:off x="4572001" y="4898233"/>
            <a:ext cx="10209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4" name="Google Shape;64;p14"/>
          <p:cNvSpPr txBox="1">
            <a:spLocks noGrp="1"/>
          </p:cNvSpPr>
          <p:nvPr>
            <p:ph type="ftr" idx="11"/>
          </p:nvPr>
        </p:nvSpPr>
        <p:spPr>
          <a:xfrm>
            <a:off x="5715000" y="4898233"/>
            <a:ext cx="2743200" cy="137025"/>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rgbClr val="807F83"/>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65" name="Google Shape;65;p14"/>
          <p:cNvSpPr txBox="1">
            <a:spLocks noGrp="1"/>
          </p:cNvSpPr>
          <p:nvPr>
            <p:ph type="sldNum" idx="12"/>
          </p:nvPr>
        </p:nvSpPr>
        <p:spPr>
          <a:xfrm>
            <a:off x="8610600" y="4898233"/>
            <a:ext cx="304800" cy="137025"/>
          </a:xfrm>
          <a:prstGeom prst="rect">
            <a:avLst/>
          </a:prstGeom>
          <a:noFill/>
          <a:ln>
            <a:noFill/>
          </a:ln>
        </p:spPr>
        <p:txBody>
          <a:bodyPr spcFirstLastPara="1" wrap="square" lIns="0" tIns="0" rIns="0" bIns="0" anchor="b" anchorCtr="0">
            <a:noAutofit/>
          </a:bodyPr>
          <a:lstStyle>
            <a:lvl1pPr marL="0" marR="0" lvl="0" indent="0" algn="l" rtl="0">
              <a:spcBef>
                <a:spcPts val="0"/>
              </a:spcBef>
              <a:spcAft>
                <a:spcPts val="0"/>
              </a:spcAft>
              <a:buNone/>
              <a:defRPr sz="623" b="0" i="0" u="none" strike="noStrike" cap="none">
                <a:solidFill>
                  <a:srgbClr val="807F83"/>
                </a:solidFill>
                <a:latin typeface="Arial"/>
                <a:ea typeface="Arial"/>
                <a:cs typeface="Arial"/>
                <a:sym typeface="Arial"/>
              </a:defRPr>
            </a:lvl1pPr>
            <a:lvl2pPr marL="0" marR="0" lvl="1" indent="0" algn="l" rtl="0">
              <a:spcBef>
                <a:spcPts val="0"/>
              </a:spcBef>
              <a:spcAft>
                <a:spcPts val="0"/>
              </a:spcAft>
              <a:buNone/>
              <a:defRPr sz="623" b="0" i="0" u="none" strike="noStrike" cap="none">
                <a:solidFill>
                  <a:srgbClr val="807F83"/>
                </a:solidFill>
                <a:latin typeface="Arial"/>
                <a:ea typeface="Arial"/>
                <a:cs typeface="Arial"/>
                <a:sym typeface="Arial"/>
              </a:defRPr>
            </a:lvl2pPr>
            <a:lvl3pPr marL="0" marR="0" lvl="2" indent="0" algn="l" rtl="0">
              <a:spcBef>
                <a:spcPts val="0"/>
              </a:spcBef>
              <a:spcAft>
                <a:spcPts val="0"/>
              </a:spcAft>
              <a:buNone/>
              <a:defRPr sz="623" b="0" i="0" u="none" strike="noStrike" cap="none">
                <a:solidFill>
                  <a:srgbClr val="807F83"/>
                </a:solidFill>
                <a:latin typeface="Arial"/>
                <a:ea typeface="Arial"/>
                <a:cs typeface="Arial"/>
                <a:sym typeface="Arial"/>
              </a:defRPr>
            </a:lvl3pPr>
            <a:lvl4pPr marL="0" marR="0" lvl="3" indent="0" algn="l" rtl="0">
              <a:spcBef>
                <a:spcPts val="0"/>
              </a:spcBef>
              <a:spcAft>
                <a:spcPts val="0"/>
              </a:spcAft>
              <a:buNone/>
              <a:defRPr sz="623" b="0" i="0" u="none" strike="noStrike" cap="none">
                <a:solidFill>
                  <a:srgbClr val="807F83"/>
                </a:solidFill>
                <a:latin typeface="Arial"/>
                <a:ea typeface="Arial"/>
                <a:cs typeface="Arial"/>
                <a:sym typeface="Arial"/>
              </a:defRPr>
            </a:lvl4pPr>
            <a:lvl5pPr marL="0" marR="0" lvl="4" indent="0" algn="l" rtl="0">
              <a:spcBef>
                <a:spcPts val="0"/>
              </a:spcBef>
              <a:spcAft>
                <a:spcPts val="0"/>
              </a:spcAft>
              <a:buNone/>
              <a:defRPr sz="623" b="0" i="0" u="none" strike="noStrike" cap="none">
                <a:solidFill>
                  <a:srgbClr val="807F83"/>
                </a:solidFill>
                <a:latin typeface="Arial"/>
                <a:ea typeface="Arial"/>
                <a:cs typeface="Arial"/>
                <a:sym typeface="Arial"/>
              </a:defRPr>
            </a:lvl5pPr>
            <a:lvl6pPr marL="0" marR="0" lvl="5" indent="0" algn="l" rtl="0">
              <a:spcBef>
                <a:spcPts val="0"/>
              </a:spcBef>
              <a:spcAft>
                <a:spcPts val="0"/>
              </a:spcAft>
              <a:buNone/>
              <a:defRPr sz="623" b="0" i="0" u="none" strike="noStrike" cap="none">
                <a:solidFill>
                  <a:srgbClr val="807F83"/>
                </a:solidFill>
                <a:latin typeface="Arial"/>
                <a:ea typeface="Arial"/>
                <a:cs typeface="Arial"/>
                <a:sym typeface="Arial"/>
              </a:defRPr>
            </a:lvl6pPr>
            <a:lvl7pPr marL="0" marR="0" lvl="6" indent="0" algn="l" rtl="0">
              <a:spcBef>
                <a:spcPts val="0"/>
              </a:spcBef>
              <a:spcAft>
                <a:spcPts val="0"/>
              </a:spcAft>
              <a:buNone/>
              <a:defRPr sz="623" b="0" i="0" u="none" strike="noStrike" cap="none">
                <a:solidFill>
                  <a:srgbClr val="807F83"/>
                </a:solidFill>
                <a:latin typeface="Arial"/>
                <a:ea typeface="Arial"/>
                <a:cs typeface="Arial"/>
                <a:sym typeface="Arial"/>
              </a:defRPr>
            </a:lvl7pPr>
            <a:lvl8pPr marL="0" marR="0" lvl="7" indent="0" algn="l" rtl="0">
              <a:spcBef>
                <a:spcPts val="0"/>
              </a:spcBef>
              <a:spcAft>
                <a:spcPts val="0"/>
              </a:spcAft>
              <a:buNone/>
              <a:defRPr sz="623" b="0" i="0" u="none" strike="noStrike" cap="none">
                <a:solidFill>
                  <a:srgbClr val="807F83"/>
                </a:solidFill>
                <a:latin typeface="Arial"/>
                <a:ea typeface="Arial"/>
                <a:cs typeface="Arial"/>
                <a:sym typeface="Arial"/>
              </a:defRPr>
            </a:lvl8pPr>
            <a:lvl9pPr marL="0" marR="0" lvl="8" indent="0" algn="l" rtl="0">
              <a:spcBef>
                <a:spcPts val="0"/>
              </a:spcBef>
              <a:spcAft>
                <a:spcPts val="0"/>
              </a:spcAft>
              <a:buNone/>
              <a:defRPr sz="623" b="0" i="0" u="none" strike="noStrike" cap="none">
                <a:solidFill>
                  <a:srgbClr val="807F83"/>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951349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685800" y="171450"/>
            <a:ext cx="7772400" cy="62865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lvl="1" rtl="0">
              <a:spcBef>
                <a:spcPts val="0"/>
              </a:spcBef>
              <a:spcAft>
                <a:spcPts val="0"/>
              </a:spcAft>
              <a:buSzPts val="2800"/>
              <a:buNone/>
              <a:defRPr sz="1247"/>
            </a:lvl2pPr>
            <a:lvl3pPr lvl="2" rtl="0">
              <a:spcBef>
                <a:spcPts val="0"/>
              </a:spcBef>
              <a:spcAft>
                <a:spcPts val="0"/>
              </a:spcAft>
              <a:buSzPts val="2800"/>
              <a:buNone/>
              <a:defRPr sz="1247"/>
            </a:lvl3pPr>
            <a:lvl4pPr lvl="3" rtl="0">
              <a:spcBef>
                <a:spcPts val="0"/>
              </a:spcBef>
              <a:spcAft>
                <a:spcPts val="0"/>
              </a:spcAft>
              <a:buSzPts val="2800"/>
              <a:buNone/>
              <a:defRPr sz="1247"/>
            </a:lvl4pPr>
            <a:lvl5pPr lvl="4" rtl="0">
              <a:spcBef>
                <a:spcPts val="0"/>
              </a:spcBef>
              <a:spcAft>
                <a:spcPts val="0"/>
              </a:spcAft>
              <a:buSzPts val="2800"/>
              <a:buNone/>
              <a:defRPr sz="1247"/>
            </a:lvl5pPr>
            <a:lvl6pPr lvl="5" rtl="0">
              <a:spcBef>
                <a:spcPts val="0"/>
              </a:spcBef>
              <a:spcAft>
                <a:spcPts val="0"/>
              </a:spcAft>
              <a:buSzPts val="2800"/>
              <a:buNone/>
              <a:defRPr sz="1247"/>
            </a:lvl6pPr>
            <a:lvl7pPr lvl="6" rtl="0">
              <a:spcBef>
                <a:spcPts val="0"/>
              </a:spcBef>
              <a:spcAft>
                <a:spcPts val="0"/>
              </a:spcAft>
              <a:buSzPts val="2800"/>
              <a:buNone/>
              <a:defRPr sz="1247"/>
            </a:lvl7pPr>
            <a:lvl8pPr lvl="7" rtl="0">
              <a:spcBef>
                <a:spcPts val="0"/>
              </a:spcBef>
              <a:spcAft>
                <a:spcPts val="0"/>
              </a:spcAft>
              <a:buSzPts val="2800"/>
              <a:buNone/>
              <a:defRPr sz="1247"/>
            </a:lvl8pPr>
            <a:lvl9pPr lvl="8" rtl="0">
              <a:spcBef>
                <a:spcPts val="0"/>
              </a:spcBef>
              <a:spcAft>
                <a:spcPts val="0"/>
              </a:spcAft>
              <a:buSzPts val="2800"/>
              <a:buNone/>
              <a:defRPr sz="1247"/>
            </a:lvl9pPr>
          </a:lstStyle>
          <a:p>
            <a:endParaRPr/>
          </a:p>
        </p:txBody>
      </p:sp>
      <p:sp>
        <p:nvSpPr>
          <p:cNvPr id="68" name="Google Shape;68;p15"/>
          <p:cNvSpPr txBox="1">
            <a:spLocks noGrp="1"/>
          </p:cNvSpPr>
          <p:nvPr>
            <p:ph type="body" idx="1"/>
          </p:nvPr>
        </p:nvSpPr>
        <p:spPr>
          <a:xfrm>
            <a:off x="685800" y="1314450"/>
            <a:ext cx="7772400" cy="3314700"/>
          </a:xfrm>
          <a:prstGeom prst="rect">
            <a:avLst/>
          </a:prstGeom>
          <a:noFill/>
          <a:ln>
            <a:noFill/>
          </a:ln>
        </p:spPr>
        <p:txBody>
          <a:bodyPr spcFirstLastPara="1" wrap="square" lIns="0" tIns="0" rIns="0" bIns="0" anchor="t" anchorCtr="0">
            <a:noAutofit/>
          </a:bodyPr>
          <a:lstStyle>
            <a:lvl1pPr marL="316523" marR="0" lvl="0" indent="-237392"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47" marR="0" lvl="1" indent="-229478"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69" marR="0" lvl="2" indent="-221566"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092" marR="0" lvl="3"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16" marR="0" lvl="4"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39" marR="0" lvl="5"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6pPr>
            <a:lvl7pPr marL="2215661" marR="0" lvl="6"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7pPr>
            <a:lvl8pPr marL="2532185" marR="0" lvl="7" indent="-213653"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8pPr>
            <a:lvl9pPr marL="2848708" marR="0" lvl="8" indent="-213653"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9pPr>
          </a:lstStyle>
          <a:p>
            <a:endParaRPr/>
          </a:p>
        </p:txBody>
      </p:sp>
      <p:sp>
        <p:nvSpPr>
          <p:cNvPr id="69" name="Google Shape;69;p15"/>
          <p:cNvSpPr txBox="1">
            <a:spLocks noGrp="1"/>
          </p:cNvSpPr>
          <p:nvPr>
            <p:ph type="dt" idx="10"/>
          </p:nvPr>
        </p:nvSpPr>
        <p:spPr>
          <a:xfrm>
            <a:off x="4572000" y="4897647"/>
            <a:ext cx="1021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ftr" idx="11"/>
          </p:nvPr>
        </p:nvSpPr>
        <p:spPr>
          <a:xfrm>
            <a:off x="5715000" y="4897647"/>
            <a:ext cx="2743200" cy="137250"/>
          </a:xfrm>
          <a:prstGeom prst="rect">
            <a:avLst/>
          </a:prstGeom>
          <a:noFill/>
          <a:ln>
            <a:noFill/>
          </a:ln>
        </p:spPr>
        <p:txBody>
          <a:bodyPr spcFirstLastPara="1" wrap="square" lIns="0" tIns="0" rIns="0" bIns="0" anchor="b" anchorCtr="0">
            <a:noAutofit/>
          </a:bodyPr>
          <a:lstStyle>
            <a:lvl1pPr marR="0" lvl="0" algn="r" rtl="0">
              <a:spcBef>
                <a:spcPts val="0"/>
              </a:spcBef>
              <a:spcAft>
                <a:spcPts val="0"/>
              </a:spcAft>
              <a:buSzPts val="1400"/>
              <a:buNone/>
              <a:defRPr sz="62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24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24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24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24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24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24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24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247" b="0" i="0" u="none" strike="noStrike" cap="none">
                <a:solidFill>
                  <a:schemeClr val="dk1"/>
                </a:solidFill>
                <a:latin typeface="Arial"/>
                <a:ea typeface="Arial"/>
                <a:cs typeface="Arial"/>
                <a:sym typeface="Arial"/>
              </a:defRPr>
            </a:lvl9pPr>
          </a:lstStyle>
          <a:p>
            <a:endParaRPr/>
          </a:p>
        </p:txBody>
      </p:sp>
      <p:sp>
        <p:nvSpPr>
          <p:cNvPr id="71" name="Google Shape;71;p15"/>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623" b="0" i="0" u="none" strike="noStrike" cap="none">
                <a:solidFill>
                  <a:schemeClr val="dk2"/>
                </a:solidFill>
                <a:latin typeface="Arial"/>
                <a:ea typeface="Arial"/>
                <a:cs typeface="Arial"/>
                <a:sym typeface="Arial"/>
              </a:defRPr>
            </a:lvl1pPr>
            <a:lvl2pPr marL="0" marR="0" lvl="1" indent="0" algn="l" rtl="0">
              <a:spcBef>
                <a:spcPts val="0"/>
              </a:spcBef>
              <a:buNone/>
              <a:defRPr sz="623" b="0" i="0" u="none" strike="noStrike" cap="none">
                <a:solidFill>
                  <a:schemeClr val="dk2"/>
                </a:solidFill>
                <a:latin typeface="Arial"/>
                <a:ea typeface="Arial"/>
                <a:cs typeface="Arial"/>
                <a:sym typeface="Arial"/>
              </a:defRPr>
            </a:lvl2pPr>
            <a:lvl3pPr marL="0" marR="0" lvl="2" indent="0" algn="l" rtl="0">
              <a:spcBef>
                <a:spcPts val="0"/>
              </a:spcBef>
              <a:buNone/>
              <a:defRPr sz="623" b="0" i="0" u="none" strike="noStrike" cap="none">
                <a:solidFill>
                  <a:schemeClr val="dk2"/>
                </a:solidFill>
                <a:latin typeface="Arial"/>
                <a:ea typeface="Arial"/>
                <a:cs typeface="Arial"/>
                <a:sym typeface="Arial"/>
              </a:defRPr>
            </a:lvl3pPr>
            <a:lvl4pPr marL="0" marR="0" lvl="3" indent="0" algn="l" rtl="0">
              <a:spcBef>
                <a:spcPts val="0"/>
              </a:spcBef>
              <a:buNone/>
              <a:defRPr sz="623" b="0" i="0" u="none" strike="noStrike" cap="none">
                <a:solidFill>
                  <a:schemeClr val="dk2"/>
                </a:solidFill>
                <a:latin typeface="Arial"/>
                <a:ea typeface="Arial"/>
                <a:cs typeface="Arial"/>
                <a:sym typeface="Arial"/>
              </a:defRPr>
            </a:lvl4pPr>
            <a:lvl5pPr marL="0" marR="0" lvl="4" indent="0" algn="l" rtl="0">
              <a:spcBef>
                <a:spcPts val="0"/>
              </a:spcBef>
              <a:buNone/>
              <a:defRPr sz="623" b="0" i="0" u="none" strike="noStrike" cap="none">
                <a:solidFill>
                  <a:schemeClr val="dk2"/>
                </a:solidFill>
                <a:latin typeface="Arial"/>
                <a:ea typeface="Arial"/>
                <a:cs typeface="Arial"/>
                <a:sym typeface="Arial"/>
              </a:defRPr>
            </a:lvl5pPr>
            <a:lvl6pPr marL="0" marR="0" lvl="5" indent="0" algn="l" rtl="0">
              <a:spcBef>
                <a:spcPts val="0"/>
              </a:spcBef>
              <a:buNone/>
              <a:defRPr sz="623" b="0" i="0" u="none" strike="noStrike" cap="none">
                <a:solidFill>
                  <a:schemeClr val="dk2"/>
                </a:solidFill>
                <a:latin typeface="Arial"/>
                <a:ea typeface="Arial"/>
                <a:cs typeface="Arial"/>
                <a:sym typeface="Arial"/>
              </a:defRPr>
            </a:lvl6pPr>
            <a:lvl7pPr marL="0" marR="0" lvl="6" indent="0" algn="l" rtl="0">
              <a:spcBef>
                <a:spcPts val="0"/>
              </a:spcBef>
              <a:buNone/>
              <a:defRPr sz="623" b="0" i="0" u="none" strike="noStrike" cap="none">
                <a:solidFill>
                  <a:schemeClr val="dk2"/>
                </a:solidFill>
                <a:latin typeface="Arial"/>
                <a:ea typeface="Arial"/>
                <a:cs typeface="Arial"/>
                <a:sym typeface="Arial"/>
              </a:defRPr>
            </a:lvl7pPr>
            <a:lvl8pPr marL="0" marR="0" lvl="7" indent="0" algn="l" rtl="0">
              <a:spcBef>
                <a:spcPts val="0"/>
              </a:spcBef>
              <a:buNone/>
              <a:defRPr sz="623" b="0" i="0" u="none" strike="noStrike" cap="none">
                <a:solidFill>
                  <a:schemeClr val="dk2"/>
                </a:solidFill>
                <a:latin typeface="Arial"/>
                <a:ea typeface="Arial"/>
                <a:cs typeface="Arial"/>
                <a:sym typeface="Arial"/>
              </a:defRPr>
            </a:lvl8pPr>
            <a:lvl9pPr marL="0" marR="0" lvl="8" indent="0" algn="l" rtl="0">
              <a:spcBef>
                <a:spcPts val="0"/>
              </a:spcBef>
              <a:buNone/>
              <a:defRPr sz="623"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a:p>
        </p:txBody>
      </p:sp>
      <p:sp>
        <p:nvSpPr>
          <p:cNvPr id="72" name="Google Shape;72;p15"/>
          <p:cNvSpPr txBox="1">
            <a:spLocks noGrp="1"/>
          </p:cNvSpPr>
          <p:nvPr>
            <p:ph type="body" idx="2"/>
          </p:nvPr>
        </p:nvSpPr>
        <p:spPr>
          <a:xfrm>
            <a:off x="685800" y="857250"/>
            <a:ext cx="7772400" cy="228600"/>
          </a:xfrm>
          <a:prstGeom prst="rect">
            <a:avLst/>
          </a:prstGeom>
          <a:noFill/>
          <a:ln>
            <a:noFill/>
          </a:ln>
        </p:spPr>
        <p:txBody>
          <a:bodyPr spcFirstLastPara="1" wrap="square" lIns="0" tIns="0" rIns="0" bIns="0" anchor="t" anchorCtr="0">
            <a:noAutofit/>
          </a:bodyPr>
          <a:lstStyle>
            <a:lvl1pPr marL="316523" marR="0" lvl="0" indent="-158262" algn="l" rtl="0">
              <a:lnSpc>
                <a:spcPct val="90000"/>
              </a:lnSpc>
              <a:spcBef>
                <a:spcPts val="831"/>
              </a:spcBef>
              <a:spcAft>
                <a:spcPts val="0"/>
              </a:spcAft>
              <a:buClr>
                <a:srgbClr val="3F3F41"/>
              </a:buClr>
              <a:buSzPts val="1620"/>
              <a:buFont typeface="Arial"/>
              <a:buNone/>
              <a:defRPr sz="1247" b="0" i="0" u="none" strike="noStrike" cap="none">
                <a:solidFill>
                  <a:srgbClr val="5F5F62"/>
                </a:solidFill>
                <a:latin typeface="Arial"/>
                <a:ea typeface="Arial"/>
                <a:cs typeface="Arial"/>
                <a:sym typeface="Arial"/>
              </a:defRPr>
            </a:lvl1pPr>
            <a:lvl2pPr marL="633047" marR="0" lvl="1" indent="-158262" algn="l" rtl="0">
              <a:lnSpc>
                <a:spcPct val="90000"/>
              </a:lnSpc>
              <a:spcBef>
                <a:spcPts val="554"/>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2pPr>
            <a:lvl3pPr marL="949569" marR="0" lvl="2"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3pPr>
            <a:lvl4pPr marL="1266092" marR="0" lvl="3"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4pPr>
            <a:lvl5pPr marL="1582616" marR="0" lvl="4"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5pPr>
            <a:lvl6pPr marL="1899139" marR="0" lvl="5"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6pPr>
            <a:lvl7pPr marL="2215661" marR="0" lvl="6"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7pPr>
            <a:lvl8pPr marL="2532185" marR="0" lvl="7"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8pPr>
            <a:lvl9pPr marL="2848708" marR="0" lvl="8" indent="-158262" algn="l" rtl="0">
              <a:lnSpc>
                <a:spcPct val="90000"/>
              </a:lnSpc>
              <a:spcBef>
                <a:spcPts val="416"/>
              </a:spcBef>
              <a:spcAft>
                <a:spcPts val="0"/>
              </a:spcAft>
              <a:buClr>
                <a:srgbClr val="3F3F41"/>
              </a:buClr>
              <a:buSzPts val="1620"/>
              <a:buFont typeface="Arial"/>
              <a:buNone/>
              <a:defRPr sz="124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516792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nd Content 1x1">
  <p:cSld name="Title and Content 1x1">
    <p:spTree>
      <p:nvGrpSpPr>
        <p:cNvPr id="1" name="Shape 73"/>
        <p:cNvGrpSpPr/>
        <p:nvPr/>
      </p:nvGrpSpPr>
      <p:grpSpPr>
        <a:xfrm>
          <a:off x="0" y="0"/>
          <a:ext cx="0" cy="0"/>
          <a:chOff x="0" y="0"/>
          <a:chExt cx="0" cy="0"/>
        </a:xfrm>
      </p:grpSpPr>
      <p:sp>
        <p:nvSpPr>
          <p:cNvPr id="74" name="Google Shape;74;p16"/>
          <p:cNvSpPr/>
          <p:nvPr/>
        </p:nvSpPr>
        <p:spPr>
          <a:xfrm>
            <a:off x="1588" y="1589"/>
            <a:ext cx="1500" cy="1125"/>
          </a:xfrm>
          <a:prstGeom prst="rect">
            <a:avLst/>
          </a:prstGeom>
          <a:solidFill>
            <a:srgbClr val="FFFFFF"/>
          </a:solidFill>
          <a:ln>
            <a:noFill/>
          </a:ln>
        </p:spPr>
      </p:sp>
      <p:sp>
        <p:nvSpPr>
          <p:cNvPr id="75" name="Google Shape;75;p16"/>
          <p:cNvSpPr txBox="1">
            <a:spLocks noGrp="1"/>
          </p:cNvSpPr>
          <p:nvPr>
            <p:ph type="title"/>
          </p:nvPr>
        </p:nvSpPr>
        <p:spPr>
          <a:xfrm>
            <a:off x="685800" y="171451"/>
            <a:ext cx="7772400" cy="628425"/>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100"/>
              <a:buFont typeface="Arial"/>
              <a:buNone/>
              <a:defRPr sz="1454" b="0" i="0" u="none" strike="noStrike" cap="none">
                <a:solidFill>
                  <a:schemeClr val="accent1"/>
                </a:solidFill>
                <a:latin typeface="Arial"/>
                <a:ea typeface="Arial"/>
                <a:cs typeface="Arial"/>
                <a:sym typeface="Arial"/>
              </a:defRPr>
            </a:lvl1pPr>
            <a:lvl2pPr lvl="1" algn="l" rtl="0">
              <a:lnSpc>
                <a:spcPct val="100000"/>
              </a:lnSpc>
              <a:spcBef>
                <a:spcPts val="0"/>
              </a:spcBef>
              <a:spcAft>
                <a:spcPts val="0"/>
              </a:spcAft>
              <a:buSzPts val="1400"/>
              <a:buNone/>
              <a:defRPr sz="1247"/>
            </a:lvl2pPr>
            <a:lvl3pPr lvl="2" algn="l" rtl="0">
              <a:lnSpc>
                <a:spcPct val="100000"/>
              </a:lnSpc>
              <a:spcBef>
                <a:spcPts val="0"/>
              </a:spcBef>
              <a:spcAft>
                <a:spcPts val="0"/>
              </a:spcAft>
              <a:buSzPts val="1400"/>
              <a:buNone/>
              <a:defRPr sz="1247"/>
            </a:lvl3pPr>
            <a:lvl4pPr lvl="3" algn="l" rtl="0">
              <a:lnSpc>
                <a:spcPct val="100000"/>
              </a:lnSpc>
              <a:spcBef>
                <a:spcPts val="0"/>
              </a:spcBef>
              <a:spcAft>
                <a:spcPts val="0"/>
              </a:spcAft>
              <a:buSzPts val="1400"/>
              <a:buNone/>
              <a:defRPr sz="1247"/>
            </a:lvl4pPr>
            <a:lvl5pPr lvl="4" algn="l" rtl="0">
              <a:lnSpc>
                <a:spcPct val="100000"/>
              </a:lnSpc>
              <a:spcBef>
                <a:spcPts val="0"/>
              </a:spcBef>
              <a:spcAft>
                <a:spcPts val="0"/>
              </a:spcAft>
              <a:buSzPts val="1400"/>
              <a:buNone/>
              <a:defRPr sz="1247"/>
            </a:lvl5pPr>
            <a:lvl6pPr lvl="5" algn="l" rtl="0">
              <a:lnSpc>
                <a:spcPct val="100000"/>
              </a:lnSpc>
              <a:spcBef>
                <a:spcPts val="0"/>
              </a:spcBef>
              <a:spcAft>
                <a:spcPts val="0"/>
              </a:spcAft>
              <a:buSzPts val="1400"/>
              <a:buNone/>
              <a:defRPr sz="1247"/>
            </a:lvl6pPr>
            <a:lvl7pPr lvl="6" algn="l" rtl="0">
              <a:lnSpc>
                <a:spcPct val="100000"/>
              </a:lnSpc>
              <a:spcBef>
                <a:spcPts val="0"/>
              </a:spcBef>
              <a:spcAft>
                <a:spcPts val="0"/>
              </a:spcAft>
              <a:buSzPts val="1400"/>
              <a:buNone/>
              <a:defRPr sz="1247"/>
            </a:lvl7pPr>
            <a:lvl8pPr lvl="7" algn="l" rtl="0">
              <a:lnSpc>
                <a:spcPct val="100000"/>
              </a:lnSpc>
              <a:spcBef>
                <a:spcPts val="0"/>
              </a:spcBef>
              <a:spcAft>
                <a:spcPts val="0"/>
              </a:spcAft>
              <a:buSzPts val="1400"/>
              <a:buNone/>
              <a:defRPr sz="1247"/>
            </a:lvl8pPr>
            <a:lvl9pPr lvl="8" algn="l" rtl="0">
              <a:lnSpc>
                <a:spcPct val="100000"/>
              </a:lnSpc>
              <a:spcBef>
                <a:spcPts val="0"/>
              </a:spcBef>
              <a:spcAft>
                <a:spcPts val="0"/>
              </a:spcAft>
              <a:buSzPts val="1400"/>
              <a:buNone/>
              <a:defRPr sz="1247"/>
            </a:lvl9pPr>
          </a:lstStyle>
          <a:p>
            <a:endParaRPr/>
          </a:p>
        </p:txBody>
      </p:sp>
      <p:sp>
        <p:nvSpPr>
          <p:cNvPr id="76" name="Google Shape;76;p16"/>
          <p:cNvSpPr txBox="1">
            <a:spLocks noGrp="1"/>
          </p:cNvSpPr>
          <p:nvPr>
            <p:ph type="body" idx="1"/>
          </p:nvPr>
        </p:nvSpPr>
        <p:spPr>
          <a:xfrm>
            <a:off x="304800" y="914400"/>
            <a:ext cx="8540400" cy="4000500"/>
          </a:xfrm>
          <a:prstGeom prst="rect">
            <a:avLst/>
          </a:prstGeom>
          <a:noFill/>
          <a:ln>
            <a:noFill/>
          </a:ln>
        </p:spPr>
        <p:txBody>
          <a:bodyPr spcFirstLastPara="1" wrap="square" lIns="34700" tIns="34700" rIns="34700" bIns="0" anchor="t" anchorCtr="0">
            <a:noAutofit/>
          </a:bodyPr>
          <a:lstStyle>
            <a:lvl1pPr marL="316523" marR="0" lvl="0" indent="-217610" algn="l" rtl="0">
              <a:lnSpc>
                <a:spcPct val="90000"/>
              </a:lnSpc>
              <a:spcBef>
                <a:spcPts val="623"/>
              </a:spcBef>
              <a:spcAft>
                <a:spcPts val="0"/>
              </a:spcAft>
              <a:buClr>
                <a:srgbClr val="3F3F41"/>
              </a:buClr>
              <a:buSzPts val="1350"/>
              <a:buFont typeface="Arial"/>
              <a:buChar char="•"/>
              <a:defRPr sz="1039" b="0" i="0" u="none" strike="noStrike" cap="none">
                <a:solidFill>
                  <a:schemeClr val="dk1"/>
                </a:solidFill>
                <a:latin typeface="Arial"/>
                <a:ea typeface="Arial"/>
                <a:cs typeface="Arial"/>
                <a:sym typeface="Arial"/>
              </a:defRPr>
            </a:lvl1pPr>
            <a:lvl2pPr marL="633047" marR="0" lvl="1" indent="-213654" algn="l" rtl="0">
              <a:lnSpc>
                <a:spcPct val="90000"/>
              </a:lnSpc>
              <a:spcBef>
                <a:spcPts val="634"/>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69" marR="0" lvl="2" indent="-197827" algn="l" rtl="0">
              <a:lnSpc>
                <a:spcPct val="105000"/>
              </a:lnSpc>
              <a:spcBef>
                <a:spcPts val="634"/>
              </a:spcBef>
              <a:spcAft>
                <a:spcPts val="0"/>
              </a:spcAft>
              <a:buClr>
                <a:schemeClr val="dk2"/>
              </a:buClr>
              <a:buSzPts val="900"/>
              <a:buFont typeface="Noto Sans Symbols"/>
              <a:buChar char="■"/>
              <a:defRPr sz="831" b="0" i="0" u="none" strike="noStrike" cap="none">
                <a:solidFill>
                  <a:schemeClr val="dk1"/>
                </a:solidFill>
                <a:latin typeface="Arial"/>
                <a:ea typeface="Arial"/>
                <a:cs typeface="Arial"/>
                <a:sym typeface="Arial"/>
              </a:defRPr>
            </a:lvl3pPr>
            <a:lvl4pPr marL="1266092" marR="0" lvl="3" indent="-192111" algn="l" rtl="0">
              <a:lnSpc>
                <a:spcPct val="105000"/>
              </a:lnSpc>
              <a:spcBef>
                <a:spcPts val="316"/>
              </a:spcBef>
              <a:spcAft>
                <a:spcPts val="0"/>
              </a:spcAft>
              <a:buClr>
                <a:srgbClr val="666666"/>
              </a:buClr>
              <a:buSzPts val="770"/>
              <a:buFont typeface="Arial"/>
              <a:buChar char="–"/>
              <a:defRPr sz="761" b="0" i="0" u="none" strike="noStrike" cap="none">
                <a:solidFill>
                  <a:schemeClr val="dk1"/>
                </a:solidFill>
                <a:latin typeface="Arial"/>
                <a:ea typeface="Arial"/>
                <a:cs typeface="Arial"/>
                <a:sym typeface="Arial"/>
              </a:defRPr>
            </a:lvl4pPr>
            <a:lvl5pPr marL="1582616" marR="0" lvl="4" indent="-196947" algn="l" rtl="0">
              <a:lnSpc>
                <a:spcPct val="105000"/>
              </a:lnSpc>
              <a:spcBef>
                <a:spcPts val="158"/>
              </a:spcBef>
              <a:spcAft>
                <a:spcPts val="0"/>
              </a:spcAft>
              <a:buClr>
                <a:srgbClr val="666666"/>
              </a:buClr>
              <a:buSzPts val="880"/>
              <a:buFont typeface="Noto Sans Symbols"/>
              <a:buChar char="▪"/>
              <a:defRPr sz="761" b="0" i="0" u="none" strike="noStrike" cap="none">
                <a:solidFill>
                  <a:schemeClr val="dk1"/>
                </a:solidFill>
                <a:latin typeface="Arial"/>
                <a:ea typeface="Arial"/>
                <a:cs typeface="Arial"/>
                <a:sym typeface="Arial"/>
              </a:defRPr>
            </a:lvl5pPr>
            <a:lvl6pPr marL="1899139" marR="0" lvl="5"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661" marR="0" lvl="6"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185" marR="0" lvl="7"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08" marR="0" lvl="8"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
        <p:nvSpPr>
          <p:cNvPr id="77" name="Google Shape;77;p16"/>
          <p:cNvSpPr txBox="1">
            <a:spLocks noGrp="1"/>
          </p:cNvSpPr>
          <p:nvPr>
            <p:ph type="ftr" idx="11"/>
          </p:nvPr>
        </p:nvSpPr>
        <p:spPr>
          <a:xfrm>
            <a:off x="6707351" y="4953905"/>
            <a:ext cx="1782600" cy="103725"/>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chemeClr val="dk1"/>
              </a:buClr>
              <a:buSzPts val="700"/>
              <a:buFont typeface="Arial"/>
              <a:buNone/>
              <a:defRPr sz="485"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69"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8610600" y="4897648"/>
            <a:ext cx="304800" cy="137025"/>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1pPr>
            <a:lvl2pPr marL="0" marR="0" lvl="1"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2pPr>
            <a:lvl3pPr marL="0" marR="0" lvl="2"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3pPr>
            <a:lvl4pPr marL="0" marR="0" lvl="3"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4pPr>
            <a:lvl5pPr marL="0" marR="0" lvl="4"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5pPr>
            <a:lvl6pPr marL="0" marR="0" lvl="5"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6pPr>
            <a:lvl7pPr marL="0" marR="0" lvl="6"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7pPr>
            <a:lvl8pPr marL="0" marR="0" lvl="7"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8pPr>
            <a:lvl9pPr marL="0" marR="0" lvl="8" indent="0" algn="l" rtl="0">
              <a:lnSpc>
                <a:spcPct val="100000"/>
              </a:lnSpc>
              <a:spcBef>
                <a:spcPts val="0"/>
              </a:spcBef>
              <a:spcAft>
                <a:spcPts val="0"/>
              </a:spcAft>
              <a:buClr>
                <a:srgbClr val="595959"/>
              </a:buClr>
              <a:buSzPts val="700"/>
              <a:buFont typeface="Arial"/>
              <a:buNone/>
              <a:defRPr sz="485" b="0" i="0" u="none" strike="noStrike" cap="none">
                <a:solidFill>
                  <a:srgbClr val="595959"/>
                </a:solidFill>
                <a:latin typeface="Arial"/>
                <a:ea typeface="Arial"/>
                <a:cs typeface="Arial"/>
                <a:sym typeface="Arial"/>
              </a:defRPr>
            </a:lvl9pPr>
          </a:lstStyle>
          <a:p>
            <a:fld id="{00000000-1234-1234-1234-123412341234}" type="slidenum">
              <a:rPr lang="en-US" smtClean="0"/>
              <a:pPr/>
              <a:t>‹#›</a:t>
            </a:fld>
            <a:endParaRPr lang="en-US"/>
          </a:p>
        </p:txBody>
      </p:sp>
      <p:sp>
        <p:nvSpPr>
          <p:cNvPr id="79" name="Google Shape;79;p16"/>
          <p:cNvSpPr txBox="1">
            <a:spLocks noGrp="1"/>
          </p:cNvSpPr>
          <p:nvPr>
            <p:ph type="body" idx="2"/>
          </p:nvPr>
        </p:nvSpPr>
        <p:spPr>
          <a:xfrm>
            <a:off x="304803" y="4953902"/>
            <a:ext cx="6321600" cy="103725"/>
          </a:xfrm>
          <a:prstGeom prst="rect">
            <a:avLst/>
          </a:prstGeom>
          <a:noFill/>
          <a:ln>
            <a:noFill/>
          </a:ln>
        </p:spPr>
        <p:txBody>
          <a:bodyPr spcFirstLastPara="1" wrap="square" lIns="0" tIns="0" rIns="0" bIns="0" anchor="b" anchorCtr="0">
            <a:noAutofit/>
          </a:bodyPr>
          <a:lstStyle>
            <a:lvl1pPr marL="316523" marR="0" lvl="0" indent="-178045" algn="l" rtl="0">
              <a:lnSpc>
                <a:spcPct val="90000"/>
              </a:lnSpc>
              <a:spcBef>
                <a:spcPts val="53"/>
              </a:spcBef>
              <a:spcAft>
                <a:spcPts val="0"/>
              </a:spcAft>
              <a:buClr>
                <a:srgbClr val="3F3F41"/>
              </a:buClr>
              <a:buSzPts val="450"/>
              <a:buFont typeface="Arial"/>
              <a:buChar char="•"/>
              <a:defRPr sz="347" b="0" i="1" u="none" strike="noStrike" cap="none">
                <a:solidFill>
                  <a:schemeClr val="dk1"/>
                </a:solidFill>
                <a:latin typeface="Arial"/>
                <a:ea typeface="Arial"/>
                <a:cs typeface="Arial"/>
                <a:sym typeface="Arial"/>
              </a:defRPr>
            </a:lvl1pPr>
            <a:lvl2pPr marL="633047" marR="0" lvl="1"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2pPr>
            <a:lvl3pPr marL="949569" marR="0" lvl="2" indent="-205740" algn="l" rtl="0">
              <a:lnSpc>
                <a:spcPct val="90000"/>
              </a:lnSpc>
              <a:spcBef>
                <a:spcPts val="311"/>
              </a:spcBef>
              <a:spcAft>
                <a:spcPts val="0"/>
              </a:spcAft>
              <a:buClr>
                <a:srgbClr val="3F3F41"/>
              </a:buClr>
              <a:buSzPts val="1080"/>
              <a:buFont typeface="Arial"/>
              <a:buChar char="•"/>
              <a:defRPr sz="831" b="0" i="0" u="none" strike="noStrike" cap="none">
                <a:solidFill>
                  <a:schemeClr val="dk1"/>
                </a:solidFill>
                <a:latin typeface="Arial"/>
                <a:ea typeface="Arial"/>
                <a:cs typeface="Arial"/>
                <a:sym typeface="Arial"/>
              </a:defRPr>
            </a:lvl3pPr>
            <a:lvl4pPr marL="1266092" marR="0" lvl="3"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4pPr>
            <a:lvl5pPr marL="1582616" marR="0" lvl="4"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5pPr>
            <a:lvl6pPr marL="1899139" marR="0" lvl="5"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6pPr>
            <a:lvl7pPr marL="2215661" marR="0" lvl="6"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7pPr>
            <a:lvl8pPr marL="2532185" marR="0" lvl="7"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8pPr>
            <a:lvl9pPr marL="2848708" marR="0" lvl="8" indent="-201783" algn="l" rtl="0">
              <a:lnSpc>
                <a:spcPct val="90000"/>
              </a:lnSpc>
              <a:spcBef>
                <a:spcPts val="311"/>
              </a:spcBef>
              <a:spcAft>
                <a:spcPts val="0"/>
              </a:spcAft>
              <a:buClr>
                <a:srgbClr val="3F3F41"/>
              </a:buClr>
              <a:buSzPts val="990"/>
              <a:buFont typeface="Arial"/>
              <a:buChar char="•"/>
              <a:defRPr sz="761"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8784719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685800" y="171450"/>
            <a:ext cx="7772400" cy="62865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247"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body" idx="1"/>
          </p:nvPr>
        </p:nvSpPr>
        <p:spPr>
          <a:xfrm>
            <a:off x="685800" y="1085850"/>
            <a:ext cx="3749100" cy="3543300"/>
          </a:xfrm>
          <a:prstGeom prst="rect">
            <a:avLst/>
          </a:prstGeom>
          <a:noFill/>
          <a:ln>
            <a:noFill/>
          </a:ln>
        </p:spPr>
        <p:txBody>
          <a:bodyPr spcFirstLastPara="1" wrap="square" lIns="91425" tIns="91425" rIns="91425" bIns="91425" anchor="t" anchorCtr="0">
            <a:noAutofit/>
          </a:bodyPr>
          <a:lstStyle>
            <a:lvl1pPr marL="316523" marR="0" lvl="0" indent="-237392"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47" marR="0" lvl="1" indent="-229478"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69" marR="0" lvl="2" indent="-221566"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092" marR="0" lvl="3"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16" marR="0" lvl="4"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39" marR="0" lvl="5"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661" marR="0" lvl="6"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185" marR="0" lvl="7"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08" marR="0" lvl="8"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3" name="Google Shape;83;p17"/>
          <p:cNvSpPr txBox="1">
            <a:spLocks noGrp="1"/>
          </p:cNvSpPr>
          <p:nvPr>
            <p:ph type="body" idx="2"/>
          </p:nvPr>
        </p:nvSpPr>
        <p:spPr>
          <a:xfrm>
            <a:off x="4709160" y="1085850"/>
            <a:ext cx="3749100" cy="3543300"/>
          </a:xfrm>
          <a:prstGeom prst="rect">
            <a:avLst/>
          </a:prstGeom>
          <a:noFill/>
          <a:ln>
            <a:noFill/>
          </a:ln>
        </p:spPr>
        <p:txBody>
          <a:bodyPr spcFirstLastPara="1" wrap="square" lIns="91425" tIns="91425" rIns="91425" bIns="91425" anchor="t" anchorCtr="0">
            <a:noAutofit/>
          </a:bodyPr>
          <a:lstStyle>
            <a:lvl1pPr marL="316523" marR="0" lvl="0" indent="-237392" algn="l" rtl="0">
              <a:lnSpc>
                <a:spcPct val="90000"/>
              </a:lnSpc>
              <a:spcBef>
                <a:spcPts val="831"/>
              </a:spcBef>
              <a:spcAft>
                <a:spcPts val="0"/>
              </a:spcAft>
              <a:buClr>
                <a:srgbClr val="3F3F41"/>
              </a:buClr>
              <a:buSzPts val="1800"/>
              <a:buFont typeface="Arial"/>
              <a:buChar char="•"/>
              <a:defRPr sz="1385" b="0" i="0" u="none" strike="noStrike" cap="none">
                <a:solidFill>
                  <a:schemeClr val="dk1"/>
                </a:solidFill>
                <a:latin typeface="Arial"/>
                <a:ea typeface="Arial"/>
                <a:cs typeface="Arial"/>
                <a:sym typeface="Arial"/>
              </a:defRPr>
            </a:lvl1pPr>
            <a:lvl2pPr marL="633047" marR="0" lvl="1" indent="-229478" algn="l" rtl="0">
              <a:lnSpc>
                <a:spcPct val="90000"/>
              </a:lnSpc>
              <a:spcBef>
                <a:spcPts val="554"/>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2pPr>
            <a:lvl3pPr marL="949569" marR="0" lvl="2" indent="-221566" algn="l" rtl="0">
              <a:lnSpc>
                <a:spcPct val="90000"/>
              </a:lnSpc>
              <a:spcBef>
                <a:spcPts val="416"/>
              </a:spcBef>
              <a:spcAft>
                <a:spcPts val="0"/>
              </a:spcAft>
              <a:buClr>
                <a:srgbClr val="3F3F41"/>
              </a:buClr>
              <a:buSzPts val="1440"/>
              <a:buFont typeface="Arial"/>
              <a:buChar char="•"/>
              <a:defRPr sz="1108" b="0" i="0" u="none" strike="noStrike" cap="none">
                <a:solidFill>
                  <a:schemeClr val="dk1"/>
                </a:solidFill>
                <a:latin typeface="Arial"/>
                <a:ea typeface="Arial"/>
                <a:cs typeface="Arial"/>
                <a:sym typeface="Arial"/>
              </a:defRPr>
            </a:lvl3pPr>
            <a:lvl4pPr marL="1266092" marR="0" lvl="3"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4pPr>
            <a:lvl5pPr marL="1582616" marR="0" lvl="4" indent="-213654" algn="l" rtl="0">
              <a:lnSpc>
                <a:spcPct val="90000"/>
              </a:lnSpc>
              <a:spcBef>
                <a:spcPts val="416"/>
              </a:spcBef>
              <a:spcAft>
                <a:spcPts val="0"/>
              </a:spcAft>
              <a:buClr>
                <a:srgbClr val="3F3F41"/>
              </a:buClr>
              <a:buSzPts val="1260"/>
              <a:buFont typeface="Arial"/>
              <a:buChar char="•"/>
              <a:defRPr sz="969" b="0" i="0" u="none" strike="noStrike" cap="none">
                <a:solidFill>
                  <a:schemeClr val="dk1"/>
                </a:solidFill>
                <a:latin typeface="Arial"/>
                <a:ea typeface="Arial"/>
                <a:cs typeface="Arial"/>
                <a:sym typeface="Arial"/>
              </a:defRPr>
            </a:lvl5pPr>
            <a:lvl6pPr marL="1899139" marR="0" lvl="5"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6pPr>
            <a:lvl7pPr marL="2215661" marR="0" lvl="6"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7pPr>
            <a:lvl8pPr marL="2532185" marR="0" lvl="7"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8pPr>
            <a:lvl9pPr marL="2848708" marR="0" lvl="8" indent="-229479" algn="l" rtl="0">
              <a:lnSpc>
                <a:spcPct val="90000"/>
              </a:lnSpc>
              <a:spcBef>
                <a:spcPts val="416"/>
              </a:spcBef>
              <a:spcAft>
                <a:spcPts val="0"/>
              </a:spcAft>
              <a:buClr>
                <a:srgbClr val="3F3F41"/>
              </a:buClr>
              <a:buSzPts val="1620"/>
              <a:buFont typeface="Arial"/>
              <a:buChar char="•"/>
              <a:defRPr sz="1247"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dt" idx="10"/>
          </p:nvPr>
        </p:nvSpPr>
        <p:spPr>
          <a:xfrm>
            <a:off x="4572000" y="4897647"/>
            <a:ext cx="1021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5" name="Google Shape;85;p17"/>
          <p:cNvSpPr txBox="1">
            <a:spLocks noGrp="1"/>
          </p:cNvSpPr>
          <p:nvPr>
            <p:ph type="ftr" idx="11"/>
          </p:nvPr>
        </p:nvSpPr>
        <p:spPr>
          <a:xfrm>
            <a:off x="5715000" y="4897647"/>
            <a:ext cx="2743200" cy="137250"/>
          </a:xfrm>
          <a:prstGeom prst="rect">
            <a:avLst/>
          </a:prstGeom>
          <a:noFill/>
          <a:ln>
            <a:noFill/>
          </a:ln>
        </p:spPr>
        <p:txBody>
          <a:bodyPr spcFirstLastPara="1" wrap="square" lIns="91425" tIns="91425" rIns="91425" bIns="91425" anchor="b" anchorCtr="0">
            <a:noAutofit/>
          </a:bodyPr>
          <a:lstStyle>
            <a:lvl1pPr marR="0" lvl="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247" b="0" i="0" u="none" strike="noStrike" cap="none">
                <a:solidFill>
                  <a:schemeClr val="dk1"/>
                </a:solidFill>
                <a:latin typeface="Arial"/>
                <a:ea typeface="Arial"/>
                <a:cs typeface="Arial"/>
                <a:sym typeface="Arial"/>
              </a:defRPr>
            </a:lvl9pPr>
          </a:lstStyle>
          <a:p>
            <a:endParaRPr/>
          </a:p>
        </p:txBody>
      </p:sp>
      <p:sp>
        <p:nvSpPr>
          <p:cNvPr id="86" name="Google Shape;86;p17"/>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chemeClr val="dk2"/>
              </a:buClr>
              <a:buSzPts val="225"/>
              <a:buFont typeface="Arial"/>
              <a:buNone/>
              <a:defRPr sz="623"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57744727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87"/>
        <p:cNvGrpSpPr/>
        <p:nvPr/>
      </p:nvGrpSpPr>
      <p:grpSpPr>
        <a:xfrm>
          <a:off x="0" y="0"/>
          <a:ext cx="0" cy="0"/>
          <a:chOff x="0" y="0"/>
          <a:chExt cx="0" cy="0"/>
        </a:xfrm>
      </p:grpSpPr>
      <p:pic>
        <p:nvPicPr>
          <p:cNvPr id="88" name="Google Shape;88;p18"/>
          <p:cNvPicPr preferRelativeResize="0"/>
          <p:nvPr/>
        </p:nvPicPr>
        <p:blipFill rotWithShape="1">
          <a:blip r:embed="rId2">
            <a:alphaModFix/>
          </a:blip>
          <a:srcRect/>
          <a:stretch/>
        </p:blipFill>
        <p:spPr>
          <a:xfrm>
            <a:off x="1192" y="1192"/>
            <a:ext cx="1190" cy="893"/>
          </a:xfrm>
          <a:prstGeom prst="rect">
            <a:avLst/>
          </a:prstGeom>
          <a:noFill/>
          <a:ln>
            <a:noFill/>
          </a:ln>
        </p:spPr>
      </p:pic>
      <p:sp>
        <p:nvSpPr>
          <p:cNvPr id="89" name="Google Shape;89;p18"/>
          <p:cNvSpPr txBox="1">
            <a:spLocks noGrp="1"/>
          </p:cNvSpPr>
          <p:nvPr>
            <p:ph type="ftr" idx="11"/>
          </p:nvPr>
        </p:nvSpPr>
        <p:spPr>
          <a:xfrm>
            <a:off x="5714999" y="4949191"/>
            <a:ext cx="2743200" cy="137025"/>
          </a:xfrm>
          <a:prstGeom prst="rect">
            <a:avLst/>
          </a:prstGeom>
          <a:noFill/>
          <a:ln>
            <a:noFill/>
          </a:ln>
        </p:spPr>
        <p:txBody>
          <a:bodyPr spcFirstLastPara="1" wrap="square" lIns="0" tIns="0" rIns="0" bIns="0" anchor="ctr" anchorCtr="0">
            <a:noAutofit/>
          </a:bodyPr>
          <a:lstStyle>
            <a:lvl1pPr lvl="0" algn="r" rtl="0">
              <a:spcBef>
                <a:spcPts val="0"/>
              </a:spcBef>
              <a:spcAft>
                <a:spcPts val="0"/>
              </a:spcAft>
              <a:buSzPts val="1400"/>
              <a:buNone/>
              <a:defRPr sz="485">
                <a:solidFill>
                  <a:schemeClr val="dk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8"/>
          <p:cNvSpPr txBox="1">
            <a:spLocks noGrp="1"/>
          </p:cNvSpPr>
          <p:nvPr>
            <p:ph type="sldNum" idx="12"/>
          </p:nvPr>
        </p:nvSpPr>
        <p:spPr>
          <a:xfrm>
            <a:off x="8610600" y="4949191"/>
            <a:ext cx="304800" cy="137025"/>
          </a:xfrm>
          <a:prstGeom prst="rect">
            <a:avLst/>
          </a:prstGeom>
          <a:noFill/>
          <a:ln>
            <a:noFill/>
          </a:ln>
        </p:spPr>
        <p:txBody>
          <a:bodyPr spcFirstLastPara="1" wrap="square" lIns="0" tIns="0" rIns="0" bIns="0" anchor="ctr" anchorCtr="0">
            <a:noAutofit/>
          </a:bodyPr>
          <a:lstStyle>
            <a:lvl1pPr marL="0" lvl="0" indent="0" algn="l" rtl="0">
              <a:spcBef>
                <a:spcPts val="0"/>
              </a:spcBef>
              <a:buNone/>
              <a:defRPr sz="485" b="0" i="0" u="none" strike="noStrike" cap="none">
                <a:solidFill>
                  <a:schemeClr val="dk2"/>
                </a:solidFill>
                <a:latin typeface="Arial"/>
                <a:ea typeface="Arial"/>
                <a:cs typeface="Arial"/>
                <a:sym typeface="Arial"/>
              </a:defRPr>
            </a:lvl1pPr>
            <a:lvl2pPr marL="0" lvl="1" indent="0" algn="l" rtl="0">
              <a:spcBef>
                <a:spcPts val="0"/>
              </a:spcBef>
              <a:buNone/>
              <a:defRPr sz="485" b="0" i="0" u="none" strike="noStrike" cap="none">
                <a:solidFill>
                  <a:schemeClr val="dk2"/>
                </a:solidFill>
                <a:latin typeface="Arial"/>
                <a:ea typeface="Arial"/>
                <a:cs typeface="Arial"/>
                <a:sym typeface="Arial"/>
              </a:defRPr>
            </a:lvl2pPr>
            <a:lvl3pPr marL="0" lvl="2" indent="0" algn="l" rtl="0">
              <a:spcBef>
                <a:spcPts val="0"/>
              </a:spcBef>
              <a:buNone/>
              <a:defRPr sz="485" b="0" i="0" u="none" strike="noStrike" cap="none">
                <a:solidFill>
                  <a:schemeClr val="dk2"/>
                </a:solidFill>
                <a:latin typeface="Arial"/>
                <a:ea typeface="Arial"/>
                <a:cs typeface="Arial"/>
                <a:sym typeface="Arial"/>
              </a:defRPr>
            </a:lvl3pPr>
            <a:lvl4pPr marL="0" lvl="3" indent="0" algn="l" rtl="0">
              <a:spcBef>
                <a:spcPts val="0"/>
              </a:spcBef>
              <a:buNone/>
              <a:defRPr sz="485" b="0" i="0" u="none" strike="noStrike" cap="none">
                <a:solidFill>
                  <a:schemeClr val="dk2"/>
                </a:solidFill>
                <a:latin typeface="Arial"/>
                <a:ea typeface="Arial"/>
                <a:cs typeface="Arial"/>
                <a:sym typeface="Arial"/>
              </a:defRPr>
            </a:lvl4pPr>
            <a:lvl5pPr marL="0" lvl="4" indent="0" algn="l" rtl="0">
              <a:spcBef>
                <a:spcPts val="0"/>
              </a:spcBef>
              <a:buNone/>
              <a:defRPr sz="485" b="0" i="0" u="none" strike="noStrike" cap="none">
                <a:solidFill>
                  <a:schemeClr val="dk2"/>
                </a:solidFill>
                <a:latin typeface="Arial"/>
                <a:ea typeface="Arial"/>
                <a:cs typeface="Arial"/>
                <a:sym typeface="Arial"/>
              </a:defRPr>
            </a:lvl5pPr>
            <a:lvl6pPr marL="0" lvl="5" indent="0" algn="l" rtl="0">
              <a:spcBef>
                <a:spcPts val="0"/>
              </a:spcBef>
              <a:buNone/>
              <a:defRPr sz="485" b="0" i="0" u="none" strike="noStrike" cap="none">
                <a:solidFill>
                  <a:schemeClr val="dk2"/>
                </a:solidFill>
                <a:latin typeface="Arial"/>
                <a:ea typeface="Arial"/>
                <a:cs typeface="Arial"/>
                <a:sym typeface="Arial"/>
              </a:defRPr>
            </a:lvl6pPr>
            <a:lvl7pPr marL="0" lvl="6" indent="0" algn="l" rtl="0">
              <a:spcBef>
                <a:spcPts val="0"/>
              </a:spcBef>
              <a:buNone/>
              <a:defRPr sz="485" b="0" i="0" u="none" strike="noStrike" cap="none">
                <a:solidFill>
                  <a:schemeClr val="dk2"/>
                </a:solidFill>
                <a:latin typeface="Arial"/>
                <a:ea typeface="Arial"/>
                <a:cs typeface="Arial"/>
                <a:sym typeface="Arial"/>
              </a:defRPr>
            </a:lvl7pPr>
            <a:lvl8pPr marL="0" lvl="7" indent="0" algn="l" rtl="0">
              <a:spcBef>
                <a:spcPts val="0"/>
              </a:spcBef>
              <a:buNone/>
              <a:defRPr sz="485" b="0" i="0" u="none" strike="noStrike" cap="none">
                <a:solidFill>
                  <a:schemeClr val="dk2"/>
                </a:solidFill>
                <a:latin typeface="Arial"/>
                <a:ea typeface="Arial"/>
                <a:cs typeface="Arial"/>
                <a:sym typeface="Arial"/>
              </a:defRPr>
            </a:lvl8pPr>
            <a:lvl9pPr marL="0" lvl="8" indent="0" algn="l" rtl="0">
              <a:spcBef>
                <a:spcPts val="0"/>
              </a:spcBef>
              <a:buNone/>
              <a:defRPr sz="485"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a:p>
        </p:txBody>
      </p:sp>
      <p:sp>
        <p:nvSpPr>
          <p:cNvPr id="91" name="Google Shape;91;p18"/>
          <p:cNvSpPr txBox="1">
            <a:spLocks noGrp="1"/>
          </p:cNvSpPr>
          <p:nvPr>
            <p:ph type="dt" idx="10"/>
          </p:nvPr>
        </p:nvSpPr>
        <p:spPr>
          <a:xfrm>
            <a:off x="505727" y="4949191"/>
            <a:ext cx="3276600" cy="137025"/>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485" b="0" i="0" u="none" strike="noStrike" cap="none">
                <a:solidFill>
                  <a:schemeClr val="dk2"/>
                </a:solidFill>
                <a:latin typeface="Arial"/>
                <a:ea typeface="Arial"/>
                <a:cs typeface="Arial"/>
                <a:sym typeface="Arial"/>
              </a:defRPr>
            </a:lvl1pPr>
            <a:lvl2pPr marR="0" lvl="1" algn="l" rtl="0">
              <a:spcBef>
                <a:spcPts val="0"/>
              </a:spcBef>
              <a:spcAft>
                <a:spcPts val="0"/>
              </a:spcAft>
              <a:buSzPts val="1100"/>
              <a:buNone/>
              <a:defRPr sz="969"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969"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969"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969"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969"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969"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969"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969"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70061174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and Table" type="tbl">
  <p:cSld name="Title and Table">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457200" y="205601"/>
            <a:ext cx="8229600" cy="85725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800"/>
              <a:buFont typeface="Arial"/>
              <a:buNone/>
              <a:defRPr sz="1939" b="0" i="0" u="none" strike="noStrike" cap="none">
                <a:solidFill>
                  <a:schemeClr val="accent1"/>
                </a:solidFill>
                <a:latin typeface="Arial"/>
                <a:ea typeface="Arial"/>
                <a:cs typeface="Arial"/>
                <a:sym typeface="Arial"/>
              </a:defRPr>
            </a:lvl1pPr>
            <a:lvl2pPr marL="0" marR="0" lvl="1" indent="0" algn="l" rtl="0">
              <a:spcBef>
                <a:spcPts val="0"/>
              </a:spcBef>
              <a:spcAft>
                <a:spcPts val="0"/>
              </a:spcAft>
              <a:buSzPts val="2800"/>
              <a:buNone/>
              <a:defRPr/>
            </a:lvl2pPr>
            <a:lvl3pPr marL="0" marR="0" lvl="2" indent="0" algn="l" rtl="0">
              <a:spcBef>
                <a:spcPts val="0"/>
              </a:spcBef>
              <a:spcAft>
                <a:spcPts val="0"/>
              </a:spcAft>
              <a:buSzPts val="2800"/>
              <a:buNone/>
              <a:defRPr/>
            </a:lvl3pPr>
            <a:lvl4pPr marL="0" marR="0" lvl="3" indent="0" algn="l" rtl="0">
              <a:spcBef>
                <a:spcPts val="0"/>
              </a:spcBef>
              <a:spcAft>
                <a:spcPts val="0"/>
              </a:spcAft>
              <a:buSzPts val="2800"/>
              <a:buNone/>
              <a:defRPr/>
            </a:lvl4pPr>
            <a:lvl5pPr marL="0" marR="0" lvl="4" indent="0" algn="l" rtl="0">
              <a:spcBef>
                <a:spcPts val="0"/>
              </a:spcBef>
              <a:spcAft>
                <a:spcPts val="0"/>
              </a:spcAft>
              <a:buSzPts val="2800"/>
              <a:buNone/>
              <a:defRPr/>
            </a:lvl5pPr>
            <a:lvl6pPr marL="0" marR="0" lvl="5" indent="0" algn="l" rtl="0">
              <a:spcBef>
                <a:spcPts val="0"/>
              </a:spcBef>
              <a:spcAft>
                <a:spcPts val="0"/>
              </a:spcAft>
              <a:buSzPts val="2800"/>
              <a:buNone/>
              <a:defRPr/>
            </a:lvl6pPr>
            <a:lvl7pPr marL="0" marR="0" lvl="6" indent="0" algn="l" rtl="0">
              <a:spcBef>
                <a:spcPts val="0"/>
              </a:spcBef>
              <a:spcAft>
                <a:spcPts val="0"/>
              </a:spcAft>
              <a:buSzPts val="2800"/>
              <a:buNone/>
              <a:defRPr/>
            </a:lvl7pPr>
            <a:lvl8pPr marL="0" marR="0" lvl="7" indent="0" algn="l" rtl="0">
              <a:spcBef>
                <a:spcPts val="0"/>
              </a:spcBef>
              <a:spcAft>
                <a:spcPts val="0"/>
              </a:spcAft>
              <a:buSzPts val="2800"/>
              <a:buNone/>
              <a:defRPr/>
            </a:lvl8pPr>
            <a:lvl9pPr marL="0" marR="0" lvl="8" indent="0" algn="l" rtl="0">
              <a:spcBef>
                <a:spcPts val="0"/>
              </a:spcBef>
              <a:spcAft>
                <a:spcPts val="0"/>
              </a:spcAft>
              <a:buSzPts val="2800"/>
              <a:buNone/>
              <a:defRPr/>
            </a:lvl9pPr>
          </a:lstStyle>
          <a:p>
            <a:endParaRPr/>
          </a:p>
        </p:txBody>
      </p:sp>
      <p:sp>
        <p:nvSpPr>
          <p:cNvPr id="94" name="Google Shape;94;p19"/>
          <p:cNvSpPr txBox="1">
            <a:spLocks noGrp="1"/>
          </p:cNvSpPr>
          <p:nvPr>
            <p:ph type="dt" idx="10"/>
          </p:nvPr>
        </p:nvSpPr>
        <p:spPr>
          <a:xfrm>
            <a:off x="4572000" y="4897647"/>
            <a:ext cx="1021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23"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47"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69"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885"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09"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30"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454"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0978"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5" name="Google Shape;95;p19"/>
          <p:cNvSpPr txBox="1">
            <a:spLocks noGrp="1"/>
          </p:cNvSpPr>
          <p:nvPr>
            <p:ph type="ftr" idx="11"/>
          </p:nvPr>
        </p:nvSpPr>
        <p:spPr>
          <a:xfrm>
            <a:off x="5715000" y="4897647"/>
            <a:ext cx="2743200" cy="137250"/>
          </a:xfrm>
          <a:prstGeom prst="rect">
            <a:avLst/>
          </a:prstGeom>
          <a:noFill/>
          <a:ln>
            <a:noFill/>
          </a:ln>
        </p:spPr>
        <p:txBody>
          <a:bodyPr spcFirstLastPara="1" wrap="square" lIns="56625" tIns="56625" rIns="56625" bIns="56625" anchor="b" anchorCtr="0">
            <a:noAutofit/>
          </a:bodyPr>
          <a:lstStyle>
            <a:lvl1pPr marL="0" marR="0" lvl="0" indent="0" algn="r" rtl="0">
              <a:lnSpc>
                <a:spcPct val="100000"/>
              </a:lnSpc>
              <a:spcBef>
                <a:spcPts val="0"/>
              </a:spcBef>
              <a:spcAft>
                <a:spcPts val="0"/>
              </a:spcAft>
              <a:buClr>
                <a:schemeClr val="dk2"/>
              </a:buClr>
              <a:buSzPts val="900"/>
              <a:buFont typeface="Arial"/>
              <a:buNone/>
              <a:defRPr sz="623" b="0" i="0" u="none" strike="noStrike" cap="none">
                <a:solidFill>
                  <a:schemeClr val="dk2"/>
                </a:solidFill>
                <a:latin typeface="Arial"/>
                <a:ea typeface="Arial"/>
                <a:cs typeface="Arial"/>
                <a:sym typeface="Arial"/>
              </a:defRPr>
            </a:lvl1pPr>
            <a:lvl2pPr marL="316523" marR="0" lvl="1"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2pPr>
            <a:lvl3pPr marL="633047" marR="0" lvl="2"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3pPr>
            <a:lvl4pPr marL="949569" marR="0" lvl="3"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4pPr>
            <a:lvl5pPr marL="1274885" marR="0" lvl="4"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5pPr>
            <a:lvl6pPr marL="1591409" marR="0" lvl="5"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6pPr>
            <a:lvl7pPr marL="1907930" marR="0" lvl="6"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7pPr>
            <a:lvl8pPr marL="2224454" marR="0" lvl="7"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8pPr>
            <a:lvl9pPr marL="2540978" marR="0" lvl="8" indent="0" algn="l" rtl="0">
              <a:lnSpc>
                <a:spcPct val="100000"/>
              </a:lnSpc>
              <a:spcBef>
                <a:spcPts val="0"/>
              </a:spcBef>
              <a:spcAft>
                <a:spcPts val="0"/>
              </a:spcAft>
              <a:buClr>
                <a:schemeClr val="dk1"/>
              </a:buClr>
              <a:buSzPts val="900"/>
              <a:buFont typeface="Arial"/>
              <a:buNone/>
              <a:defRPr sz="1247" b="0" i="0" u="none" strike="noStrike" cap="none">
                <a:solidFill>
                  <a:schemeClr val="dk1"/>
                </a:solidFill>
                <a:latin typeface="Arial"/>
                <a:ea typeface="Arial"/>
                <a:cs typeface="Arial"/>
                <a:sym typeface="Arial"/>
              </a:defRPr>
            </a:lvl9pPr>
          </a:lstStyle>
          <a:p>
            <a:endParaRPr/>
          </a:p>
        </p:txBody>
      </p:sp>
      <p:sp>
        <p:nvSpPr>
          <p:cNvPr id="96" name="Google Shape;96;p19"/>
          <p:cNvSpPr txBox="1">
            <a:spLocks noGrp="1"/>
          </p:cNvSpPr>
          <p:nvPr>
            <p:ph type="sldNum" idx="12"/>
          </p:nvPr>
        </p:nvSpPr>
        <p:spPr>
          <a:xfrm>
            <a:off x="8610600" y="4897647"/>
            <a:ext cx="304800" cy="137250"/>
          </a:xfrm>
          <a:prstGeom prst="rect">
            <a:avLst/>
          </a:prstGeom>
          <a:noFill/>
          <a:ln>
            <a:noFill/>
          </a:ln>
        </p:spPr>
        <p:txBody>
          <a:bodyPr spcFirstLastPara="1" wrap="square" lIns="0" tIns="0" rIns="0" bIns="0" anchor="b" anchorCtr="0">
            <a:noAutofit/>
          </a:bodyPr>
          <a:lstStyle>
            <a:lvl1pPr marL="0" marR="0" lvl="0"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Font typeface="Arial"/>
              <a:buNone/>
              <a:defRPr sz="969" b="0" i="0" u="none" strike="noStrike" cap="none">
                <a:solidFill>
                  <a:srgbClr val="000000"/>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3716737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1" y="6"/>
            <a:ext cx="411566"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567">
              <a:latin typeface="Arial" panose="020B0604020202020204" pitchFamily="34" charset="0"/>
            </a:endParaRPr>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hasCustomPrompt="1"/>
          </p:nvPr>
        </p:nvSpPr>
        <p:spPr>
          <a:xfrm>
            <a:off x="621787" y="298873"/>
            <a:ext cx="7568762" cy="425472"/>
          </a:xfrm>
          <a:prstGeom prst="rect">
            <a:avLst/>
          </a:prstGeom>
        </p:spPr>
        <p:txBody>
          <a:bodyPr vert="horz" wrap="square" lIns="0" tIns="0" rIns="0" bIns="0" rtlCol="0" anchor="ctr" anchorCtr="0">
            <a:noAutofit/>
          </a:bodyPr>
          <a:lstStyle>
            <a:lvl1pPr marL="6594">
              <a:lnSpc>
                <a:spcPct val="100000"/>
              </a:lnSpc>
              <a:spcBef>
                <a:spcPts val="50"/>
              </a:spcBef>
              <a:defRPr sz="1869">
                <a:solidFill>
                  <a:schemeClr val="bg2"/>
                </a:solidFill>
                <a:latin typeface="Arial Black" panose="020B0A04020102020204" pitchFamily="34" charset="0"/>
              </a:defRPr>
            </a:lvl1pPr>
          </a:lstStyle>
          <a:p>
            <a:pPr marL="8792">
              <a:lnSpc>
                <a:spcPct val="100000"/>
              </a:lnSpc>
              <a:spcBef>
                <a:spcPts val="66"/>
              </a:spcBef>
            </a:pPr>
            <a:r>
              <a:rPr lang="en-US" spc="-80"/>
              <a:t>Click to edit master title style</a:t>
            </a:r>
          </a:p>
        </p:txBody>
      </p:sp>
      <p:sp>
        <p:nvSpPr>
          <p:cNvPr id="13" name="Text Placeholder 2">
            <a:extLst>
              <a:ext uri="{FF2B5EF4-FFF2-40B4-BE49-F238E27FC236}">
                <a16:creationId xmlns:a16="http://schemas.microsoft.com/office/drawing/2014/main" id="{B104B7C5-27FD-4FD4-98F8-E284D3845901}"/>
              </a:ext>
            </a:extLst>
          </p:cNvPr>
          <p:cNvSpPr>
            <a:spLocks noGrp="1"/>
          </p:cNvSpPr>
          <p:nvPr>
            <p:ph type="body" sz="quarter" idx="27" hasCustomPrompt="1"/>
          </p:nvPr>
        </p:nvSpPr>
        <p:spPr>
          <a:xfrm>
            <a:off x="618153" y="979718"/>
            <a:ext cx="7568762" cy="3670871"/>
          </a:xfrm>
          <a:prstGeom prst="rect">
            <a:avLst/>
          </a:prstGeom>
        </p:spPr>
        <p:txBody>
          <a:bodyPr vert="horz" tIns="0">
            <a:normAutofit/>
          </a:bodyPr>
          <a:lstStyle>
            <a:lvl1pPr marL="107979" indent="-107979">
              <a:lnSpc>
                <a:spcPct val="130000"/>
              </a:lnSpc>
              <a:spcBef>
                <a:spcPts val="1043"/>
              </a:spcBef>
              <a:buClr>
                <a:schemeClr val="accent5"/>
              </a:buClr>
              <a:buSzPct val="135000"/>
              <a:buFont typeface="Arial" panose="020B0604020202020204" pitchFamily="34" charset="0"/>
              <a:buChar char="•"/>
              <a:defRPr sz="1039">
                <a:latin typeface="Arial" panose="020B0604020202020204" pitchFamily="34" charset="0"/>
              </a:defRPr>
            </a:lvl1pPr>
            <a:lvl2pPr marL="233957" indent="-89983">
              <a:lnSpc>
                <a:spcPct val="130000"/>
              </a:lnSpc>
              <a:buClr>
                <a:schemeClr val="accent5"/>
              </a:buClr>
              <a:buSzPct val="135000"/>
              <a:buFont typeface="Arial" panose="020B0604020202020204" pitchFamily="34" charset="0"/>
              <a:buChar char="•"/>
              <a:defRPr sz="1039">
                <a:latin typeface="Arial" panose="020B0604020202020204" pitchFamily="34" charset="0"/>
              </a:defRPr>
            </a:lvl2pPr>
            <a:lvl3pPr marL="377929" indent="-89983">
              <a:lnSpc>
                <a:spcPct val="130000"/>
              </a:lnSpc>
              <a:buClr>
                <a:schemeClr val="accent5"/>
              </a:buClr>
              <a:buSzPct val="135000"/>
              <a:buFont typeface="Arial" panose="020B0604020202020204" pitchFamily="34" charset="0"/>
              <a:buChar char="•"/>
              <a:defRPr sz="1039">
                <a:latin typeface="Arial" panose="020B0604020202020204" pitchFamily="34" charset="0"/>
              </a:defRPr>
            </a:lvl3pPr>
            <a:lvl4pPr marL="521901" indent="-89983">
              <a:lnSpc>
                <a:spcPct val="130000"/>
              </a:lnSpc>
              <a:buClr>
                <a:schemeClr val="accent5"/>
              </a:buClr>
              <a:buSzPct val="135000"/>
              <a:buFont typeface="Arial" panose="020B0604020202020204" pitchFamily="34" charset="0"/>
              <a:buChar char="•"/>
              <a:defRPr sz="1039">
                <a:latin typeface="Arial" panose="020B0604020202020204" pitchFamily="34" charset="0"/>
              </a:defRPr>
            </a:lvl4pPr>
            <a:lvl5pPr marL="665874" indent="-89983">
              <a:lnSpc>
                <a:spcPct val="130000"/>
              </a:lnSpc>
              <a:buClr>
                <a:schemeClr val="accent5"/>
              </a:buClr>
              <a:buSzPct val="135000"/>
              <a:buFont typeface="Arial" panose="020B0604020202020204" pitchFamily="34" charset="0"/>
              <a:buChar char="•"/>
              <a:defRPr sz="1039">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0B6FD5E6-2A02-4784-A287-A76EFB1F6B3C}"/>
              </a:ext>
            </a:extLst>
          </p:cNvPr>
          <p:cNvSpPr txBox="1">
            <a:spLocks/>
          </p:cNvSpPr>
          <p:nvPr/>
        </p:nvSpPr>
        <p:spPr>
          <a:xfrm>
            <a:off x="6044344" y="4789722"/>
            <a:ext cx="292840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 Confidential	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3529393"/>
      </p:ext>
    </p:extLst>
  </p:cSld>
  <p:clrMapOvr>
    <a:masterClrMapping/>
  </p:clrMapOvr>
  <p:hf sldNum="0" hdr="0" ftr="0"/>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1_Title Only_Purpl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ACE1F68-2CD3-274B-9650-072C45D0B081}"/>
              </a:ext>
            </a:extLst>
          </p:cNvPr>
          <p:cNvSpPr/>
          <p:nvPr/>
        </p:nvSpPr>
        <p:spPr>
          <a:xfrm>
            <a:off x="8732671" y="4"/>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441"/>
          </a:p>
        </p:txBody>
      </p:sp>
      <p:sp>
        <p:nvSpPr>
          <p:cNvPr id="4" name="object 3">
            <a:extLst>
              <a:ext uri="{FF2B5EF4-FFF2-40B4-BE49-F238E27FC236}">
                <a16:creationId xmlns:a16="http://schemas.microsoft.com/office/drawing/2014/main" id="{E6A6D754-8CF2-A44F-BF16-9FC371CE5FA5}"/>
              </a:ext>
            </a:extLst>
          </p:cNvPr>
          <p:cNvSpPr txBox="1">
            <a:spLocks noGrp="1"/>
          </p:cNvSpPr>
          <p:nvPr>
            <p:ph type="title"/>
          </p:nvPr>
        </p:nvSpPr>
        <p:spPr>
          <a:xfrm>
            <a:off x="621803" y="298879"/>
            <a:ext cx="7416025" cy="412677"/>
          </a:xfrm>
          <a:prstGeom prst="rect">
            <a:avLst/>
          </a:prstGeom>
        </p:spPr>
        <p:txBody>
          <a:bodyPr vert="horz" wrap="square" lIns="0" tIns="12065" rIns="0" bIns="0" rtlCol="0">
            <a:spAutoFit/>
          </a:bodyPr>
          <a:lstStyle>
            <a:lvl1pPr marL="6594">
              <a:lnSpc>
                <a:spcPct val="100000"/>
              </a:lnSpc>
              <a:spcBef>
                <a:spcPts val="50"/>
              </a:spcBef>
              <a:defRPr sz="2519"/>
            </a:lvl1pPr>
          </a:lstStyle>
          <a:p>
            <a:pPr marL="8792">
              <a:lnSpc>
                <a:spcPct val="100000"/>
              </a:lnSpc>
              <a:spcBef>
                <a:spcPts val="66"/>
              </a:spcBef>
            </a:pPr>
            <a:r>
              <a:rPr lang="en-US" spc="-80"/>
              <a:t>Click to edit Master title style</a:t>
            </a:r>
            <a:endParaRPr spc="-80"/>
          </a:p>
        </p:txBody>
      </p:sp>
      <p:sp>
        <p:nvSpPr>
          <p:cNvPr id="8" name="Footer Placeholder 3">
            <a:extLst>
              <a:ext uri="{FF2B5EF4-FFF2-40B4-BE49-F238E27FC236}">
                <a16:creationId xmlns:a16="http://schemas.microsoft.com/office/drawing/2014/main" id="{AB59A1A1-82AA-40EC-B699-44C2FFD7C141}"/>
              </a:ext>
            </a:extLst>
          </p:cNvPr>
          <p:cNvSpPr txBox="1">
            <a:spLocks/>
          </p:cNvSpPr>
          <p:nvPr/>
        </p:nvSpPr>
        <p:spPr>
          <a:xfrm>
            <a:off x="6735758"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GlobalFoundries</a:t>
            </a:r>
            <a:r>
              <a:rPr lang="en-US" sz="441">
                <a:latin typeface="Arial" panose="020B0604020202020204" pitchFamily="34" charset="0"/>
                <a:cs typeface="Arial" panose="020B0604020202020204" pitchFamily="34" charset="0"/>
              </a:rPr>
              <a:t> © 2021 All Rights Reserved       </a:t>
            </a:r>
            <a:fld id="{B6F15528-21DE-4FAA-801E-634DDDAF4B2B}" type="slidenum">
              <a:rPr lang="en-US" sz="441" b="1" smtClean="0">
                <a:latin typeface="Arial" panose="020B0604020202020204" pitchFamily="34" charset="0"/>
                <a:cs typeface="Arial" panose="020B0604020202020204" pitchFamily="34" charset="0"/>
              </a:rPr>
              <a:pPr algn="r"/>
              <a:t>‹#›</a:t>
            </a:fld>
            <a:endParaRPr lang="en-US" sz="441" b="1">
              <a:latin typeface="Arial" panose="020B0604020202020204" pitchFamily="34" charset="0"/>
              <a:cs typeface="Arial" panose="020B0604020202020204" pitchFamily="34" charset="0"/>
            </a:endParaRPr>
          </a:p>
        </p:txBody>
      </p:sp>
      <p:sp>
        <p:nvSpPr>
          <p:cNvPr id="9" name="Footer Placeholder 3">
            <a:extLst>
              <a:ext uri="{FF2B5EF4-FFF2-40B4-BE49-F238E27FC236}">
                <a16:creationId xmlns:a16="http://schemas.microsoft.com/office/drawing/2014/main" id="{3BB0B4EE-FC6B-4BDD-8F9E-1764D5C62CC5}"/>
              </a:ext>
            </a:extLst>
          </p:cNvPr>
          <p:cNvSpPr txBox="1">
            <a:spLocks/>
          </p:cNvSpPr>
          <p:nvPr userDrawn="1"/>
        </p:nvSpPr>
        <p:spPr>
          <a:xfrm>
            <a:off x="3810931" y="4789722"/>
            <a:ext cx="761073"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1" b="1">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875978304"/>
      </p:ext>
    </p:extLst>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Title, Subtitle and Content_Purple">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9394017-23F6-5642-AC65-E5AE6911C8A8}"/>
              </a:ext>
            </a:extLst>
          </p:cNvPr>
          <p:cNvSpPr/>
          <p:nvPr/>
        </p:nvSpPr>
        <p:spPr>
          <a:xfrm>
            <a:off x="8732671" y="4"/>
            <a:ext cx="411567" cy="5143211"/>
          </a:xfrm>
          <a:custGeom>
            <a:avLst/>
            <a:gdLst/>
            <a:ahLst/>
            <a:cxnLst/>
            <a:rect l="l" t="t" r="r" b="b"/>
            <a:pathLst>
              <a:path w="904875" h="11308715">
                <a:moveTo>
                  <a:pt x="904349" y="0"/>
                </a:moveTo>
                <a:lnTo>
                  <a:pt x="0" y="0"/>
                </a:lnTo>
                <a:lnTo>
                  <a:pt x="0" y="11308556"/>
                </a:lnTo>
                <a:lnTo>
                  <a:pt x="904349" y="11308556"/>
                </a:lnTo>
                <a:lnTo>
                  <a:pt x="904349" y="0"/>
                </a:lnTo>
                <a:close/>
              </a:path>
            </a:pathLst>
          </a:custGeom>
          <a:solidFill>
            <a:srgbClr val="FFDC34"/>
          </a:solidFill>
        </p:spPr>
        <p:txBody>
          <a:bodyPr wrap="square" lIns="0" tIns="0" rIns="0" bIns="0" rtlCol="0"/>
          <a:lstStyle/>
          <a:p>
            <a:endParaRPr sz="969"/>
          </a:p>
        </p:txBody>
      </p:sp>
      <p:sp>
        <p:nvSpPr>
          <p:cNvPr id="8" name="object 3">
            <a:extLst>
              <a:ext uri="{FF2B5EF4-FFF2-40B4-BE49-F238E27FC236}">
                <a16:creationId xmlns:a16="http://schemas.microsoft.com/office/drawing/2014/main" id="{4BAB1D1D-2D62-BB42-8543-7198C1270D76}"/>
              </a:ext>
            </a:extLst>
          </p:cNvPr>
          <p:cNvSpPr txBox="1">
            <a:spLocks noGrp="1"/>
          </p:cNvSpPr>
          <p:nvPr>
            <p:ph type="title"/>
          </p:nvPr>
        </p:nvSpPr>
        <p:spPr>
          <a:xfrm>
            <a:off x="621787" y="298876"/>
            <a:ext cx="7877126" cy="615523"/>
          </a:xfrm>
          <a:prstGeom prst="rect">
            <a:avLst/>
          </a:prstGeom>
        </p:spPr>
        <p:txBody>
          <a:bodyPr wrap="square">
            <a:spAutoFit/>
          </a:bodyPr>
          <a:lstStyle>
            <a:lvl1pPr>
              <a:defRPr spc="-80" dirty="0">
                <a:solidFill>
                  <a:schemeClr val="bg2"/>
                </a:solidFill>
                <a:latin typeface="Arial Black" panose="020B0604020202020204" pitchFamily="34" charset="0"/>
                <a:ea typeface="+mn-ea"/>
                <a:cs typeface="+mn-cs"/>
              </a:defRPr>
            </a:lvl1pPr>
          </a:lstStyle>
          <a:p>
            <a:pPr marL="0" lvl="0">
              <a:lnSpc>
                <a:spcPct val="100000"/>
              </a:lnSpc>
            </a:pPr>
            <a:r>
              <a:rPr lang="en-US" spc="-80"/>
              <a:t>Click to edit Master title style</a:t>
            </a:r>
            <a:endParaRPr spc="-80"/>
          </a:p>
        </p:txBody>
      </p:sp>
      <p:sp>
        <p:nvSpPr>
          <p:cNvPr id="27" name="Text Placeholder 41">
            <a:extLst>
              <a:ext uri="{FF2B5EF4-FFF2-40B4-BE49-F238E27FC236}">
                <a16:creationId xmlns:a16="http://schemas.microsoft.com/office/drawing/2014/main" id="{0592D01E-E797-E747-8717-B0F1523C47CD}"/>
              </a:ext>
            </a:extLst>
          </p:cNvPr>
          <p:cNvSpPr>
            <a:spLocks noGrp="1"/>
          </p:cNvSpPr>
          <p:nvPr>
            <p:ph type="body" sz="quarter" idx="21" hasCustomPrompt="1"/>
          </p:nvPr>
        </p:nvSpPr>
        <p:spPr>
          <a:xfrm>
            <a:off x="621787" y="1204582"/>
            <a:ext cx="7877126" cy="503917"/>
          </a:xfrm>
          <a:prstGeom prst="rect">
            <a:avLst/>
          </a:prstGeom>
        </p:spPr>
        <p:txBody>
          <a:bodyPr anchor="b" anchorCtr="0">
            <a:normAutofit/>
          </a:bodyPr>
          <a:lstStyle>
            <a:lvl1pPr>
              <a:lnSpc>
                <a:spcPct val="100000"/>
              </a:lnSpc>
              <a:defRPr lang="en-US" sz="1108" b="0" i="0" baseline="0" dirty="0">
                <a:solidFill>
                  <a:schemeClr val="tx1"/>
                </a:solidFill>
                <a:latin typeface="Arial" panose="020B0604020202020204" pitchFamily="34" charset="0"/>
                <a:ea typeface="+mn-ea"/>
                <a:cs typeface="+mn-cs"/>
              </a:defRPr>
            </a:lvl1pPr>
          </a:lstStyle>
          <a:p>
            <a:pPr lvl="0"/>
            <a:r>
              <a:rPr lang="en-US"/>
              <a:t>Click to add text 				</a:t>
            </a:r>
          </a:p>
        </p:txBody>
      </p:sp>
      <p:sp>
        <p:nvSpPr>
          <p:cNvPr id="10" name="Text Placeholder 2">
            <a:extLst>
              <a:ext uri="{FF2B5EF4-FFF2-40B4-BE49-F238E27FC236}">
                <a16:creationId xmlns:a16="http://schemas.microsoft.com/office/drawing/2014/main" id="{6121B8DA-E100-A748-B5E3-EF541FA1CBC1}"/>
              </a:ext>
            </a:extLst>
          </p:cNvPr>
          <p:cNvSpPr>
            <a:spLocks noGrp="1"/>
          </p:cNvSpPr>
          <p:nvPr>
            <p:ph type="body" sz="quarter" idx="27"/>
          </p:nvPr>
        </p:nvSpPr>
        <p:spPr>
          <a:xfrm>
            <a:off x="620962" y="1878634"/>
            <a:ext cx="7902080" cy="881460"/>
          </a:xfrm>
          <a:prstGeom prst="rect">
            <a:avLst/>
          </a:prstGeom>
        </p:spPr>
        <p:txBody>
          <a:bodyPr/>
          <a:lstStyle>
            <a:lvl1pPr marL="107966" indent="-107966">
              <a:lnSpc>
                <a:spcPct val="130000"/>
              </a:lnSpc>
              <a:spcBef>
                <a:spcPts val="1042"/>
              </a:spcBef>
              <a:buClr>
                <a:schemeClr val="accent5"/>
              </a:buClr>
              <a:buSzPct val="135000"/>
              <a:buFont typeface="Arial" panose="020B0604020202020204" pitchFamily="34" charset="0"/>
              <a:buChar char="•"/>
              <a:defRPr sz="623">
                <a:latin typeface="Arial" panose="020B0604020202020204" pitchFamily="34" charset="0"/>
              </a:defRPr>
            </a:lvl1pPr>
            <a:lvl2pPr marL="233927" indent="-89972">
              <a:lnSpc>
                <a:spcPct val="130000"/>
              </a:lnSpc>
              <a:buClr>
                <a:schemeClr val="accent5"/>
              </a:buClr>
              <a:buSzPct val="135000"/>
              <a:buFont typeface="Arial" panose="020B0604020202020204" pitchFamily="34" charset="0"/>
              <a:buChar char="•"/>
              <a:defRPr sz="623">
                <a:latin typeface="Arial" panose="020B0604020202020204" pitchFamily="34" charset="0"/>
              </a:defRPr>
            </a:lvl2pPr>
            <a:lvl3pPr marL="377882" indent="-89972">
              <a:lnSpc>
                <a:spcPct val="130000"/>
              </a:lnSpc>
              <a:buClr>
                <a:schemeClr val="accent5"/>
              </a:buClr>
              <a:buSzPct val="135000"/>
              <a:buFont typeface="Arial" panose="020B0604020202020204" pitchFamily="34" charset="0"/>
              <a:buChar char="•"/>
              <a:defRPr sz="623">
                <a:latin typeface="Arial" panose="020B0604020202020204" pitchFamily="34" charset="0"/>
              </a:defRPr>
            </a:lvl3pPr>
            <a:lvl4pPr marL="521836" indent="-89972">
              <a:lnSpc>
                <a:spcPct val="130000"/>
              </a:lnSpc>
              <a:buClr>
                <a:schemeClr val="accent5"/>
              </a:buClr>
              <a:buSzPct val="135000"/>
              <a:buFont typeface="Arial" panose="020B0604020202020204" pitchFamily="34" charset="0"/>
              <a:buChar char="•"/>
              <a:defRPr sz="623">
                <a:latin typeface="Arial" panose="020B0604020202020204" pitchFamily="34" charset="0"/>
              </a:defRPr>
            </a:lvl4pPr>
            <a:lvl5pPr marL="665790" indent="-89972">
              <a:lnSpc>
                <a:spcPct val="130000"/>
              </a:lnSpc>
              <a:buClr>
                <a:schemeClr val="accent5"/>
              </a:buClr>
              <a:buSzPct val="135000"/>
              <a:buFont typeface="Arial" panose="020B0604020202020204" pitchFamily="34" charset="0"/>
              <a:buChar char="•"/>
              <a:defRPr sz="623">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FE26A2DB-F7D8-8C4E-9D30-E14CC752E9F0}"/>
              </a:ext>
            </a:extLst>
          </p:cNvPr>
          <p:cNvSpPr>
            <a:spLocks noGrp="1"/>
          </p:cNvSpPr>
          <p:nvPr>
            <p:ph type="body" sz="quarter" idx="25" hasCustomPrompt="1"/>
          </p:nvPr>
        </p:nvSpPr>
        <p:spPr>
          <a:xfrm>
            <a:off x="1357099" y="4809487"/>
            <a:ext cx="2451349" cy="92333"/>
          </a:xfrm>
          <a:prstGeom prst="rect">
            <a:avLst/>
          </a:prstGeom>
        </p:spPr>
        <p:txBody>
          <a:bodyPr/>
          <a:lstStyle>
            <a:lvl1pPr>
              <a:lnSpc>
                <a:spcPct val="100000"/>
              </a:lnSpc>
              <a:defRPr sz="416" b="0" baseline="0">
                <a:latin typeface="Arial" panose="020B0604020202020204" pitchFamily="34" charset="0"/>
              </a:defRPr>
            </a:lvl1pPr>
          </a:lstStyle>
          <a:p>
            <a:pPr lvl="0"/>
            <a:r>
              <a:rPr lang="en-US"/>
              <a:t>Click to add sources</a:t>
            </a:r>
          </a:p>
        </p:txBody>
      </p:sp>
      <p:sp>
        <p:nvSpPr>
          <p:cNvPr id="15" name="Text Placeholder 9">
            <a:extLst>
              <a:ext uri="{FF2B5EF4-FFF2-40B4-BE49-F238E27FC236}">
                <a16:creationId xmlns:a16="http://schemas.microsoft.com/office/drawing/2014/main" id="{DD308B40-2970-9848-84D6-7CEEA738FDB1}"/>
              </a:ext>
            </a:extLst>
          </p:cNvPr>
          <p:cNvSpPr>
            <a:spLocks noGrp="1"/>
          </p:cNvSpPr>
          <p:nvPr>
            <p:ph type="body" sz="quarter" idx="26" hasCustomPrompt="1"/>
          </p:nvPr>
        </p:nvSpPr>
        <p:spPr>
          <a:xfrm>
            <a:off x="849407" y="4809487"/>
            <a:ext cx="444918" cy="92333"/>
          </a:xfrm>
          <a:prstGeom prst="rect">
            <a:avLst/>
          </a:prstGeom>
        </p:spPr>
        <p:txBody>
          <a:bodyPr/>
          <a:lstStyle>
            <a:lvl1pPr>
              <a:lnSpc>
                <a:spcPct val="100000"/>
              </a:lnSpc>
              <a:defRPr sz="416" b="1" i="0" baseline="0">
                <a:latin typeface="Arial" panose="020B0604020202020204" pitchFamily="34" charset="0"/>
              </a:defRPr>
            </a:lvl1pPr>
          </a:lstStyle>
          <a:p>
            <a:pPr lvl="0"/>
            <a:r>
              <a:rPr lang="en-US"/>
              <a:t>Source:</a:t>
            </a:r>
          </a:p>
        </p:txBody>
      </p:sp>
      <p:sp>
        <p:nvSpPr>
          <p:cNvPr id="11" name="Footer Placeholder 3">
            <a:extLst>
              <a:ext uri="{FF2B5EF4-FFF2-40B4-BE49-F238E27FC236}">
                <a16:creationId xmlns:a16="http://schemas.microsoft.com/office/drawing/2014/main" id="{85FB4047-8A9D-4F09-8CB5-BDCFC13FC004}"/>
              </a:ext>
            </a:extLst>
          </p:cNvPr>
          <p:cNvSpPr txBox="1">
            <a:spLocks/>
          </p:cNvSpPr>
          <p:nvPr/>
        </p:nvSpPr>
        <p:spPr>
          <a:xfrm>
            <a:off x="6735758" y="4789722"/>
            <a:ext cx="2236989" cy="27363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16" b="1">
                <a:latin typeface="Arial" panose="020B0604020202020204" pitchFamily="34" charset="0"/>
                <a:cs typeface="Arial" panose="020B0604020202020204" pitchFamily="34" charset="0"/>
              </a:rPr>
              <a:t>GlobalFoundries</a:t>
            </a:r>
            <a:r>
              <a:rPr lang="en-US" sz="416">
                <a:latin typeface="Arial" panose="020B0604020202020204" pitchFamily="34" charset="0"/>
                <a:cs typeface="Arial" panose="020B0604020202020204" pitchFamily="34" charset="0"/>
              </a:rPr>
              <a:t> © 2021 All Rights Reserved       </a:t>
            </a:r>
            <a:fld id="{B6F15528-21DE-4FAA-801E-634DDDAF4B2B}" type="slidenum">
              <a:rPr lang="en-US" sz="416" b="1" smtClean="0">
                <a:latin typeface="Arial" panose="020B0604020202020204" pitchFamily="34" charset="0"/>
                <a:cs typeface="Arial" panose="020B0604020202020204" pitchFamily="34" charset="0"/>
              </a:rPr>
              <a:pPr algn="r"/>
              <a:t>‹#›</a:t>
            </a:fld>
            <a:endParaRPr lang="en-US" sz="416"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4059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theme" Target="../theme/theme2.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image" Target="../media/image1.pn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theme" Target="../theme/theme3.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3" Type="http://schemas.openxmlformats.org/officeDocument/2006/relationships/slideLayout" Target="../slideLayouts/slideLayout59.xml"/><Relationship Id="rId21" Type="http://schemas.openxmlformats.org/officeDocument/2006/relationships/tags" Target="../tags/tag1.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theme" Target="../theme/theme4.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image" Target="../media/image13.emf"/><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theme" Target="../theme/theme5.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image" Target="../media/image1.png"/><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theme" Target="../theme/theme6.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3" Type="http://schemas.openxmlformats.org/officeDocument/2006/relationships/slideLayout" Target="../slideLayouts/slideLayout112.xml"/><Relationship Id="rId21" Type="http://schemas.openxmlformats.org/officeDocument/2006/relationships/tags" Target="../tags/tag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theme" Target="../theme/theme7.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image" Target="../media/image13.emf"/><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24" cstate="print">
            <a:extLst>
              <a:ext uri="{28A0092B-C50C-407E-A947-70E740481C1C}">
                <a14:useLocalDpi xmlns:a14="http://schemas.microsoft.com/office/drawing/2010/main" val="0"/>
              </a:ext>
            </a:extLst>
          </a:blip>
          <a:stretch/>
        </p:blipFill>
        <p:spPr>
          <a:xfrm>
            <a:off x="0" y="4380620"/>
            <a:ext cx="1299371" cy="762883"/>
          </a:xfrm>
          <a:prstGeom prst="rect">
            <a:avLst/>
          </a:prstGeom>
        </p:spPr>
      </p:pic>
      <p:sp>
        <p:nvSpPr>
          <p:cNvPr id="7" name="Rectangle 6"/>
          <p:cNvSpPr/>
          <p:nvPr/>
        </p:nvSpPr>
        <p:spPr>
          <a:xfrm>
            <a:off x="9006840" y="0"/>
            <a:ext cx="13716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p:cNvSpPr/>
          <p:nvPr/>
        </p:nvSpPr>
        <p:spPr>
          <a:xfrm>
            <a:off x="0" y="800100"/>
            <a:ext cx="137160" cy="434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p:cNvSpPr/>
          <p:nvPr/>
        </p:nvSpPr>
        <p:spPr>
          <a:xfrm>
            <a:off x="0" y="0"/>
            <a:ext cx="137160" cy="800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Placeholder 1"/>
          <p:cNvSpPr>
            <a:spLocks noGrp="1"/>
          </p:cNvSpPr>
          <p:nvPr>
            <p:ph type="title"/>
          </p:nvPr>
        </p:nvSpPr>
        <p:spPr>
          <a:xfrm>
            <a:off x="685800" y="171450"/>
            <a:ext cx="7772400" cy="628650"/>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bwMode="auto">
          <a:xfrm>
            <a:off x="685800" y="1085850"/>
            <a:ext cx="7772400" cy="35433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0" y="4897647"/>
            <a:ext cx="1021080" cy="137160"/>
          </a:xfrm>
          <a:prstGeom prst="rect">
            <a:avLst/>
          </a:prstGeom>
        </p:spPr>
        <p:txBody>
          <a:bodyPr vert="horz" lIns="0" tIns="0" rIns="0" bIns="0" rtlCol="0" anchor="b" anchorCtr="0"/>
          <a:lstStyle>
            <a:lvl1pPr algn="r">
              <a:defRPr sz="675">
                <a:solidFill>
                  <a:schemeClr val="tx2"/>
                </a:solidFill>
              </a:defRPr>
            </a:lvl1pPr>
          </a:lstStyle>
          <a:p>
            <a:endParaRPr lang="en-US"/>
          </a:p>
        </p:txBody>
      </p:sp>
      <p:sp>
        <p:nvSpPr>
          <p:cNvPr id="5" name="Footer Placeholder 4"/>
          <p:cNvSpPr>
            <a:spLocks noGrp="1"/>
          </p:cNvSpPr>
          <p:nvPr>
            <p:ph type="ftr" sz="quarter" idx="3"/>
          </p:nvPr>
        </p:nvSpPr>
        <p:spPr>
          <a:xfrm>
            <a:off x="5715000" y="4897647"/>
            <a:ext cx="2743200" cy="137160"/>
          </a:xfrm>
          <a:prstGeom prst="rect">
            <a:avLst/>
          </a:prstGeom>
        </p:spPr>
        <p:txBody>
          <a:bodyPr vert="horz" lIns="0" tIns="0" rIns="0" bIns="0" rtlCol="0" anchor="b" anchorCtr="0"/>
          <a:lstStyle>
            <a:lvl1pPr algn="r">
              <a:defRPr sz="675">
                <a:solidFill>
                  <a:schemeClr val="tx2"/>
                </a:solidFill>
              </a:defRPr>
            </a:lvl1pPr>
          </a:lstStyle>
          <a:p>
            <a:endParaRPr lang="en-US"/>
          </a:p>
        </p:txBody>
      </p:sp>
      <p:sp>
        <p:nvSpPr>
          <p:cNvPr id="6" name="Slide Number Placeholder 5"/>
          <p:cNvSpPr>
            <a:spLocks noGrp="1"/>
          </p:cNvSpPr>
          <p:nvPr>
            <p:ph type="sldNum" sz="quarter" idx="4"/>
          </p:nvPr>
        </p:nvSpPr>
        <p:spPr>
          <a:xfrm>
            <a:off x="8610600" y="4897647"/>
            <a:ext cx="304800" cy="137160"/>
          </a:xfrm>
          <a:prstGeom prst="rect">
            <a:avLst/>
          </a:prstGeom>
        </p:spPr>
        <p:txBody>
          <a:bodyPr vert="horz" lIns="0" tIns="0" rIns="0" bIns="0" rtlCol="0" anchor="b" anchorCtr="0"/>
          <a:lstStyle>
            <a:lvl1pPr algn="l">
              <a:defRPr sz="675">
                <a:solidFill>
                  <a:schemeClr val="tx2"/>
                </a:solidFill>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402270926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Lst>
  <p:hf sldNum="0" hdr="0" ftr="0" dt="0"/>
  <p:txStyles>
    <p:titleStyle>
      <a:lvl1pPr algn="l" defTabSz="685800" rtl="0" eaLnBrk="1" latinLnBrk="0" hangingPunct="1">
        <a:lnSpc>
          <a:spcPct val="90000"/>
        </a:lnSpc>
        <a:spcBef>
          <a:spcPct val="0"/>
        </a:spcBef>
        <a:buNone/>
        <a:defRPr sz="2100" kern="120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900"/>
        </a:spcBef>
        <a:spcAft>
          <a:spcPts val="0"/>
        </a:spcAft>
        <a:buClr>
          <a:schemeClr val="tx2">
            <a:lumMod val="50000"/>
          </a:schemeClr>
        </a:buClr>
        <a:buSzPct val="90000"/>
        <a:buFont typeface="Arial" pitchFamily="34" charset="0"/>
        <a:buChar char="•"/>
        <a:defRPr sz="1500" kern="1200">
          <a:solidFill>
            <a:schemeClr val="tx1"/>
          </a:solidFill>
          <a:latin typeface="+mn-lt"/>
          <a:ea typeface="+mn-ea"/>
          <a:cs typeface="+mn-cs"/>
        </a:defRPr>
      </a:lvl1pPr>
      <a:lvl2pPr marL="377190" indent="-171450" algn="l" defTabSz="685800" rtl="0" eaLnBrk="1" latinLnBrk="0" hangingPunct="1">
        <a:lnSpc>
          <a:spcPct val="90000"/>
        </a:lnSpc>
        <a:spcBef>
          <a:spcPts val="600"/>
        </a:spcBef>
        <a:spcAft>
          <a:spcPts val="0"/>
        </a:spcAft>
        <a:buClr>
          <a:schemeClr val="tx2">
            <a:lumMod val="50000"/>
          </a:schemeClr>
        </a:buClr>
        <a:buSzPct val="90000"/>
        <a:buFont typeface="Arial" pitchFamily="34" charset="0"/>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200" kern="1200">
          <a:solidFill>
            <a:schemeClr val="tx1"/>
          </a:solidFill>
          <a:latin typeface="+mn-lt"/>
          <a:ea typeface="+mn-ea"/>
          <a:cs typeface="+mn-cs"/>
        </a:defRPr>
      </a:lvl3pPr>
      <a:lvl4pPr marL="7200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4pPr>
      <a:lvl5pPr marL="8915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5pPr>
      <a:lvl6pPr marL="10629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6pPr>
      <a:lvl7pPr marL="12344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7pPr>
      <a:lvl8pPr marL="140589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8pPr>
      <a:lvl9pPr marL="1577340" indent="-137160" algn="l" defTabSz="685800" rtl="0" eaLnBrk="1" latinLnBrk="0" hangingPunct="1">
        <a:lnSpc>
          <a:spcPct val="90000"/>
        </a:lnSpc>
        <a:spcBef>
          <a:spcPts val="450"/>
        </a:spcBef>
        <a:spcAft>
          <a:spcPts val="0"/>
        </a:spcAft>
        <a:buClr>
          <a:schemeClr val="tx2">
            <a:lumMod val="50000"/>
          </a:schemeClr>
        </a:buClr>
        <a:buSzPct val="90000"/>
        <a:buFont typeface="Arial"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47502" y="702756"/>
            <a:ext cx="1589369" cy="1269578"/>
          </a:xfrm>
          <a:prstGeom prst="rect">
            <a:avLst/>
          </a:prstGeom>
        </p:spPr>
        <p:txBody>
          <a:bodyPr wrap="square" lIns="0" tIns="0" rIns="0" bIns="0">
            <a:spAutoFit/>
          </a:bodyPr>
          <a:lstStyle>
            <a:lvl1pPr>
              <a:defRPr sz="8250" b="0" i="0">
                <a:solidFill>
                  <a:srgbClr val="43007A"/>
                </a:solidFill>
                <a:latin typeface="Arial Black"/>
                <a:cs typeface="Arial Black"/>
              </a:defRPr>
            </a:lvl1pPr>
          </a:lstStyle>
          <a:p>
            <a:endParaRPr/>
          </a:p>
        </p:txBody>
      </p:sp>
      <p:sp>
        <p:nvSpPr>
          <p:cNvPr id="3" name="Holder 3"/>
          <p:cNvSpPr>
            <a:spLocks noGrp="1"/>
          </p:cNvSpPr>
          <p:nvPr>
            <p:ph type="body" idx="1"/>
          </p:nvPr>
        </p:nvSpPr>
        <p:spPr>
          <a:xfrm>
            <a:off x="3550898" y="1770241"/>
            <a:ext cx="5131153" cy="163015"/>
          </a:xfrm>
          <a:prstGeom prst="rect">
            <a:avLst/>
          </a:prstGeom>
        </p:spPr>
        <p:txBody>
          <a:bodyPr wrap="square" lIns="0" tIns="0" rIns="0" bIns="0">
            <a:spAutoFit/>
          </a:bodyPr>
          <a:lstStyle>
            <a:lvl1pPr>
              <a:defRPr b="0" i="0">
                <a:solidFill>
                  <a:schemeClr val="tx1"/>
                </a:solidFill>
              </a:defRPr>
            </a:lvl1pPr>
          </a:lstStyle>
          <a:p>
            <a:endParaRPr/>
          </a:p>
        </p:txBody>
      </p:sp>
    </p:spTree>
    <p:extLst>
      <p:ext uri="{BB962C8B-B14F-4D97-AF65-F5344CB8AC3E}">
        <p14:creationId xmlns:p14="http://schemas.microsoft.com/office/powerpoint/2010/main" val="1507053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30" r:id="rId24"/>
  </p:sldLayoutIdLst>
  <p:hf sldNum="0" hdr="0" ftr="0" dt="0"/>
  <p:txStyles>
    <p:titleStyle>
      <a:lvl1pPr eaLnBrk="1" hangingPunct="1">
        <a:defRPr sz="3638" baseline="0">
          <a:latin typeface="+mj-lt"/>
          <a:ea typeface="+mj-ea"/>
          <a:cs typeface="+mj-cs"/>
        </a:defRPr>
      </a:lvl1pPr>
    </p:titleStyle>
    <p:bodyStyle>
      <a:lvl1pPr marL="0" eaLnBrk="1" hangingPunct="1">
        <a:lnSpc>
          <a:spcPct val="130000"/>
        </a:lnSpc>
        <a:defRPr sz="910" baseline="0">
          <a:latin typeface="Arial" panose="020B0604020202020204" pitchFamily="34" charset="0"/>
          <a:ea typeface="+mn-ea"/>
          <a:cs typeface="+mn-cs"/>
        </a:defRPr>
      </a:lvl1pPr>
      <a:lvl2pPr marL="207935" eaLnBrk="1" hangingPunct="1">
        <a:defRPr>
          <a:latin typeface="+mn-lt"/>
          <a:ea typeface="+mn-ea"/>
          <a:cs typeface="+mn-cs"/>
        </a:defRPr>
      </a:lvl2pPr>
      <a:lvl3pPr marL="415869" eaLnBrk="1" hangingPunct="1">
        <a:defRPr>
          <a:latin typeface="+mn-lt"/>
          <a:ea typeface="+mn-ea"/>
          <a:cs typeface="+mn-cs"/>
        </a:defRPr>
      </a:lvl3pPr>
      <a:lvl4pPr marL="623804" eaLnBrk="1" hangingPunct="1">
        <a:defRPr>
          <a:latin typeface="+mn-lt"/>
          <a:ea typeface="+mn-ea"/>
          <a:cs typeface="+mn-cs"/>
        </a:defRPr>
      </a:lvl4pPr>
      <a:lvl5pPr marL="831738" eaLnBrk="1" hangingPunct="1">
        <a:defRPr>
          <a:latin typeface="+mn-lt"/>
          <a:ea typeface="+mn-ea"/>
          <a:cs typeface="+mn-cs"/>
        </a:defRPr>
      </a:lvl5pPr>
      <a:lvl6pPr marL="1039673" eaLnBrk="1" hangingPunct="1">
        <a:defRPr>
          <a:latin typeface="+mn-lt"/>
          <a:ea typeface="+mn-ea"/>
          <a:cs typeface="+mn-cs"/>
        </a:defRPr>
      </a:lvl6pPr>
      <a:lvl7pPr marL="1247607" eaLnBrk="1" hangingPunct="1">
        <a:defRPr>
          <a:latin typeface="+mn-lt"/>
          <a:ea typeface="+mn-ea"/>
          <a:cs typeface="+mn-cs"/>
        </a:defRPr>
      </a:lvl7pPr>
      <a:lvl8pPr marL="1455542" eaLnBrk="1" hangingPunct="1">
        <a:defRPr>
          <a:latin typeface="+mn-lt"/>
          <a:ea typeface="+mn-ea"/>
          <a:cs typeface="+mn-cs"/>
        </a:defRPr>
      </a:lvl8pPr>
      <a:lvl9pPr marL="1663476" eaLnBrk="1" hangingPunct="1">
        <a:defRPr>
          <a:latin typeface="+mn-lt"/>
          <a:ea typeface="+mn-ea"/>
          <a:cs typeface="+mn-cs"/>
        </a:defRPr>
      </a:lvl9pPr>
    </p:bodyStyle>
    <p:otherStyle>
      <a:lvl1pPr marL="0" eaLnBrk="1" hangingPunct="1">
        <a:defRPr>
          <a:latin typeface="+mn-lt"/>
          <a:ea typeface="+mn-ea"/>
          <a:cs typeface="+mn-cs"/>
        </a:defRPr>
      </a:lvl1pPr>
      <a:lvl2pPr marL="207935" eaLnBrk="1" hangingPunct="1">
        <a:defRPr>
          <a:latin typeface="+mn-lt"/>
          <a:ea typeface="+mn-ea"/>
          <a:cs typeface="+mn-cs"/>
        </a:defRPr>
      </a:lvl2pPr>
      <a:lvl3pPr marL="415869" eaLnBrk="1" hangingPunct="1">
        <a:defRPr>
          <a:latin typeface="+mn-lt"/>
          <a:ea typeface="+mn-ea"/>
          <a:cs typeface="+mn-cs"/>
        </a:defRPr>
      </a:lvl3pPr>
      <a:lvl4pPr marL="623804" eaLnBrk="1" hangingPunct="1">
        <a:defRPr>
          <a:latin typeface="+mn-lt"/>
          <a:ea typeface="+mn-ea"/>
          <a:cs typeface="+mn-cs"/>
        </a:defRPr>
      </a:lvl4pPr>
      <a:lvl5pPr marL="831738" eaLnBrk="1" hangingPunct="1">
        <a:defRPr>
          <a:latin typeface="+mn-lt"/>
          <a:ea typeface="+mn-ea"/>
          <a:cs typeface="+mn-cs"/>
        </a:defRPr>
      </a:lvl5pPr>
      <a:lvl6pPr marL="1039673" eaLnBrk="1" hangingPunct="1">
        <a:defRPr>
          <a:latin typeface="+mn-lt"/>
          <a:ea typeface="+mn-ea"/>
          <a:cs typeface="+mn-cs"/>
        </a:defRPr>
      </a:lvl6pPr>
      <a:lvl7pPr marL="1247607" eaLnBrk="1" hangingPunct="1">
        <a:defRPr>
          <a:latin typeface="+mn-lt"/>
          <a:ea typeface="+mn-ea"/>
          <a:cs typeface="+mn-cs"/>
        </a:defRPr>
      </a:lvl7pPr>
      <a:lvl8pPr marL="1455542" eaLnBrk="1" hangingPunct="1">
        <a:defRPr>
          <a:latin typeface="+mn-lt"/>
          <a:ea typeface="+mn-ea"/>
          <a:cs typeface="+mn-cs"/>
        </a:defRPr>
      </a:lvl8pPr>
      <a:lvl9pPr marL="1663476" eaLnBrk="1" hangingPunct="1">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6"/>
        <p:cNvGrpSpPr/>
        <p:nvPr/>
      </p:nvGrpSpPr>
      <p:grpSpPr>
        <a:xfrm>
          <a:off x="0" y="0"/>
          <a:ext cx="0" cy="0"/>
          <a:chOff x="0" y="0"/>
          <a:chExt cx="0" cy="0"/>
        </a:xfrm>
      </p:grpSpPr>
      <p:pic>
        <p:nvPicPr>
          <p:cNvPr id="357" name="Google Shape;357;p48"/>
          <p:cNvPicPr preferRelativeResize="0"/>
          <p:nvPr/>
        </p:nvPicPr>
        <p:blipFill rotWithShape="1">
          <a:blip r:embed="rId12">
            <a:alphaModFix/>
          </a:blip>
          <a:srcRect/>
          <a:stretch/>
        </p:blipFill>
        <p:spPr>
          <a:xfrm>
            <a:off x="-1" y="4380617"/>
            <a:ext cx="1299300" cy="762900"/>
          </a:xfrm>
          <a:prstGeom prst="rect">
            <a:avLst/>
          </a:prstGeom>
          <a:noFill/>
          <a:ln>
            <a:noFill/>
          </a:ln>
        </p:spPr>
      </p:pic>
      <p:sp>
        <p:nvSpPr>
          <p:cNvPr id="358" name="Google Shape;358;p48"/>
          <p:cNvSpPr/>
          <p:nvPr/>
        </p:nvSpPr>
        <p:spPr>
          <a:xfrm>
            <a:off x="900684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9" name="Google Shape;359;p48"/>
          <p:cNvSpPr/>
          <p:nvPr/>
        </p:nvSpPr>
        <p:spPr>
          <a:xfrm>
            <a:off x="0" y="800100"/>
            <a:ext cx="137100" cy="4343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0" name="Google Shape;360;p48"/>
          <p:cNvSpPr/>
          <p:nvPr/>
        </p:nvSpPr>
        <p:spPr>
          <a:xfrm>
            <a:off x="0" y="0"/>
            <a:ext cx="137100" cy="800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1" name="Google Shape;361;p48"/>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sz="2400">
                <a:solidFill>
                  <a:schemeClr val="accent1"/>
                </a:solidFill>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362" name="Google Shape;362;p48"/>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0"/>
              </a:spcBef>
              <a:spcAft>
                <a:spcPts val="0"/>
              </a:spcAft>
              <a:buClr>
                <a:srgbClr val="3F3F41"/>
              </a:buClr>
              <a:buSzPts val="2000"/>
              <a:buFont typeface="Arial"/>
              <a:buChar char="●"/>
              <a:defRPr sz="2000"/>
            </a:lvl1pPr>
            <a:lvl2pPr marL="914400" marR="0" lvl="1" indent="-330200" algn="l" rtl="0">
              <a:lnSpc>
                <a:spcPct val="90000"/>
              </a:lnSpc>
              <a:spcBef>
                <a:spcPts val="800"/>
              </a:spcBef>
              <a:spcAft>
                <a:spcPts val="0"/>
              </a:spcAft>
              <a:buClr>
                <a:srgbClr val="3F3F41"/>
              </a:buClr>
              <a:buSzPts val="1600"/>
              <a:buFont typeface="Arial"/>
              <a:buChar char="―"/>
              <a:defRPr sz="1600"/>
            </a:lvl2pPr>
            <a:lvl3pPr marL="1371600" marR="0" lvl="2" indent="-317500" algn="l" rtl="0">
              <a:lnSpc>
                <a:spcPct val="90000"/>
              </a:lnSpc>
              <a:spcBef>
                <a:spcPts val="600"/>
              </a:spcBef>
              <a:spcAft>
                <a:spcPts val="0"/>
              </a:spcAft>
              <a:buClr>
                <a:srgbClr val="3F3F41"/>
              </a:buClr>
              <a:buSzPts val="1400"/>
              <a:buFont typeface="Arial"/>
              <a:buChar char="■"/>
              <a:defRPr/>
            </a:lvl3pPr>
            <a:lvl4pPr marL="1828800" marR="0" lvl="3" indent="-317500" algn="l" rtl="0">
              <a:lnSpc>
                <a:spcPct val="90000"/>
              </a:lnSpc>
              <a:spcBef>
                <a:spcPts val="600"/>
              </a:spcBef>
              <a:spcAft>
                <a:spcPts val="0"/>
              </a:spcAft>
              <a:buClr>
                <a:srgbClr val="3F3F41"/>
              </a:buClr>
              <a:buSzPts val="1400"/>
              <a:buFont typeface="Arial"/>
              <a:buChar char="○"/>
              <a:defRPr/>
            </a:lvl4pPr>
            <a:lvl5pPr marL="2286000" marR="0" lvl="4" indent="-317500" algn="l" rtl="0">
              <a:lnSpc>
                <a:spcPct val="90000"/>
              </a:lnSpc>
              <a:spcBef>
                <a:spcPts val="600"/>
              </a:spcBef>
              <a:spcAft>
                <a:spcPts val="0"/>
              </a:spcAft>
              <a:buClr>
                <a:srgbClr val="3F3F41"/>
              </a:buClr>
              <a:buSzPts val="1400"/>
              <a:buFont typeface="Arial"/>
              <a:buChar char="−"/>
              <a:defRPr/>
            </a:lvl5pPr>
            <a:lvl6pPr marL="2743200" marR="0" lvl="5" indent="-317500" algn="l" rtl="0">
              <a:lnSpc>
                <a:spcPct val="90000"/>
              </a:lnSpc>
              <a:spcBef>
                <a:spcPts val="600"/>
              </a:spcBef>
              <a:spcAft>
                <a:spcPts val="0"/>
              </a:spcAft>
              <a:buClr>
                <a:srgbClr val="3F3F41"/>
              </a:buClr>
              <a:buSzPts val="1400"/>
              <a:buFont typeface="Arial"/>
              <a:buChar char="−"/>
              <a:defRPr/>
            </a:lvl6pPr>
            <a:lvl7pPr marL="3200400" marR="0" lvl="6" indent="-317500" algn="l" rtl="0">
              <a:lnSpc>
                <a:spcPct val="90000"/>
              </a:lnSpc>
              <a:spcBef>
                <a:spcPts val="600"/>
              </a:spcBef>
              <a:spcAft>
                <a:spcPts val="0"/>
              </a:spcAft>
              <a:buClr>
                <a:srgbClr val="3F3F41"/>
              </a:buClr>
              <a:buSzPts val="1400"/>
              <a:buFont typeface="Arial"/>
              <a:buChar char="●"/>
              <a:defRPr/>
            </a:lvl7pPr>
            <a:lvl8pPr marL="3657600" marR="0" lvl="7" indent="-317500" algn="l" rtl="0">
              <a:lnSpc>
                <a:spcPct val="90000"/>
              </a:lnSpc>
              <a:spcBef>
                <a:spcPts val="600"/>
              </a:spcBef>
              <a:spcAft>
                <a:spcPts val="0"/>
              </a:spcAft>
              <a:buClr>
                <a:srgbClr val="3F3F41"/>
              </a:buClr>
              <a:buSzPts val="1400"/>
              <a:buFont typeface="Arial"/>
              <a:buChar char="○"/>
              <a:defRPr/>
            </a:lvl8pPr>
            <a:lvl9pPr marL="4114800" marR="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363" name="Google Shape;363;p48"/>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4" name="Google Shape;364;p48"/>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5" name="Google Shape;365;p48"/>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extLst>
      <p:ext uri="{BB962C8B-B14F-4D97-AF65-F5344CB8AC3E}">
        <p14:creationId xmlns:p14="http://schemas.microsoft.com/office/powerpoint/2010/main" val="4086771876"/>
      </p:ext>
    </p:extLst>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00CC427-2C90-4F96-B24F-E53FCC31BC16}"/>
              </a:ext>
            </a:extLst>
          </p:cNvPr>
          <p:cNvGraphicFramePr>
            <a:graphicFrameLocks noChangeAspect="1"/>
          </p:cNvGraphicFramePr>
          <p:nvPr userDrawn="1">
            <p:custDataLst>
              <p:tags r:id="rId21"/>
            </p:custDataLst>
            <p:extLst>
              <p:ext uri="{D42A27DB-BD31-4B8C-83A1-F6EECF244321}">
                <p14:modId xmlns:p14="http://schemas.microsoft.com/office/powerpoint/2010/main" val="1424665152"/>
              </p:ext>
            </p:extLst>
          </p:nvPr>
        </p:nvGraphicFramePr>
        <p:xfrm>
          <a:off x="1588" y="1191"/>
          <a:ext cx="1588" cy="1191"/>
        </p:xfrm>
        <a:graphic>
          <a:graphicData uri="http://schemas.openxmlformats.org/presentationml/2006/ole">
            <mc:AlternateContent xmlns:mc="http://schemas.openxmlformats.org/markup-compatibility/2006">
              <mc:Choice xmlns:v="urn:schemas-microsoft-com:vml" Requires="v">
                <p:oleObj name="think-cell Slide" r:id="rId22" imgW="383" imgH="384" progId="TCLayout.ActiveDocument.1">
                  <p:embed/>
                </p:oleObj>
              </mc:Choice>
              <mc:Fallback>
                <p:oleObj name="think-cell Slide" r:id="rId22" imgW="383" imgH="384" progId="TCLayout.ActiveDocument.1">
                  <p:embed/>
                  <p:pic>
                    <p:nvPicPr>
                      <p:cNvPr id="2" name="Object 1" hidden="1">
                        <a:extLst>
                          <a:ext uri="{FF2B5EF4-FFF2-40B4-BE49-F238E27FC236}">
                            <a16:creationId xmlns:a16="http://schemas.microsoft.com/office/drawing/2014/main" id="{700CC427-2C90-4F96-B24F-E53FCC31BC16}"/>
                          </a:ext>
                        </a:extLst>
                      </p:cNvPr>
                      <p:cNvPicPr/>
                      <p:nvPr/>
                    </p:nvPicPr>
                    <p:blipFill>
                      <a:blip r:embed="rId23"/>
                      <a:stretch>
                        <a:fillRect/>
                      </a:stretch>
                    </p:blipFill>
                    <p:spPr>
                      <a:xfrm>
                        <a:off x="1588" y="1191"/>
                        <a:ext cx="1588" cy="1191"/>
                      </a:xfrm>
                      <a:prstGeom prst="rect">
                        <a:avLst/>
                      </a:prstGeom>
                    </p:spPr>
                  </p:pic>
                </p:oleObj>
              </mc:Fallback>
            </mc:AlternateContent>
          </a:graphicData>
        </a:graphic>
      </p:graphicFrame>
      <p:sp>
        <p:nvSpPr>
          <p:cNvPr id="10" name="Google Shape;10;p1"/>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 name="Google Shape;11;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12" name="Google Shape;12;p1"/>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lvl="0" algn="r">
              <a:buNone/>
              <a:defRPr sz="692">
                <a:solidFill>
                  <a:schemeClr val="dk2"/>
                </a:solidFill>
              </a:defRPr>
            </a:lvl1pPr>
            <a:lvl2pPr lvl="1" algn="r">
              <a:buNone/>
              <a:defRPr sz="692">
                <a:solidFill>
                  <a:schemeClr val="dk2"/>
                </a:solidFill>
              </a:defRPr>
            </a:lvl2pPr>
            <a:lvl3pPr lvl="2" algn="r">
              <a:buNone/>
              <a:defRPr sz="692">
                <a:solidFill>
                  <a:schemeClr val="dk2"/>
                </a:solidFill>
              </a:defRPr>
            </a:lvl3pPr>
            <a:lvl4pPr lvl="3" algn="r">
              <a:buNone/>
              <a:defRPr sz="692">
                <a:solidFill>
                  <a:schemeClr val="dk2"/>
                </a:solidFill>
              </a:defRPr>
            </a:lvl4pPr>
            <a:lvl5pPr lvl="4" algn="r">
              <a:buNone/>
              <a:defRPr sz="692">
                <a:solidFill>
                  <a:schemeClr val="dk2"/>
                </a:solidFill>
              </a:defRPr>
            </a:lvl5pPr>
            <a:lvl6pPr lvl="5" algn="r">
              <a:buNone/>
              <a:defRPr sz="692">
                <a:solidFill>
                  <a:schemeClr val="dk2"/>
                </a:solidFill>
              </a:defRPr>
            </a:lvl6pPr>
            <a:lvl7pPr lvl="6" algn="r">
              <a:buNone/>
              <a:defRPr sz="692">
                <a:solidFill>
                  <a:schemeClr val="dk2"/>
                </a:solidFill>
              </a:defRPr>
            </a:lvl7pPr>
            <a:lvl8pPr lvl="7" algn="r">
              <a:buNone/>
              <a:defRPr sz="692">
                <a:solidFill>
                  <a:schemeClr val="dk2"/>
                </a:solidFill>
              </a:defRPr>
            </a:lvl8pPr>
            <a:lvl9pPr lvl="8" algn="r">
              <a:buNone/>
              <a:defRPr sz="692">
                <a:solidFill>
                  <a:schemeClr val="dk2"/>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5421" r:id="rId1"/>
    <p:sldLayoutId id="2147485422" r:id="rId2"/>
    <p:sldLayoutId id="2147485423" r:id="rId3"/>
    <p:sldLayoutId id="2147485424" r:id="rId4"/>
    <p:sldLayoutId id="2147485425" r:id="rId5"/>
    <p:sldLayoutId id="2147485426" r:id="rId6"/>
    <p:sldLayoutId id="2147485427" r:id="rId7"/>
    <p:sldLayoutId id="2147485428" r:id="rId8"/>
    <p:sldLayoutId id="2147485429" r:id="rId9"/>
    <p:sldLayoutId id="2147485430" r:id="rId10"/>
    <p:sldLayoutId id="2147485431" r:id="rId11"/>
    <p:sldLayoutId id="2147485432" r:id="rId12"/>
    <p:sldLayoutId id="2147485433" r:id="rId13"/>
    <p:sldLayoutId id="2147485434" r:id="rId14"/>
    <p:sldLayoutId id="2147485435" r:id="rId15"/>
    <p:sldLayoutId id="2147485436" r:id="rId16"/>
    <p:sldLayoutId id="2147485437" r:id="rId17"/>
    <p:sldLayoutId id="2147485438" r:id="rId18"/>
    <p:sldLayoutId id="2147485439"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47503" y="702756"/>
            <a:ext cx="1589369" cy="1269578"/>
          </a:xfrm>
          <a:prstGeom prst="rect">
            <a:avLst/>
          </a:prstGeom>
        </p:spPr>
        <p:txBody>
          <a:bodyPr wrap="square" lIns="0" tIns="0" rIns="0" bIns="0">
            <a:spAutoFit/>
          </a:bodyPr>
          <a:lstStyle>
            <a:lvl1pPr>
              <a:defRPr sz="8250" b="0" i="0">
                <a:solidFill>
                  <a:srgbClr val="43007A"/>
                </a:solidFill>
                <a:latin typeface="Arial Black"/>
                <a:cs typeface="Arial Black"/>
              </a:defRPr>
            </a:lvl1pPr>
          </a:lstStyle>
          <a:p>
            <a:endParaRPr/>
          </a:p>
        </p:txBody>
      </p:sp>
      <p:sp>
        <p:nvSpPr>
          <p:cNvPr id="3" name="Holder 3"/>
          <p:cNvSpPr>
            <a:spLocks noGrp="1"/>
          </p:cNvSpPr>
          <p:nvPr>
            <p:ph type="body" idx="1"/>
          </p:nvPr>
        </p:nvSpPr>
        <p:spPr>
          <a:xfrm>
            <a:off x="3550899" y="1770242"/>
            <a:ext cx="5131153" cy="163015"/>
          </a:xfrm>
          <a:prstGeom prst="rect">
            <a:avLst/>
          </a:prstGeom>
        </p:spPr>
        <p:txBody>
          <a:bodyPr wrap="square" lIns="0" tIns="0" rIns="0" bIns="0">
            <a:spAutoFit/>
          </a:bodyPr>
          <a:lstStyle>
            <a:lvl1pPr>
              <a:defRPr b="0" i="0">
                <a:solidFill>
                  <a:schemeClr val="tx1"/>
                </a:solidFill>
              </a:defRPr>
            </a:lvl1pPr>
          </a:lstStyle>
          <a:p>
            <a:endParaRPr/>
          </a:p>
        </p:txBody>
      </p:sp>
      <p:sp>
        <p:nvSpPr>
          <p:cNvPr id="5" name="TextBox 4">
            <a:extLst>
              <a:ext uri="{FF2B5EF4-FFF2-40B4-BE49-F238E27FC236}">
                <a16:creationId xmlns:a16="http://schemas.microsoft.com/office/drawing/2014/main" id="{68CFB35C-272A-D05A-89B8-39B456D65008}"/>
              </a:ext>
            </a:extLst>
          </p:cNvPr>
          <p:cNvSpPr txBox="1"/>
          <p:nvPr userDrawn="1">
            <p:extLst>
              <p:ext uri="{1162E1C5-73C7-4A58-AE30-91384D911F3F}">
                <p184:classification xmlns:p184="http://schemas.microsoft.com/office/powerpoint/2018/4/main" val="ftr"/>
              </p:ext>
            </p:extLst>
          </p:nvPr>
        </p:nvSpPr>
        <p:spPr>
          <a:xfrm>
            <a:off x="4057032" y="5004435"/>
            <a:ext cx="1045369" cy="92333"/>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GF Confidential – Need to know</a:t>
            </a:r>
          </a:p>
        </p:txBody>
      </p:sp>
    </p:spTree>
    <p:extLst>
      <p:ext uri="{BB962C8B-B14F-4D97-AF65-F5344CB8AC3E}">
        <p14:creationId xmlns:p14="http://schemas.microsoft.com/office/powerpoint/2010/main" val="2744201813"/>
      </p:ext>
    </p:extLst>
  </p:cSld>
  <p:clrMap bg1="lt1" tx1="dk1" bg2="lt2" tx2="dk2" accent1="accent1" accent2="accent2" accent3="accent3" accent4="accent4" accent5="accent5" accent6="accent6" hlink="hlink" folHlink="folHlink"/>
  <p:sldLayoutIdLst>
    <p:sldLayoutId id="2147485441" r:id="rId1"/>
    <p:sldLayoutId id="2147485442" r:id="rId2"/>
    <p:sldLayoutId id="2147485443" r:id="rId3"/>
    <p:sldLayoutId id="2147485444" r:id="rId4"/>
    <p:sldLayoutId id="2147485445" r:id="rId5"/>
    <p:sldLayoutId id="2147485446" r:id="rId6"/>
    <p:sldLayoutId id="2147485447" r:id="rId7"/>
    <p:sldLayoutId id="2147485448" r:id="rId8"/>
    <p:sldLayoutId id="2147485449" r:id="rId9"/>
    <p:sldLayoutId id="2147485450" r:id="rId10"/>
    <p:sldLayoutId id="2147485451" r:id="rId11"/>
    <p:sldLayoutId id="2147485452" r:id="rId12"/>
    <p:sldLayoutId id="2147485453" r:id="rId13"/>
    <p:sldLayoutId id="2147485454" r:id="rId14"/>
    <p:sldLayoutId id="2147485455" r:id="rId15"/>
    <p:sldLayoutId id="2147485456" r:id="rId16"/>
    <p:sldLayoutId id="2147485457" r:id="rId17"/>
    <p:sldLayoutId id="2147485458" r:id="rId18"/>
    <p:sldLayoutId id="2147485459" r:id="rId19"/>
    <p:sldLayoutId id="2147485460" r:id="rId20"/>
    <p:sldLayoutId id="2147485461" r:id="rId21"/>
    <p:sldLayoutId id="2147485462" r:id="rId22"/>
    <p:sldLayoutId id="2147485463" r:id="rId23"/>
    <p:sldLayoutId id="2147485464" r:id="rId24"/>
  </p:sldLayoutIdLst>
  <p:hf sldNum="0" hdr="0" ftr="0" dt="0"/>
  <p:txStyles>
    <p:titleStyle>
      <a:lvl1pPr eaLnBrk="1" hangingPunct="1">
        <a:defRPr sz="3638" baseline="0">
          <a:latin typeface="+mj-lt"/>
          <a:ea typeface="+mj-ea"/>
          <a:cs typeface="+mj-cs"/>
        </a:defRPr>
      </a:lvl1pPr>
    </p:titleStyle>
    <p:bodyStyle>
      <a:lvl1pPr marL="0" eaLnBrk="1" hangingPunct="1">
        <a:lnSpc>
          <a:spcPct val="130000"/>
        </a:lnSpc>
        <a:defRPr sz="910" baseline="0">
          <a:latin typeface="Arial" panose="020B0604020202020204" pitchFamily="34" charset="0"/>
          <a:ea typeface="+mn-ea"/>
          <a:cs typeface="+mn-cs"/>
        </a:defRPr>
      </a:lvl1pPr>
      <a:lvl2pPr marL="207930" eaLnBrk="1" hangingPunct="1">
        <a:defRPr>
          <a:latin typeface="+mn-lt"/>
          <a:ea typeface="+mn-ea"/>
          <a:cs typeface="+mn-cs"/>
        </a:defRPr>
      </a:lvl2pPr>
      <a:lvl3pPr marL="415859" eaLnBrk="1" hangingPunct="1">
        <a:defRPr>
          <a:latin typeface="+mn-lt"/>
          <a:ea typeface="+mn-ea"/>
          <a:cs typeface="+mn-cs"/>
        </a:defRPr>
      </a:lvl3pPr>
      <a:lvl4pPr marL="623789" eaLnBrk="1" hangingPunct="1">
        <a:defRPr>
          <a:latin typeface="+mn-lt"/>
          <a:ea typeface="+mn-ea"/>
          <a:cs typeface="+mn-cs"/>
        </a:defRPr>
      </a:lvl4pPr>
      <a:lvl5pPr marL="831717" eaLnBrk="1" hangingPunct="1">
        <a:defRPr>
          <a:latin typeface="+mn-lt"/>
          <a:ea typeface="+mn-ea"/>
          <a:cs typeface="+mn-cs"/>
        </a:defRPr>
      </a:lvl5pPr>
      <a:lvl6pPr marL="1039647" eaLnBrk="1" hangingPunct="1">
        <a:defRPr>
          <a:latin typeface="+mn-lt"/>
          <a:ea typeface="+mn-ea"/>
          <a:cs typeface="+mn-cs"/>
        </a:defRPr>
      </a:lvl6pPr>
      <a:lvl7pPr marL="1247576" eaLnBrk="1" hangingPunct="1">
        <a:defRPr>
          <a:latin typeface="+mn-lt"/>
          <a:ea typeface="+mn-ea"/>
          <a:cs typeface="+mn-cs"/>
        </a:defRPr>
      </a:lvl7pPr>
      <a:lvl8pPr marL="1455506" eaLnBrk="1" hangingPunct="1">
        <a:defRPr>
          <a:latin typeface="+mn-lt"/>
          <a:ea typeface="+mn-ea"/>
          <a:cs typeface="+mn-cs"/>
        </a:defRPr>
      </a:lvl8pPr>
      <a:lvl9pPr marL="1663435" eaLnBrk="1" hangingPunct="1">
        <a:defRPr>
          <a:latin typeface="+mn-lt"/>
          <a:ea typeface="+mn-ea"/>
          <a:cs typeface="+mn-cs"/>
        </a:defRPr>
      </a:lvl9pPr>
    </p:bodyStyle>
    <p:otherStyle>
      <a:lvl1pPr marL="0" eaLnBrk="1" hangingPunct="1">
        <a:defRPr>
          <a:latin typeface="+mn-lt"/>
          <a:ea typeface="+mn-ea"/>
          <a:cs typeface="+mn-cs"/>
        </a:defRPr>
      </a:lvl1pPr>
      <a:lvl2pPr marL="207930" eaLnBrk="1" hangingPunct="1">
        <a:defRPr>
          <a:latin typeface="+mn-lt"/>
          <a:ea typeface="+mn-ea"/>
          <a:cs typeface="+mn-cs"/>
        </a:defRPr>
      </a:lvl2pPr>
      <a:lvl3pPr marL="415859" eaLnBrk="1" hangingPunct="1">
        <a:defRPr>
          <a:latin typeface="+mn-lt"/>
          <a:ea typeface="+mn-ea"/>
          <a:cs typeface="+mn-cs"/>
        </a:defRPr>
      </a:lvl3pPr>
      <a:lvl4pPr marL="623789" eaLnBrk="1" hangingPunct="1">
        <a:defRPr>
          <a:latin typeface="+mn-lt"/>
          <a:ea typeface="+mn-ea"/>
          <a:cs typeface="+mn-cs"/>
        </a:defRPr>
      </a:lvl4pPr>
      <a:lvl5pPr marL="831717" eaLnBrk="1" hangingPunct="1">
        <a:defRPr>
          <a:latin typeface="+mn-lt"/>
          <a:ea typeface="+mn-ea"/>
          <a:cs typeface="+mn-cs"/>
        </a:defRPr>
      </a:lvl5pPr>
      <a:lvl6pPr marL="1039647" eaLnBrk="1" hangingPunct="1">
        <a:defRPr>
          <a:latin typeface="+mn-lt"/>
          <a:ea typeface="+mn-ea"/>
          <a:cs typeface="+mn-cs"/>
        </a:defRPr>
      </a:lvl6pPr>
      <a:lvl7pPr marL="1247576" eaLnBrk="1" hangingPunct="1">
        <a:defRPr>
          <a:latin typeface="+mn-lt"/>
          <a:ea typeface="+mn-ea"/>
          <a:cs typeface="+mn-cs"/>
        </a:defRPr>
      </a:lvl7pPr>
      <a:lvl8pPr marL="1455506" eaLnBrk="1" hangingPunct="1">
        <a:defRPr>
          <a:latin typeface="+mn-lt"/>
          <a:ea typeface="+mn-ea"/>
          <a:cs typeface="+mn-cs"/>
        </a:defRPr>
      </a:lvl8pPr>
      <a:lvl9pPr marL="1663435" eaLnBrk="1" hangingPunct="1">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6"/>
        <p:cNvGrpSpPr/>
        <p:nvPr/>
      </p:nvGrpSpPr>
      <p:grpSpPr>
        <a:xfrm>
          <a:off x="0" y="0"/>
          <a:ext cx="0" cy="0"/>
          <a:chOff x="0" y="0"/>
          <a:chExt cx="0" cy="0"/>
        </a:xfrm>
      </p:grpSpPr>
      <p:pic>
        <p:nvPicPr>
          <p:cNvPr id="357" name="Google Shape;357;p48"/>
          <p:cNvPicPr preferRelativeResize="0"/>
          <p:nvPr/>
        </p:nvPicPr>
        <p:blipFill rotWithShape="1">
          <a:blip r:embed="rId12">
            <a:alphaModFix/>
          </a:blip>
          <a:srcRect/>
          <a:stretch/>
        </p:blipFill>
        <p:spPr>
          <a:xfrm>
            <a:off x="-1" y="4380617"/>
            <a:ext cx="1299300" cy="762900"/>
          </a:xfrm>
          <a:prstGeom prst="rect">
            <a:avLst/>
          </a:prstGeom>
          <a:noFill/>
          <a:ln>
            <a:noFill/>
          </a:ln>
        </p:spPr>
      </p:pic>
      <p:sp>
        <p:nvSpPr>
          <p:cNvPr id="358" name="Google Shape;358;p48"/>
          <p:cNvSpPr/>
          <p:nvPr/>
        </p:nvSpPr>
        <p:spPr>
          <a:xfrm>
            <a:off x="9006840" y="0"/>
            <a:ext cx="1371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59" name="Google Shape;359;p48"/>
          <p:cNvSpPr/>
          <p:nvPr/>
        </p:nvSpPr>
        <p:spPr>
          <a:xfrm>
            <a:off x="0" y="800100"/>
            <a:ext cx="137100" cy="4343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0" name="Google Shape;360;p48"/>
          <p:cNvSpPr/>
          <p:nvPr/>
        </p:nvSpPr>
        <p:spPr>
          <a:xfrm>
            <a:off x="0" y="0"/>
            <a:ext cx="137100" cy="8001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1" name="Google Shape;361;p48"/>
          <p:cNvSpPr txBox="1">
            <a:spLocks noGrp="1"/>
          </p:cNvSpPr>
          <p:nvPr>
            <p:ph type="title"/>
          </p:nvPr>
        </p:nvSpPr>
        <p:spPr>
          <a:xfrm>
            <a:off x="685800" y="171450"/>
            <a:ext cx="7772400" cy="628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accent1"/>
              </a:buClr>
              <a:buSzPts val="2400"/>
              <a:buFont typeface="Arial"/>
              <a:buNone/>
              <a:defRPr sz="2400">
                <a:solidFill>
                  <a:schemeClr val="accent1"/>
                </a:solidFill>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362" name="Google Shape;362;p48"/>
          <p:cNvSpPr txBox="1">
            <a:spLocks noGrp="1"/>
          </p:cNvSpPr>
          <p:nvPr>
            <p:ph type="body" idx="1"/>
          </p:nvPr>
        </p:nvSpPr>
        <p:spPr>
          <a:xfrm>
            <a:off x="685800" y="1085850"/>
            <a:ext cx="7772400" cy="35433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0"/>
              </a:spcBef>
              <a:spcAft>
                <a:spcPts val="0"/>
              </a:spcAft>
              <a:buClr>
                <a:srgbClr val="3F3F41"/>
              </a:buClr>
              <a:buSzPts val="2000"/>
              <a:buFont typeface="Arial"/>
              <a:buChar char="●"/>
              <a:defRPr sz="2000"/>
            </a:lvl1pPr>
            <a:lvl2pPr marL="914400" marR="0" lvl="1" indent="-330200" algn="l" rtl="0">
              <a:lnSpc>
                <a:spcPct val="90000"/>
              </a:lnSpc>
              <a:spcBef>
                <a:spcPts val="800"/>
              </a:spcBef>
              <a:spcAft>
                <a:spcPts val="0"/>
              </a:spcAft>
              <a:buClr>
                <a:srgbClr val="3F3F41"/>
              </a:buClr>
              <a:buSzPts val="1600"/>
              <a:buFont typeface="Arial"/>
              <a:buChar char="―"/>
              <a:defRPr sz="1600"/>
            </a:lvl2pPr>
            <a:lvl3pPr marL="1371600" marR="0" lvl="2" indent="-317500" algn="l" rtl="0">
              <a:lnSpc>
                <a:spcPct val="90000"/>
              </a:lnSpc>
              <a:spcBef>
                <a:spcPts val="600"/>
              </a:spcBef>
              <a:spcAft>
                <a:spcPts val="0"/>
              </a:spcAft>
              <a:buClr>
                <a:srgbClr val="3F3F41"/>
              </a:buClr>
              <a:buSzPts val="1400"/>
              <a:buFont typeface="Arial"/>
              <a:buChar char="■"/>
              <a:defRPr/>
            </a:lvl3pPr>
            <a:lvl4pPr marL="1828800" marR="0" lvl="3" indent="-317500" algn="l" rtl="0">
              <a:lnSpc>
                <a:spcPct val="90000"/>
              </a:lnSpc>
              <a:spcBef>
                <a:spcPts val="600"/>
              </a:spcBef>
              <a:spcAft>
                <a:spcPts val="0"/>
              </a:spcAft>
              <a:buClr>
                <a:srgbClr val="3F3F41"/>
              </a:buClr>
              <a:buSzPts val="1400"/>
              <a:buFont typeface="Arial"/>
              <a:buChar char="○"/>
              <a:defRPr/>
            </a:lvl4pPr>
            <a:lvl5pPr marL="2286000" marR="0" lvl="4" indent="-317500" algn="l" rtl="0">
              <a:lnSpc>
                <a:spcPct val="90000"/>
              </a:lnSpc>
              <a:spcBef>
                <a:spcPts val="600"/>
              </a:spcBef>
              <a:spcAft>
                <a:spcPts val="0"/>
              </a:spcAft>
              <a:buClr>
                <a:srgbClr val="3F3F41"/>
              </a:buClr>
              <a:buSzPts val="1400"/>
              <a:buFont typeface="Arial"/>
              <a:buChar char="−"/>
              <a:defRPr/>
            </a:lvl5pPr>
            <a:lvl6pPr marL="2743200" marR="0" lvl="5" indent="-317500" algn="l" rtl="0">
              <a:lnSpc>
                <a:spcPct val="90000"/>
              </a:lnSpc>
              <a:spcBef>
                <a:spcPts val="600"/>
              </a:spcBef>
              <a:spcAft>
                <a:spcPts val="0"/>
              </a:spcAft>
              <a:buClr>
                <a:srgbClr val="3F3F41"/>
              </a:buClr>
              <a:buSzPts val="1400"/>
              <a:buFont typeface="Arial"/>
              <a:buChar char="−"/>
              <a:defRPr/>
            </a:lvl6pPr>
            <a:lvl7pPr marL="3200400" marR="0" lvl="6" indent="-317500" algn="l" rtl="0">
              <a:lnSpc>
                <a:spcPct val="90000"/>
              </a:lnSpc>
              <a:spcBef>
                <a:spcPts val="600"/>
              </a:spcBef>
              <a:spcAft>
                <a:spcPts val="0"/>
              </a:spcAft>
              <a:buClr>
                <a:srgbClr val="3F3F41"/>
              </a:buClr>
              <a:buSzPts val="1400"/>
              <a:buFont typeface="Arial"/>
              <a:buChar char="●"/>
              <a:defRPr/>
            </a:lvl7pPr>
            <a:lvl8pPr marL="3657600" marR="0" lvl="7" indent="-317500" algn="l" rtl="0">
              <a:lnSpc>
                <a:spcPct val="90000"/>
              </a:lnSpc>
              <a:spcBef>
                <a:spcPts val="600"/>
              </a:spcBef>
              <a:spcAft>
                <a:spcPts val="0"/>
              </a:spcAft>
              <a:buClr>
                <a:srgbClr val="3F3F41"/>
              </a:buClr>
              <a:buSzPts val="1400"/>
              <a:buFont typeface="Arial"/>
              <a:buChar char="○"/>
              <a:defRPr/>
            </a:lvl8pPr>
            <a:lvl9pPr marL="4114800" marR="0" lvl="8" indent="-317500" algn="l" rtl="0">
              <a:lnSpc>
                <a:spcPct val="90000"/>
              </a:lnSpc>
              <a:spcBef>
                <a:spcPts val="600"/>
              </a:spcBef>
              <a:spcAft>
                <a:spcPts val="0"/>
              </a:spcAft>
              <a:buClr>
                <a:srgbClr val="3F3F41"/>
              </a:buClr>
              <a:buSzPts val="1400"/>
              <a:buFont typeface="Arial"/>
              <a:buChar char="■"/>
              <a:defRPr/>
            </a:lvl9pPr>
          </a:lstStyle>
          <a:p>
            <a:endParaRPr/>
          </a:p>
        </p:txBody>
      </p:sp>
      <p:sp>
        <p:nvSpPr>
          <p:cNvPr id="363" name="Google Shape;363;p48"/>
          <p:cNvSpPr txBox="1">
            <a:spLocks noGrp="1"/>
          </p:cNvSpPr>
          <p:nvPr>
            <p:ph type="dt" idx="10"/>
          </p:nvPr>
        </p:nvSpPr>
        <p:spPr>
          <a:xfrm>
            <a:off x="4572000" y="4897647"/>
            <a:ext cx="1021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364" name="Google Shape;364;p48"/>
          <p:cNvSpPr txBox="1">
            <a:spLocks noGrp="1"/>
          </p:cNvSpPr>
          <p:nvPr>
            <p:ph type="ftr" idx="11"/>
          </p:nvPr>
        </p:nvSpPr>
        <p:spPr>
          <a:xfrm>
            <a:off x="5715000" y="4897647"/>
            <a:ext cx="2743200" cy="137100"/>
          </a:xfrm>
          <a:prstGeom prst="rect">
            <a:avLst/>
          </a:prstGeom>
          <a:noFill/>
          <a:ln>
            <a:noFill/>
          </a:ln>
        </p:spPr>
        <p:txBody>
          <a:bodyPr spcFirstLastPara="1" wrap="square" lIns="91425" tIns="91425" rIns="91425" bIns="91425" anchor="b" anchorCtr="0">
            <a:noAutofit/>
          </a:bodyPr>
          <a:lstStyle>
            <a:lvl1pPr marL="0" marR="0" lvl="0" indent="-88898" algn="r" rtl="0">
              <a:spcBef>
                <a:spcPts val="0"/>
              </a:spcBef>
              <a:spcAft>
                <a:spcPts val="0"/>
              </a:spcAft>
              <a:buSzPts val="1400"/>
              <a:buChar char="●"/>
              <a:defRPr/>
            </a:lvl1pPr>
            <a:lvl2pPr marL="457189" marR="0" lvl="1" indent="-88898" algn="l" rtl="0">
              <a:spcBef>
                <a:spcPts val="0"/>
              </a:spcBef>
              <a:spcAft>
                <a:spcPts val="0"/>
              </a:spcAft>
              <a:buSzPts val="1400"/>
              <a:buChar char="○"/>
              <a:defRPr/>
            </a:lvl2pPr>
            <a:lvl3pPr marL="914378" marR="0" lvl="2" indent="-88898" algn="l" rtl="0">
              <a:spcBef>
                <a:spcPts val="0"/>
              </a:spcBef>
              <a:spcAft>
                <a:spcPts val="0"/>
              </a:spcAft>
              <a:buSzPts val="1400"/>
              <a:buChar char="■"/>
              <a:defRPr/>
            </a:lvl3pPr>
            <a:lvl4pPr marL="1371566" marR="0" lvl="3" indent="-88898" algn="l" rtl="0">
              <a:spcBef>
                <a:spcPts val="0"/>
              </a:spcBef>
              <a:spcAft>
                <a:spcPts val="0"/>
              </a:spcAft>
              <a:buSzPts val="1400"/>
              <a:buChar char="●"/>
              <a:defRPr/>
            </a:lvl4pPr>
            <a:lvl5pPr marL="1828754" marR="0" lvl="4" indent="-88898" algn="l" rtl="0">
              <a:spcBef>
                <a:spcPts val="0"/>
              </a:spcBef>
              <a:spcAft>
                <a:spcPts val="0"/>
              </a:spcAft>
              <a:buSzPts val="1400"/>
              <a:buChar char="○"/>
              <a:defRPr/>
            </a:lvl5pPr>
            <a:lvl6pPr marL="2285943" marR="0" lvl="5" indent="-88898" algn="l" rtl="0">
              <a:spcBef>
                <a:spcPts val="0"/>
              </a:spcBef>
              <a:spcAft>
                <a:spcPts val="0"/>
              </a:spcAft>
              <a:buSzPts val="1400"/>
              <a:buChar char="■"/>
              <a:defRPr/>
            </a:lvl6pPr>
            <a:lvl7pPr marL="2743132" marR="0" lvl="6" indent="-88898" algn="l" rtl="0">
              <a:spcBef>
                <a:spcPts val="0"/>
              </a:spcBef>
              <a:spcAft>
                <a:spcPts val="0"/>
              </a:spcAft>
              <a:buSzPts val="1400"/>
              <a:buChar char="●"/>
              <a:defRPr/>
            </a:lvl7pPr>
            <a:lvl8pPr marL="3200320" marR="0" lvl="7" indent="-88898" algn="l" rtl="0">
              <a:spcBef>
                <a:spcPts val="0"/>
              </a:spcBef>
              <a:spcAft>
                <a:spcPts val="0"/>
              </a:spcAft>
              <a:buSzPts val="1400"/>
              <a:buChar char="○"/>
              <a:defRPr/>
            </a:lvl8pPr>
            <a:lvl9pPr marL="3657509" marR="0" lvl="8" indent="-88898" algn="l" rtl="0">
              <a:spcBef>
                <a:spcPts val="0"/>
              </a:spcBef>
              <a:spcAft>
                <a:spcPts val="0"/>
              </a:spcAft>
              <a:buSzPts val="1400"/>
              <a:buChar char="■"/>
              <a:defRPr/>
            </a:lvl9pPr>
          </a:lstStyle>
          <a:p>
            <a:endParaRPr/>
          </a:p>
        </p:txBody>
      </p:sp>
      <p:sp>
        <p:nvSpPr>
          <p:cNvPr id="365" name="Google Shape;365;p48"/>
          <p:cNvSpPr txBox="1">
            <a:spLocks noGrp="1"/>
          </p:cNvSpPr>
          <p:nvPr>
            <p:ph type="sldNum" idx="12"/>
          </p:nvPr>
        </p:nvSpPr>
        <p:spPr>
          <a:xfrm>
            <a:off x="8610600" y="4897647"/>
            <a:ext cx="304800" cy="137100"/>
          </a:xfrm>
          <a:prstGeom prst="rect">
            <a:avLst/>
          </a:prstGeom>
          <a:noFill/>
          <a:ln>
            <a:noFill/>
          </a:ln>
        </p:spPr>
        <p:txBody>
          <a:bodyPr spcFirstLastPara="1" wrap="square" lIns="0" tIns="0" rIns="0" bIns="0" anchor="b" anchorCtr="0">
            <a:noAutofit/>
          </a:bodyPr>
          <a:lstStyle>
            <a:lvl1pPr marL="0" marR="0" lvl="0" indent="0" algn="l" rtl="0">
              <a:spcBef>
                <a:spcPts val="0"/>
              </a:spcBef>
              <a:buNone/>
              <a:defRPr sz="900" b="0" i="0" u="none" strike="noStrike" cap="none">
                <a:solidFill>
                  <a:schemeClr val="dk2"/>
                </a:solidFill>
                <a:latin typeface="Arial"/>
                <a:ea typeface="Arial"/>
                <a:cs typeface="Arial"/>
                <a:sym typeface="Arial"/>
              </a:defRPr>
            </a:lvl1pPr>
            <a:lvl2pPr marL="0" marR="0" lvl="1" indent="0" algn="l" rtl="0">
              <a:spcBef>
                <a:spcPts val="0"/>
              </a:spcBef>
              <a:buNone/>
              <a:defRPr sz="900" b="0" i="0" u="none" strike="noStrike" cap="none">
                <a:solidFill>
                  <a:schemeClr val="dk2"/>
                </a:solidFill>
                <a:latin typeface="Arial"/>
                <a:ea typeface="Arial"/>
                <a:cs typeface="Arial"/>
                <a:sym typeface="Arial"/>
              </a:defRPr>
            </a:lvl2pPr>
            <a:lvl3pPr marL="0" marR="0" lvl="2" indent="0" algn="l" rtl="0">
              <a:spcBef>
                <a:spcPts val="0"/>
              </a:spcBef>
              <a:buNone/>
              <a:defRPr sz="900" b="0" i="0" u="none" strike="noStrike" cap="none">
                <a:solidFill>
                  <a:schemeClr val="dk2"/>
                </a:solidFill>
                <a:latin typeface="Arial"/>
                <a:ea typeface="Arial"/>
                <a:cs typeface="Arial"/>
                <a:sym typeface="Arial"/>
              </a:defRPr>
            </a:lvl3pPr>
            <a:lvl4pPr marL="0" marR="0" lvl="3" indent="0" algn="l" rtl="0">
              <a:spcBef>
                <a:spcPts val="0"/>
              </a:spcBef>
              <a:buNone/>
              <a:defRPr sz="900" b="0" i="0" u="none" strike="noStrike" cap="none">
                <a:solidFill>
                  <a:schemeClr val="dk2"/>
                </a:solidFill>
                <a:latin typeface="Arial"/>
                <a:ea typeface="Arial"/>
                <a:cs typeface="Arial"/>
                <a:sym typeface="Arial"/>
              </a:defRPr>
            </a:lvl4pPr>
            <a:lvl5pPr marL="0" marR="0" lvl="4" indent="0" algn="l" rtl="0">
              <a:spcBef>
                <a:spcPts val="0"/>
              </a:spcBef>
              <a:buNone/>
              <a:defRPr sz="900" b="0" i="0" u="none" strike="noStrike" cap="none">
                <a:solidFill>
                  <a:schemeClr val="dk2"/>
                </a:solidFill>
                <a:latin typeface="Arial"/>
                <a:ea typeface="Arial"/>
                <a:cs typeface="Arial"/>
                <a:sym typeface="Arial"/>
              </a:defRPr>
            </a:lvl5pPr>
            <a:lvl6pPr marL="0" marR="0" lvl="5" indent="0" algn="l" rtl="0">
              <a:spcBef>
                <a:spcPts val="0"/>
              </a:spcBef>
              <a:buNone/>
              <a:defRPr sz="900" b="0" i="0" u="none" strike="noStrike" cap="none">
                <a:solidFill>
                  <a:schemeClr val="dk2"/>
                </a:solidFill>
                <a:latin typeface="Arial"/>
                <a:ea typeface="Arial"/>
                <a:cs typeface="Arial"/>
                <a:sym typeface="Arial"/>
              </a:defRPr>
            </a:lvl6pPr>
            <a:lvl7pPr marL="0" marR="0" lvl="6" indent="0" algn="l" rtl="0">
              <a:spcBef>
                <a:spcPts val="0"/>
              </a:spcBef>
              <a:buNone/>
              <a:defRPr sz="900" b="0" i="0" u="none" strike="noStrike" cap="none">
                <a:solidFill>
                  <a:schemeClr val="dk2"/>
                </a:solidFill>
                <a:latin typeface="Arial"/>
                <a:ea typeface="Arial"/>
                <a:cs typeface="Arial"/>
                <a:sym typeface="Arial"/>
              </a:defRPr>
            </a:lvl7pPr>
            <a:lvl8pPr marL="0" marR="0" lvl="7" indent="0" algn="l" rtl="0">
              <a:spcBef>
                <a:spcPts val="0"/>
              </a:spcBef>
              <a:buNone/>
              <a:defRPr sz="900" b="0" i="0" u="none" strike="noStrike" cap="none">
                <a:solidFill>
                  <a:schemeClr val="dk2"/>
                </a:solidFill>
                <a:latin typeface="Arial"/>
                <a:ea typeface="Arial"/>
                <a:cs typeface="Arial"/>
                <a:sym typeface="Arial"/>
              </a:defRPr>
            </a:lvl8pPr>
            <a:lvl9pPr marL="0" marR="0" lvl="8" indent="0" algn="l" rtl="0">
              <a:spcBef>
                <a:spcPts val="0"/>
              </a:spcBef>
              <a:buNone/>
              <a:defRPr sz="9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
        <p:nvSpPr>
          <p:cNvPr id="3" name="TextBox 2">
            <a:extLst>
              <a:ext uri="{FF2B5EF4-FFF2-40B4-BE49-F238E27FC236}">
                <a16:creationId xmlns:a16="http://schemas.microsoft.com/office/drawing/2014/main" id="{7DC5B283-0D6C-3B52-93F2-54C6B7217073}"/>
              </a:ext>
            </a:extLst>
          </p:cNvPr>
          <p:cNvSpPr txBox="1"/>
          <p:nvPr userDrawn="1">
            <p:extLst>
              <p:ext uri="{1162E1C5-73C7-4A58-AE30-91384D911F3F}">
                <p184:classification xmlns:p184="http://schemas.microsoft.com/office/powerpoint/2018/4/main" val="ftr"/>
              </p:ext>
            </p:extLst>
          </p:nvPr>
        </p:nvSpPr>
        <p:spPr>
          <a:xfrm>
            <a:off x="4057032" y="5004435"/>
            <a:ext cx="1045369" cy="92333"/>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GF Confidential – Need to know</a:t>
            </a:r>
          </a:p>
        </p:txBody>
      </p:sp>
    </p:spTree>
    <p:extLst>
      <p:ext uri="{BB962C8B-B14F-4D97-AF65-F5344CB8AC3E}">
        <p14:creationId xmlns:p14="http://schemas.microsoft.com/office/powerpoint/2010/main" val="2342306897"/>
      </p:ext>
    </p:extLst>
  </p:cSld>
  <p:clrMap bg1="lt1" tx1="dk1" bg2="dk2" tx2="lt2" accent1="accent1" accent2="accent2" accent3="accent3" accent4="accent4" accent5="accent5" accent6="accent6" hlink="hlink" folHlink="folHlink"/>
  <p:sldLayoutIdLst>
    <p:sldLayoutId id="2147485466" r:id="rId1"/>
    <p:sldLayoutId id="2147485467" r:id="rId2"/>
    <p:sldLayoutId id="2147485468" r:id="rId3"/>
    <p:sldLayoutId id="2147485469" r:id="rId4"/>
    <p:sldLayoutId id="2147485470" r:id="rId5"/>
    <p:sldLayoutId id="2147485471" r:id="rId6"/>
    <p:sldLayoutId id="2147485472" r:id="rId7"/>
    <p:sldLayoutId id="2147485473" r:id="rId8"/>
    <p:sldLayoutId id="2147485474" r:id="rId9"/>
    <p:sldLayoutId id="214748547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00CC427-2C90-4F96-B24F-E53FCC31BC16}"/>
              </a:ext>
            </a:extLst>
          </p:cNvPr>
          <p:cNvGraphicFramePr>
            <a:graphicFrameLocks noChangeAspect="1"/>
          </p:cNvGraphicFramePr>
          <p:nvPr userDrawn="1">
            <p:custDataLst>
              <p:tags r:id="rId21"/>
            </p:custDataLst>
            <p:extLst>
              <p:ext uri="{D42A27DB-BD31-4B8C-83A1-F6EECF244321}">
                <p14:modId xmlns:p14="http://schemas.microsoft.com/office/powerpoint/2010/main" val="1424665152"/>
              </p:ext>
            </p:extLst>
          </p:nvPr>
        </p:nvGraphicFramePr>
        <p:xfrm>
          <a:off x="1589" y="1192"/>
          <a:ext cx="1588" cy="1191"/>
        </p:xfrm>
        <a:graphic>
          <a:graphicData uri="http://schemas.openxmlformats.org/presentationml/2006/ole">
            <mc:AlternateContent xmlns:mc="http://schemas.openxmlformats.org/markup-compatibility/2006">
              <mc:Choice xmlns:v="urn:schemas-microsoft-com:vml" Requires="v">
                <p:oleObj name="think-cell Slide" r:id="rId22" imgW="383" imgH="384" progId="TCLayout.ActiveDocument.1">
                  <p:embed/>
                </p:oleObj>
              </mc:Choice>
              <mc:Fallback>
                <p:oleObj name="think-cell Slide" r:id="rId22" imgW="383" imgH="384" progId="TCLayout.ActiveDocument.1">
                  <p:embed/>
                  <p:pic>
                    <p:nvPicPr>
                      <p:cNvPr id="2" name="Object 1" hidden="1">
                        <a:extLst>
                          <a:ext uri="{FF2B5EF4-FFF2-40B4-BE49-F238E27FC236}">
                            <a16:creationId xmlns:a16="http://schemas.microsoft.com/office/drawing/2014/main" id="{700CC427-2C90-4F96-B24F-E53FCC31BC16}"/>
                          </a:ext>
                        </a:extLst>
                      </p:cNvPr>
                      <p:cNvPicPr/>
                      <p:nvPr/>
                    </p:nvPicPr>
                    <p:blipFill>
                      <a:blip r:embed="rId23"/>
                      <a:stretch>
                        <a:fillRect/>
                      </a:stretch>
                    </p:blipFill>
                    <p:spPr>
                      <a:xfrm>
                        <a:off x="1589" y="1192"/>
                        <a:ext cx="1588" cy="1191"/>
                      </a:xfrm>
                      <a:prstGeom prst="rect">
                        <a:avLst/>
                      </a:prstGeom>
                    </p:spPr>
                  </p:pic>
                </p:oleObj>
              </mc:Fallback>
            </mc:AlternateContent>
          </a:graphicData>
        </a:graphic>
      </p:graphicFrame>
      <p:sp>
        <p:nvSpPr>
          <p:cNvPr id="10" name="Google Shape;10;p1"/>
          <p:cNvSpPr txBox="1">
            <a:spLocks noGrp="1"/>
          </p:cNvSpPr>
          <p:nvPr>
            <p:ph type="title"/>
          </p:nvPr>
        </p:nvSpPr>
        <p:spPr>
          <a:xfrm>
            <a:off x="311700" y="445025"/>
            <a:ext cx="8520600" cy="572625"/>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1" name="Google Shape;11;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12" name="Google Shape;12;p1"/>
          <p:cNvSpPr txBox="1">
            <a:spLocks noGrp="1"/>
          </p:cNvSpPr>
          <p:nvPr>
            <p:ph type="sldNum" idx="12"/>
          </p:nvPr>
        </p:nvSpPr>
        <p:spPr>
          <a:xfrm>
            <a:off x="8472458" y="4663217"/>
            <a:ext cx="548700" cy="393525"/>
          </a:xfrm>
          <a:prstGeom prst="rect">
            <a:avLst/>
          </a:prstGeom>
          <a:noFill/>
          <a:ln>
            <a:noFill/>
          </a:ln>
        </p:spPr>
        <p:txBody>
          <a:bodyPr spcFirstLastPara="1" wrap="square" lIns="91425" tIns="91425" rIns="91425" bIns="91425" anchor="ctr" anchorCtr="0">
            <a:noAutofit/>
          </a:bodyPr>
          <a:lstStyle>
            <a:lvl1pPr lvl="0" algn="r">
              <a:buNone/>
              <a:defRPr sz="692">
                <a:solidFill>
                  <a:schemeClr val="dk2"/>
                </a:solidFill>
              </a:defRPr>
            </a:lvl1pPr>
            <a:lvl2pPr lvl="1" algn="r">
              <a:buNone/>
              <a:defRPr sz="692">
                <a:solidFill>
                  <a:schemeClr val="dk2"/>
                </a:solidFill>
              </a:defRPr>
            </a:lvl2pPr>
            <a:lvl3pPr lvl="2" algn="r">
              <a:buNone/>
              <a:defRPr sz="692">
                <a:solidFill>
                  <a:schemeClr val="dk2"/>
                </a:solidFill>
              </a:defRPr>
            </a:lvl3pPr>
            <a:lvl4pPr lvl="3" algn="r">
              <a:buNone/>
              <a:defRPr sz="692">
                <a:solidFill>
                  <a:schemeClr val="dk2"/>
                </a:solidFill>
              </a:defRPr>
            </a:lvl4pPr>
            <a:lvl5pPr lvl="4" algn="r">
              <a:buNone/>
              <a:defRPr sz="692">
                <a:solidFill>
                  <a:schemeClr val="dk2"/>
                </a:solidFill>
              </a:defRPr>
            </a:lvl5pPr>
            <a:lvl6pPr lvl="5" algn="r">
              <a:buNone/>
              <a:defRPr sz="692">
                <a:solidFill>
                  <a:schemeClr val="dk2"/>
                </a:solidFill>
              </a:defRPr>
            </a:lvl6pPr>
            <a:lvl7pPr lvl="6" algn="r">
              <a:buNone/>
              <a:defRPr sz="692">
                <a:solidFill>
                  <a:schemeClr val="dk2"/>
                </a:solidFill>
              </a:defRPr>
            </a:lvl7pPr>
            <a:lvl8pPr lvl="7" algn="r">
              <a:buNone/>
              <a:defRPr sz="692">
                <a:solidFill>
                  <a:schemeClr val="dk2"/>
                </a:solidFill>
              </a:defRPr>
            </a:lvl8pPr>
            <a:lvl9pPr lvl="8" algn="r">
              <a:buNone/>
              <a:defRPr sz="692">
                <a:solidFill>
                  <a:schemeClr val="dk2"/>
                </a:solidFill>
              </a:defRPr>
            </a:lvl9pPr>
          </a:lstStyle>
          <a:p>
            <a:fld id="{00000000-1234-1234-1234-123412341234}" type="slidenum">
              <a:rPr lang="en-US" smtClean="0"/>
              <a:pPr/>
              <a:t>‹#›</a:t>
            </a:fld>
            <a:endParaRPr lang="en-US"/>
          </a:p>
        </p:txBody>
      </p:sp>
      <p:sp>
        <p:nvSpPr>
          <p:cNvPr id="4" name="TextBox 3">
            <a:extLst>
              <a:ext uri="{FF2B5EF4-FFF2-40B4-BE49-F238E27FC236}">
                <a16:creationId xmlns:a16="http://schemas.microsoft.com/office/drawing/2014/main" id="{C5E43C06-7A3B-4F46-C468-E74AB53886AC}"/>
              </a:ext>
            </a:extLst>
          </p:cNvPr>
          <p:cNvSpPr txBox="1"/>
          <p:nvPr userDrawn="1">
            <p:extLst>
              <p:ext uri="{1162E1C5-73C7-4A58-AE30-91384D911F3F}">
                <p184:classification xmlns:p184="http://schemas.microsoft.com/office/powerpoint/2018/4/main" val="ftr"/>
              </p:ext>
            </p:extLst>
          </p:nvPr>
        </p:nvSpPr>
        <p:spPr>
          <a:xfrm>
            <a:off x="4057032" y="5004435"/>
            <a:ext cx="1045369" cy="92333"/>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GF Confidential – Need to know</a:t>
            </a:r>
          </a:p>
        </p:txBody>
      </p:sp>
    </p:spTree>
    <p:extLst>
      <p:ext uri="{BB962C8B-B14F-4D97-AF65-F5344CB8AC3E}">
        <p14:creationId xmlns:p14="http://schemas.microsoft.com/office/powerpoint/2010/main" val="156443135"/>
      </p:ext>
    </p:extLst>
  </p:cSld>
  <p:clrMap bg1="lt1" tx1="dk1" bg2="dk2" tx2="lt2" accent1="accent1" accent2="accent2" accent3="accent3" accent4="accent4" accent5="accent5" accent6="accent6" hlink="hlink" folHlink="folHlink"/>
  <p:sldLayoutIdLst>
    <p:sldLayoutId id="2147485477" r:id="rId1"/>
    <p:sldLayoutId id="2147485478" r:id="rId2"/>
    <p:sldLayoutId id="2147485479" r:id="rId3"/>
    <p:sldLayoutId id="2147485480" r:id="rId4"/>
    <p:sldLayoutId id="2147485481" r:id="rId5"/>
    <p:sldLayoutId id="2147485482" r:id="rId6"/>
    <p:sldLayoutId id="2147485483" r:id="rId7"/>
    <p:sldLayoutId id="2147485484" r:id="rId8"/>
    <p:sldLayoutId id="2147485485" r:id="rId9"/>
    <p:sldLayoutId id="2147485486" r:id="rId10"/>
    <p:sldLayoutId id="2147485487" r:id="rId11"/>
    <p:sldLayoutId id="2147485488" r:id="rId12"/>
    <p:sldLayoutId id="2147485489" r:id="rId13"/>
    <p:sldLayoutId id="2147485490" r:id="rId14"/>
    <p:sldLayoutId id="2147485491" r:id="rId15"/>
    <p:sldLayoutId id="2147485492" r:id="rId16"/>
    <p:sldLayoutId id="2147485493" r:id="rId17"/>
    <p:sldLayoutId id="2147485494" r:id="rId18"/>
    <p:sldLayoutId id="2147485495"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6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12.xml.rels><?xml version="1.0" encoding="UTF-8" standalone="yes"?>
<Relationships xmlns="http://schemas.openxmlformats.org/package/2006/relationships"><Relationship Id="rId2" Type="http://schemas.openxmlformats.org/officeDocument/2006/relationships/hyperlink" Target="https://gfoundries.sharepoint.com/:p:/r/sites/Fab9DailyOperations/_layouts/15/Doc.aspx?sourcedoc=%7B9CE53DBA-DD20-4BD3-A682-B5E9CA99E6E7%7D&amp;file=Fab%209%20Daily%20Operational%20Meeting%20Rev%203.pptx&amp;action=edit&amp;mobileredirect=true&amp;cid=088ba7fa-8ec6-4f97-b792-a644f7d0c3bf" TargetMode="External"/><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C0B9-AF8B-4A4B-B747-9C1F586152B8}"/>
              </a:ext>
            </a:extLst>
          </p:cNvPr>
          <p:cNvSpPr>
            <a:spLocks noGrp="1"/>
          </p:cNvSpPr>
          <p:nvPr>
            <p:ph type="title"/>
          </p:nvPr>
        </p:nvSpPr>
        <p:spPr>
          <a:xfrm>
            <a:off x="477984" y="29710"/>
            <a:ext cx="8188034" cy="381515"/>
          </a:xfrm>
        </p:spPr>
        <p:txBody>
          <a:bodyPr vert="horz" wrap="square" lIns="0" tIns="12065" rIns="0" bIns="0" rtlCol="0" anchor="t">
            <a:spAutoFit/>
          </a:bodyPr>
          <a:lstStyle/>
          <a:p>
            <a:r>
              <a:rPr lang="en-US" sz="2400" dirty="0"/>
              <a:t>Lot/Signal (Choose One) Investigation Summary</a:t>
            </a:r>
          </a:p>
        </p:txBody>
      </p:sp>
      <p:graphicFrame>
        <p:nvGraphicFramePr>
          <p:cNvPr id="4" name="Google Shape;375;p56">
            <a:extLst>
              <a:ext uri="{FF2B5EF4-FFF2-40B4-BE49-F238E27FC236}">
                <a16:creationId xmlns:a16="http://schemas.microsoft.com/office/drawing/2014/main" id="{5D953534-4EF8-4F0A-A092-B7EE2518590D}"/>
              </a:ext>
            </a:extLst>
          </p:cNvPr>
          <p:cNvGraphicFramePr/>
          <p:nvPr/>
        </p:nvGraphicFramePr>
        <p:xfrm>
          <a:off x="477983" y="411226"/>
          <a:ext cx="8048271" cy="1234483"/>
        </p:xfrm>
        <a:graphic>
          <a:graphicData uri="http://schemas.openxmlformats.org/drawingml/2006/table">
            <a:tbl>
              <a:tblPr>
                <a:noFill/>
              </a:tblPr>
              <a:tblGrid>
                <a:gridCol w="1895423">
                  <a:extLst>
                    <a:ext uri="{9D8B030D-6E8A-4147-A177-3AD203B41FA5}">
                      <a16:colId xmlns:a16="http://schemas.microsoft.com/office/drawing/2014/main" val="20000"/>
                    </a:ext>
                  </a:extLst>
                </a:gridCol>
                <a:gridCol w="6152848">
                  <a:extLst>
                    <a:ext uri="{9D8B030D-6E8A-4147-A177-3AD203B41FA5}">
                      <a16:colId xmlns:a16="http://schemas.microsoft.com/office/drawing/2014/main" val="20001"/>
                    </a:ext>
                  </a:extLst>
                </a:gridCol>
              </a:tblGrid>
              <a:tr h="2286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dirty="0">
                          <a:latin typeface="+mn-lt"/>
                          <a:ea typeface="Tahoma"/>
                          <a:cs typeface="Tahoma"/>
                        </a:rPr>
                        <a:t>Problem Statement</a:t>
                      </a:r>
                      <a:endParaRPr sz="900" b="1" dirty="0">
                        <a:latin typeface="+mn-lt"/>
                        <a:ea typeface="Tahoma"/>
                        <a:cs typeface="Tahoma"/>
                      </a:endParaRP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dirty="0">
                        <a:solidFill>
                          <a:schemeClr val="tx1"/>
                        </a:solidFill>
                        <a:effectLst/>
                        <a:latin typeface="+mn-lt"/>
                        <a:ea typeface="+mn-ea"/>
                        <a:cs typeface="+mn-cs"/>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2325296591"/>
                  </a:ext>
                </a:extLst>
              </a:tr>
              <a:tr h="2286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dirty="0">
                          <a:latin typeface="+mn-lt"/>
                          <a:ea typeface="Tahoma"/>
                          <a:cs typeface="Tahoma"/>
                        </a:rPr>
                        <a:t>Tech (s) / LotID (s) / </a:t>
                      </a:r>
                      <a:r>
                        <a:rPr lang="en-US" sz="900" b="1" dirty="0" err="1">
                          <a:latin typeface="+mn-lt"/>
                          <a:ea typeface="Tahoma"/>
                          <a:cs typeface="Tahoma"/>
                        </a:rPr>
                        <a:t>WaferID</a:t>
                      </a:r>
                      <a:r>
                        <a:rPr lang="en-US" sz="900" b="1" dirty="0">
                          <a:latin typeface="+mn-lt"/>
                          <a:ea typeface="Tahoma"/>
                          <a:cs typeface="Tahoma"/>
                        </a:rPr>
                        <a:t> (s)</a:t>
                      </a:r>
                      <a:endParaRPr sz="900" b="1" dirty="0">
                        <a:latin typeface="+mn-lt"/>
                        <a:ea typeface="Tahoma"/>
                        <a:cs typeface="Tahoma"/>
                      </a:endParaRP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dirty="0">
                        <a:solidFill>
                          <a:schemeClr val="tx1"/>
                        </a:solidFill>
                        <a:effectLst/>
                        <a:latin typeface="+mn-lt"/>
                        <a:ea typeface="+mn-ea"/>
                        <a:cs typeface="+mn-cs"/>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3441177665"/>
                  </a:ext>
                </a:extLst>
              </a:tr>
              <a:tr h="548650">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dirty="0">
                          <a:latin typeface="+mn-lt"/>
                          <a:ea typeface="Tahoma"/>
                          <a:cs typeface="Tahoma"/>
                        </a:rPr>
                        <a:t>Fail Characteristics</a:t>
                      </a:r>
                    </a:p>
                    <a:p>
                      <a:pPr marL="171450" marR="0" lvl="0" indent="-171450" algn="l" defTabSz="914400" rtl="0" eaLnBrk="1" fontAlgn="auto" latinLnBrk="0" hangingPunct="1">
                        <a:lnSpc>
                          <a:spcPct val="100000"/>
                        </a:lnSpc>
                        <a:spcBef>
                          <a:spcPts val="0"/>
                        </a:spcBef>
                        <a:spcAft>
                          <a:spcPts val="0"/>
                        </a:spcAft>
                        <a:buClr>
                          <a:schemeClr val="dk1"/>
                        </a:buClr>
                        <a:buSzPts val="800"/>
                        <a:buFontTx/>
                        <a:buChar char="-"/>
                        <a:tabLst/>
                        <a:defRPr/>
                      </a:pPr>
                      <a:r>
                        <a:rPr lang="en-US" sz="700" b="0" dirty="0">
                          <a:latin typeface="+mn-lt"/>
                          <a:ea typeface="Tahoma"/>
                          <a:cs typeface="Tahoma"/>
                        </a:rPr>
                        <a:t>Signal regionality</a:t>
                      </a:r>
                    </a:p>
                    <a:p>
                      <a:pPr marL="171450" marR="0" lvl="0" indent="-171450" algn="l" defTabSz="914400" rtl="0" eaLnBrk="1" fontAlgn="auto" latinLnBrk="0" hangingPunct="1">
                        <a:lnSpc>
                          <a:spcPct val="100000"/>
                        </a:lnSpc>
                        <a:spcBef>
                          <a:spcPts val="0"/>
                        </a:spcBef>
                        <a:spcAft>
                          <a:spcPts val="0"/>
                        </a:spcAft>
                        <a:buClr>
                          <a:schemeClr val="dk1"/>
                        </a:buClr>
                        <a:buSzPts val="800"/>
                        <a:buFontTx/>
                        <a:buChar char="-"/>
                        <a:tabLst/>
                        <a:defRPr/>
                      </a:pPr>
                      <a:r>
                        <a:rPr lang="en-US" sz="700" b="0" dirty="0">
                          <a:latin typeface="+mn-lt"/>
                          <a:ea typeface="Tahoma"/>
                          <a:cs typeface="Tahoma"/>
                        </a:rPr>
                        <a:t>Failing Parameter</a:t>
                      </a:r>
                    </a:p>
                    <a:p>
                      <a:pPr marL="171450" marR="0" lvl="0" indent="-171450" algn="l" defTabSz="914400" rtl="0" eaLnBrk="1" fontAlgn="auto" latinLnBrk="0" hangingPunct="1">
                        <a:lnSpc>
                          <a:spcPct val="100000"/>
                        </a:lnSpc>
                        <a:spcBef>
                          <a:spcPts val="0"/>
                        </a:spcBef>
                        <a:spcAft>
                          <a:spcPts val="0"/>
                        </a:spcAft>
                        <a:buClr>
                          <a:schemeClr val="dk1"/>
                        </a:buClr>
                        <a:buSzPts val="800"/>
                        <a:buFontTx/>
                        <a:buChar char="-"/>
                        <a:tabLst/>
                        <a:defRPr/>
                      </a:pPr>
                      <a:r>
                        <a:rPr lang="en-US" sz="700" b="0" dirty="0" err="1">
                          <a:latin typeface="+mn-lt"/>
                          <a:ea typeface="Tahoma"/>
                          <a:cs typeface="Tahoma"/>
                        </a:rPr>
                        <a:t>PreLM</a:t>
                      </a:r>
                      <a:r>
                        <a:rPr lang="en-US" sz="700" b="0" dirty="0">
                          <a:latin typeface="+mn-lt"/>
                          <a:ea typeface="Tahoma"/>
                          <a:cs typeface="Tahoma"/>
                        </a:rPr>
                        <a:t> Test Performance</a:t>
                      </a: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dirty="0">
                        <a:latin typeface="+mn-lt"/>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2440633624"/>
                  </a:ext>
                </a:extLst>
              </a:tr>
              <a:tr h="228611">
                <a:tc>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Noto Sans Symbols"/>
                        <a:buNone/>
                        <a:tabLst/>
                        <a:defRPr/>
                      </a:pPr>
                      <a:r>
                        <a:rPr lang="en-US" sz="900" b="1" dirty="0">
                          <a:latin typeface="+mn-lt"/>
                          <a:ea typeface="Tahoma"/>
                          <a:cs typeface="Tahoma"/>
                        </a:rPr>
                        <a:t>FA Submissions</a:t>
                      </a: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dirty="0">
                        <a:latin typeface="+mn-lt"/>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533975409"/>
                  </a:ext>
                </a:extLst>
              </a:tr>
            </a:tbl>
          </a:graphicData>
        </a:graphic>
      </p:graphicFrame>
      <p:sp>
        <p:nvSpPr>
          <p:cNvPr id="3" name="TextBox 2">
            <a:extLst>
              <a:ext uri="{FF2B5EF4-FFF2-40B4-BE49-F238E27FC236}">
                <a16:creationId xmlns:a16="http://schemas.microsoft.com/office/drawing/2014/main" id="{3F08A50E-825C-3A61-845D-3D77886CE79C}"/>
              </a:ext>
            </a:extLst>
          </p:cNvPr>
          <p:cNvSpPr txBox="1"/>
          <p:nvPr/>
        </p:nvSpPr>
        <p:spPr>
          <a:xfrm>
            <a:off x="182007" y="2027220"/>
            <a:ext cx="366001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378"/>
            <a:r>
              <a:rPr lang="en-US" dirty="0">
                <a:ea typeface="+mn-ea"/>
              </a:rPr>
              <a:t>Use this page like an abstract. Provide an overview of the signal, failing parameters, regionality, what is the total impact (# of lots, wafers, sites).</a:t>
            </a:r>
          </a:p>
          <a:p>
            <a:pPr defTabSz="914378"/>
            <a:endParaRPr lang="en-US" dirty="0">
              <a:ea typeface="+mn-ea"/>
            </a:endParaRPr>
          </a:p>
          <a:p>
            <a:pPr defTabSz="914378"/>
            <a:r>
              <a:rPr lang="en-US" dirty="0">
                <a:ea typeface="+mn-ea"/>
              </a:rPr>
              <a:t>Once the BLIPS is closed, return to this page and describe what was learned: what was the PoC? Root cause? Actions taken by scrap owner?</a:t>
            </a:r>
          </a:p>
        </p:txBody>
      </p:sp>
    </p:spTree>
    <p:extLst>
      <p:ext uri="{BB962C8B-B14F-4D97-AF65-F5344CB8AC3E}">
        <p14:creationId xmlns:p14="http://schemas.microsoft.com/office/powerpoint/2010/main" val="3089661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C852D-6C78-48D6-8FCE-57DBEC67576F}"/>
              </a:ext>
            </a:extLst>
          </p:cNvPr>
          <p:cNvSpPr>
            <a:spLocks noGrp="1"/>
          </p:cNvSpPr>
          <p:nvPr>
            <p:ph type="title"/>
          </p:nvPr>
        </p:nvSpPr>
        <p:spPr>
          <a:xfrm>
            <a:off x="614875" y="139551"/>
            <a:ext cx="7416025" cy="381515"/>
          </a:xfrm>
        </p:spPr>
        <p:txBody>
          <a:bodyPr vert="horz" wrap="square" lIns="0" tIns="12065" rIns="0" bIns="0" rtlCol="0" anchor="t">
            <a:spAutoFit/>
          </a:bodyPr>
          <a:lstStyle/>
          <a:p>
            <a:r>
              <a:rPr lang="en-US" sz="2400" dirty="0"/>
              <a:t>Additional charts</a:t>
            </a:r>
            <a:endParaRPr lang="en-US" dirty="0"/>
          </a:p>
        </p:txBody>
      </p:sp>
    </p:spTree>
    <p:extLst>
      <p:ext uri="{BB962C8B-B14F-4D97-AF65-F5344CB8AC3E}">
        <p14:creationId xmlns:p14="http://schemas.microsoft.com/office/powerpoint/2010/main" val="541021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3605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9D40F967-C87B-41D7-2B67-0EE0F21FE7FB}"/>
              </a:ext>
            </a:extLst>
          </p:cNvPr>
          <p:cNvSpPr>
            <a:spLocks noChangeArrowheads="1"/>
          </p:cNvSpPr>
          <p:nvPr/>
        </p:nvSpPr>
        <p:spPr bwMode="auto">
          <a:xfrm>
            <a:off x="366422" y="158700"/>
            <a:ext cx="8369646"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4378">
              <a:buClrTx/>
            </a:pPr>
            <a:r>
              <a:rPr lang="en-US" altLang="en-US" b="1">
                <a:solidFill>
                  <a:srgbClr val="000000"/>
                </a:solidFill>
                <a:ea typeface="Helvetica Neue"/>
                <a:cs typeface="Helvetica Neue"/>
              </a:rPr>
              <a:t>REASON FOR ASSIGNING TO THIS TECH CENTER</a:t>
            </a:r>
            <a:r>
              <a:rPr lang="en-US" altLang="en-US" sz="1000">
                <a:solidFill>
                  <a:srgbClr val="000000"/>
                </a:solidFill>
                <a:ea typeface="Helvetica Neue"/>
                <a:cs typeface="Helvetica Neue"/>
              </a:rPr>
              <a:t> </a:t>
            </a:r>
            <a:endParaRPr lang="en-US" altLang="en-US" sz="600">
              <a:solidFill>
                <a:prstClr val="black"/>
              </a:solidFill>
              <a:ea typeface="+mn-ea"/>
            </a:endParaRPr>
          </a:p>
          <a:p>
            <a:pPr defTabSz="914378">
              <a:buClrTx/>
            </a:pPr>
            <a:r>
              <a:rPr lang="en-US" altLang="en-US" sz="1000">
                <a:solidFill>
                  <a:srgbClr val="000000"/>
                </a:solidFill>
                <a:ea typeface="Helvetica Neue"/>
                <a:cs typeface="Helvetica Neue"/>
              </a:rPr>
              <a:t>  </a:t>
            </a:r>
            <a:r>
              <a:rPr lang="en-US" altLang="en-US" sz="1000" b="1">
                <a:solidFill>
                  <a:srgbClr val="000000"/>
                </a:solidFill>
                <a:ea typeface="Helvetica Neue"/>
                <a:cs typeface="Helvetica Neue"/>
              </a:rPr>
              <a:t>FILL IN SECTION PERTAINING TO 80% CONFIDENCE GUIDELINE USED TO DETERMINE ASSIGNMENT:</a:t>
            </a:r>
            <a:endParaRPr lang="en-US" altLang="en-US" sz="600">
              <a:solidFill>
                <a:prstClr val="black"/>
              </a:solidFill>
              <a:ea typeface="+mn-ea"/>
            </a:endParaRPr>
          </a:p>
          <a:p>
            <a:pPr defTabSz="914378">
              <a:buClrTx/>
            </a:pPr>
            <a:r>
              <a:rPr lang="en-US" altLang="en-US" sz="1000" b="1">
                <a:solidFill>
                  <a:srgbClr val="000000"/>
                </a:solidFill>
                <a:ea typeface="Helvetica Neue"/>
                <a:cs typeface="Helvetica Neue"/>
              </a:rPr>
              <a:t>(Minimum of 1 match for 80% confidence)</a:t>
            </a:r>
            <a:endParaRPr lang="en-US" altLang="en-US" sz="600">
              <a:solidFill>
                <a:prstClr val="black"/>
              </a:solidFill>
              <a:ea typeface="+mn-ea"/>
            </a:endParaRPr>
          </a:p>
          <a:p>
            <a:pPr defTabSz="914378">
              <a:buClrTx/>
            </a:pPr>
            <a:endParaRPr lang="en-US" altLang="en-US" sz="1800">
              <a:solidFill>
                <a:prstClr val="black"/>
              </a:solidFill>
              <a:ea typeface="+mn-ea"/>
            </a:endParaRPr>
          </a:p>
        </p:txBody>
      </p:sp>
      <p:graphicFrame>
        <p:nvGraphicFramePr>
          <p:cNvPr id="5" name="Table 4">
            <a:extLst>
              <a:ext uri="{FF2B5EF4-FFF2-40B4-BE49-F238E27FC236}">
                <a16:creationId xmlns:a16="http://schemas.microsoft.com/office/drawing/2014/main" id="{9BB86531-B83E-FBB6-E0D9-F69BF85327E1}"/>
              </a:ext>
            </a:extLst>
          </p:cNvPr>
          <p:cNvGraphicFramePr>
            <a:graphicFrameLocks noGrp="1"/>
          </p:cNvGraphicFramePr>
          <p:nvPr/>
        </p:nvGraphicFramePr>
        <p:xfrm>
          <a:off x="434661" y="869323"/>
          <a:ext cx="6743700" cy="4073237"/>
        </p:xfrm>
        <a:graphic>
          <a:graphicData uri="http://schemas.openxmlformats.org/drawingml/2006/table">
            <a:tbl>
              <a:tblPr firstRow="1" bandRow="1"/>
              <a:tblGrid>
                <a:gridCol w="609600">
                  <a:extLst>
                    <a:ext uri="{9D8B030D-6E8A-4147-A177-3AD203B41FA5}">
                      <a16:colId xmlns:a16="http://schemas.microsoft.com/office/drawing/2014/main" val="1220105353"/>
                    </a:ext>
                  </a:extLst>
                </a:gridCol>
                <a:gridCol w="3302635">
                  <a:extLst>
                    <a:ext uri="{9D8B030D-6E8A-4147-A177-3AD203B41FA5}">
                      <a16:colId xmlns:a16="http://schemas.microsoft.com/office/drawing/2014/main" val="1648088646"/>
                    </a:ext>
                  </a:extLst>
                </a:gridCol>
                <a:gridCol w="2831465">
                  <a:extLst>
                    <a:ext uri="{9D8B030D-6E8A-4147-A177-3AD203B41FA5}">
                      <a16:colId xmlns:a16="http://schemas.microsoft.com/office/drawing/2014/main" val="279277878"/>
                    </a:ext>
                  </a:extLst>
                </a:gridCol>
              </a:tblGrid>
              <a:tr h="624678">
                <a:tc>
                  <a:txBody>
                    <a:bodyPr/>
                    <a:lstStyle/>
                    <a:p>
                      <a:pPr marL="7620"/>
                      <a:r>
                        <a:rPr lang="en-US" sz="1000">
                          <a:effectLst/>
                        </a:rPr>
                        <a:t>CHECK BOX</a:t>
                      </a:r>
                    </a:p>
                  </a:txBody>
                  <a:tcPr marL="68580" marR="68580" marT="0" marB="0"/>
                </a:tc>
                <a:tc>
                  <a:txBody>
                    <a:bodyPr/>
                    <a:lstStyle/>
                    <a:p>
                      <a:pPr marL="7620"/>
                      <a:r>
                        <a:rPr lang="en-US" sz="1000">
                          <a:effectLst/>
                        </a:rPr>
                        <a:t>80% CONFIDENCE GUIDELINES</a:t>
                      </a:r>
                    </a:p>
                  </a:txBody>
                  <a:tcPr marL="68580" marR="68580" marT="0" marB="0"/>
                </a:tc>
                <a:tc>
                  <a:txBody>
                    <a:bodyPr/>
                    <a:lstStyle/>
                    <a:p>
                      <a:pPr algn="ctr"/>
                      <a:r>
                        <a:rPr lang="en-US" sz="1000">
                          <a:effectLst/>
                        </a:rPr>
                        <a:t>COMMENTS</a:t>
                      </a:r>
                    </a:p>
                  </a:txBody>
                  <a:tcPr marL="68580" marR="68580" marT="0" marB="0"/>
                </a:tc>
                <a:extLst>
                  <a:ext uri="{0D108BD9-81ED-4DB2-BD59-A6C34878D82A}">
                    <a16:rowId xmlns:a16="http://schemas.microsoft.com/office/drawing/2014/main" val="4143045769"/>
                  </a:ext>
                </a:extLst>
              </a:tr>
              <a:tr h="316617">
                <a:tc>
                  <a:txBody>
                    <a:bodyPr/>
                    <a:lstStyle/>
                    <a:p>
                      <a:endParaRPr lang="en-US" sz="1000">
                        <a:effectLst/>
                      </a:endParaRPr>
                    </a:p>
                  </a:txBody>
                  <a:tcPr marL="68580" marR="68580" marT="0" marB="0" anchor="ctr"/>
                </a:tc>
                <a:tc>
                  <a:txBody>
                    <a:bodyPr/>
                    <a:lstStyle/>
                    <a:p>
                      <a:r>
                        <a:rPr lang="en-US" sz="1000">
                          <a:effectLst/>
                        </a:rPr>
                        <a:t>INTEGRATION/ TECHNOLOGY / TEST</a:t>
                      </a:r>
                    </a:p>
                  </a:txBody>
                  <a:tcPr marL="68580" marR="68580" marT="0" marB="0" anchor="ctr"/>
                </a:tc>
                <a:tc>
                  <a:txBody>
                    <a:bodyPr/>
                    <a:lstStyle/>
                    <a:p>
                      <a:r>
                        <a:rPr lang="en-US" sz="1000">
                          <a:effectLst/>
                        </a:rPr>
                        <a:t>PROBLEM SOVLING OWNER:</a:t>
                      </a:r>
                      <a:endParaRPr lang="en-US" sz="1000" strike="sngStrike">
                        <a:effectLst/>
                      </a:endParaRPr>
                    </a:p>
                  </a:txBody>
                  <a:tcPr marL="68580" marR="68580" marT="0" marB="0" anchor="ctr"/>
                </a:tc>
                <a:extLst>
                  <a:ext uri="{0D108BD9-81ED-4DB2-BD59-A6C34878D82A}">
                    <a16:rowId xmlns:a16="http://schemas.microsoft.com/office/drawing/2014/main" val="4243011947"/>
                  </a:ext>
                </a:extLst>
              </a:tr>
              <a:tr h="316617">
                <a:tc>
                  <a:txBody>
                    <a:bodyPr/>
                    <a:lstStyle/>
                    <a:p>
                      <a:endParaRPr lang="en-US" sz="1000">
                        <a:effectLst/>
                      </a:endParaRPr>
                    </a:p>
                  </a:txBody>
                  <a:tcPr marL="68580" marR="68580" marT="0" marB="0" anchor="ctr"/>
                </a:tc>
                <a:tc>
                  <a:txBody>
                    <a:bodyPr/>
                    <a:lstStyle/>
                    <a:p>
                      <a:pPr marL="0" algn="l" defTabSz="685800" rtl="0" eaLnBrk="1" latinLnBrk="0" hangingPunct="1"/>
                      <a:r>
                        <a:rPr lang="en-US" sz="1000">
                          <a:effectLst/>
                        </a:rPr>
                        <a:t>FA AVAILABLE ON SAMPLE IDENTIFYING PoC</a:t>
                      </a:r>
                      <a:endParaRPr lang="en-US" sz="1000" strike="sngStrike">
                        <a:effectLst/>
                      </a:endParaRPr>
                    </a:p>
                  </a:txBody>
                  <a:tcPr marL="68580" marR="68580" marT="0" marB="0" anchor="ctr"/>
                </a:tc>
                <a:tc>
                  <a:txBody>
                    <a:bodyPr/>
                    <a:lstStyle/>
                    <a:p>
                      <a:pPr marL="0" algn="l" defTabSz="685800" rtl="0" eaLnBrk="1" latinLnBrk="0" hangingPunct="1"/>
                      <a:r>
                        <a:rPr lang="en-US" sz="1000">
                          <a:effectLst/>
                        </a:rPr>
                        <a:t>FA#</a:t>
                      </a:r>
                    </a:p>
                  </a:txBody>
                  <a:tcPr marL="68580" marR="68580" marT="0" marB="0" anchor="ctr"/>
                </a:tc>
                <a:extLst>
                  <a:ext uri="{0D108BD9-81ED-4DB2-BD59-A6C34878D82A}">
                    <a16:rowId xmlns:a16="http://schemas.microsoft.com/office/drawing/2014/main" val="3818928555"/>
                  </a:ext>
                </a:extLst>
              </a:tr>
              <a:tr h="162587">
                <a:tc>
                  <a:txBody>
                    <a:bodyPr/>
                    <a:lstStyle/>
                    <a:p>
                      <a:endParaRPr lang="en-US" sz="1000">
                        <a:effectLst/>
                      </a:endParaRPr>
                    </a:p>
                  </a:txBody>
                  <a:tcPr marL="68580" marR="68580" marT="0" marB="0" anchor="ctr"/>
                </a:tc>
                <a:tc>
                  <a:txBody>
                    <a:bodyPr/>
                    <a:lstStyle/>
                    <a:p>
                      <a:pPr marL="0" algn="l" defTabSz="685800" rtl="0" eaLnBrk="1" latinLnBrk="0" hangingPunct="1"/>
                      <a:r>
                        <a:rPr lang="en-US" sz="1000" err="1">
                          <a:effectLst/>
                        </a:rPr>
                        <a:t>FabGuard</a:t>
                      </a:r>
                      <a:endParaRPr lang="en-US" sz="1000" dirty="0" err="1">
                        <a:effectLst/>
                      </a:endParaRP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3961927439"/>
                  </a:ext>
                </a:extLst>
              </a:tr>
              <a:tr h="333731">
                <a:tc>
                  <a:txBody>
                    <a:bodyPr/>
                    <a:lstStyle/>
                    <a:p>
                      <a:endParaRPr lang="en-US" sz="1000">
                        <a:effectLst/>
                      </a:endParaRPr>
                    </a:p>
                  </a:txBody>
                  <a:tcPr marL="68580" marR="68580" marT="0" marB="0" anchor="ctr"/>
                </a:tc>
                <a:tc>
                  <a:txBody>
                    <a:bodyPr/>
                    <a:lstStyle/>
                    <a:p>
                      <a:pPr marL="0" algn="l" defTabSz="685800" rtl="0" eaLnBrk="1" latinLnBrk="0" hangingPunct="1"/>
                      <a:r>
                        <a:rPr lang="en-US" sz="1000" dirty="0">
                          <a:effectLst/>
                        </a:rPr>
                        <a:t>RCA REPORT : REVIEW WEXIS COMMENTS, ABORTS, HOLDS, REWORK, </a:t>
                      </a:r>
                      <a:r>
                        <a:rPr lang="en-US" sz="1000" dirty="0" err="1">
                          <a:effectLst/>
                        </a:rPr>
                        <a:t>etc</a:t>
                      </a: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533444086"/>
                  </a:ext>
                </a:extLst>
              </a:tr>
              <a:tr h="333731">
                <a:tc>
                  <a:txBody>
                    <a:bodyPr/>
                    <a:lstStyle/>
                    <a:p>
                      <a:endParaRPr lang="en-US" sz="1000">
                        <a:effectLst/>
                      </a:endParaRPr>
                    </a:p>
                  </a:txBody>
                  <a:tcPr marL="68580" marR="68580" marT="0" marB="0" anchor="ctr"/>
                </a:tc>
                <a:tc>
                  <a:txBody>
                    <a:bodyPr/>
                    <a:lstStyle/>
                    <a:p>
                      <a:pPr marL="0" algn="l" defTabSz="685800" rtl="0" eaLnBrk="1" latinLnBrk="0" hangingPunct="1"/>
                      <a:r>
                        <a:rPr lang="en-US" sz="1000">
                          <a:effectLst/>
                        </a:rPr>
                        <a:t>MULTIPLE LOTS - IDENTIFY COMMON TOOLS OVER TIME (NOT SEQUENTIAL)</a:t>
                      </a: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363781041"/>
                  </a:ext>
                </a:extLst>
              </a:tr>
              <a:tr h="162587">
                <a:tc>
                  <a:txBody>
                    <a:bodyPr/>
                    <a:lstStyle/>
                    <a:p>
                      <a:pPr marL="192405" indent="-210185"/>
                      <a:endParaRPr lang="en-US" sz="1000">
                        <a:effectLst/>
                      </a:endParaRPr>
                    </a:p>
                  </a:txBody>
                  <a:tcPr marL="68580" marR="68580" marT="0" marB="0" anchor="ctr"/>
                </a:tc>
                <a:tc>
                  <a:txBody>
                    <a:bodyPr/>
                    <a:lstStyle/>
                    <a:p>
                      <a:pPr marL="0" algn="l" defTabSz="685800" rtl="0" eaLnBrk="1" latinLnBrk="0" hangingPunct="1"/>
                      <a:r>
                        <a:rPr lang="en-US" sz="1000" dirty="0">
                          <a:effectLst/>
                        </a:rPr>
                        <a:t>SECONDARY PARMS (ex: device </a:t>
                      </a:r>
                      <a:r>
                        <a:rPr lang="en-US" sz="1000" dirty="0" err="1">
                          <a:effectLst/>
                        </a:rPr>
                        <a:t>parametrics</a:t>
                      </a:r>
                      <a:r>
                        <a:rPr lang="en-US" sz="1000" dirty="0">
                          <a:effectLst/>
                        </a:rPr>
                        <a:t>)</a:t>
                      </a:r>
                    </a:p>
                  </a:txBody>
                  <a:tcPr marL="68580" marR="68580" marT="0" marB="0" anchor="ctr"/>
                </a:tc>
                <a:tc>
                  <a:txBody>
                    <a:bodyPr/>
                    <a:lstStyle/>
                    <a:p>
                      <a:pPr marL="0" algn="l" defTabSz="685800" rtl="0" eaLnBrk="1" latinLnBrk="0" hangingPunct="1"/>
                      <a:r>
                        <a:rPr lang="en-US" sz="1000">
                          <a:effectLst/>
                        </a:rPr>
                        <a:t>Based on FEOL FET / Res. Truth Table</a:t>
                      </a:r>
                    </a:p>
                  </a:txBody>
                  <a:tcPr marL="68580" marR="68580" marT="0" marB="0" anchor="ctr"/>
                </a:tc>
                <a:extLst>
                  <a:ext uri="{0D108BD9-81ED-4DB2-BD59-A6C34878D82A}">
                    <a16:rowId xmlns:a16="http://schemas.microsoft.com/office/drawing/2014/main" val="2406427075"/>
                  </a:ext>
                </a:extLst>
              </a:tr>
              <a:tr h="333731">
                <a:tc>
                  <a:txBody>
                    <a:bodyPr/>
                    <a:lstStyle/>
                    <a:p>
                      <a:pPr marL="201295" indent="-219075"/>
                      <a:endParaRPr lang="en-US" sz="1000">
                        <a:effectLst/>
                      </a:endParaRPr>
                    </a:p>
                  </a:txBody>
                  <a:tcPr marL="68580" marR="68580" marT="0" marB="0" anchor="ctr"/>
                </a:tc>
                <a:tc>
                  <a:txBody>
                    <a:bodyPr/>
                    <a:lstStyle/>
                    <a:p>
                      <a:pPr marL="0" algn="l" defTabSz="685800" rtl="0" eaLnBrk="1" latinLnBrk="0" hangingPunct="1"/>
                      <a:r>
                        <a:rPr lang="en-US" sz="1000">
                          <a:effectLst/>
                        </a:rPr>
                        <a:t>REVIEW BOAT MAP MATCHES TOOL CONFIGURATION</a:t>
                      </a:r>
                      <a:endParaRPr lang="en-US" sz="1000" strike="sngStrike">
                        <a:effectLst/>
                      </a:endParaRP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1769127542"/>
                  </a:ext>
                </a:extLst>
              </a:tr>
              <a:tr h="333731">
                <a:tc>
                  <a:txBody>
                    <a:bodyPr/>
                    <a:lstStyle/>
                    <a:p>
                      <a:pPr marL="201295" indent="-219075"/>
                      <a:endParaRPr lang="en-US" sz="1000">
                        <a:effectLst/>
                      </a:endParaRPr>
                    </a:p>
                  </a:txBody>
                  <a:tcPr marL="68580" marR="68580" marT="0" marB="0" anchor="ctr"/>
                </a:tc>
                <a:tc>
                  <a:txBody>
                    <a:bodyPr/>
                    <a:lstStyle/>
                    <a:p>
                      <a:pPr marL="0" algn="l" defTabSz="685800" rtl="0" eaLnBrk="1" latinLnBrk="0" hangingPunct="1"/>
                      <a:r>
                        <a:rPr lang="en-US" sz="1000">
                          <a:effectLst/>
                        </a:rPr>
                        <a:t>SCRAP &amp; DNA FAIL PARETO (FA HISTORY - LAST 6 months)</a:t>
                      </a: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4080390215"/>
                  </a:ext>
                </a:extLst>
              </a:tr>
              <a:tr h="162587">
                <a:tc>
                  <a:txBody>
                    <a:bodyPr/>
                    <a:lstStyle/>
                    <a:p>
                      <a:pPr marL="201295" indent="-219075"/>
                      <a:endParaRPr lang="en-US" sz="1000">
                        <a:effectLst/>
                      </a:endParaRP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2062745200"/>
                  </a:ext>
                </a:extLst>
              </a:tr>
              <a:tr h="496319">
                <a:tc>
                  <a:txBody>
                    <a:bodyPr/>
                    <a:lstStyle/>
                    <a:p>
                      <a:pPr marL="201295" indent="-219075"/>
                      <a:endParaRPr lang="en-US" sz="1000">
                        <a:effectLst/>
                      </a:endParaRPr>
                    </a:p>
                  </a:txBody>
                  <a:tcPr marL="68580" marR="68580" marT="0" marB="0" anchor="ctr"/>
                </a:tc>
                <a:tc>
                  <a:txBody>
                    <a:bodyPr/>
                    <a:lstStyle/>
                    <a:p>
                      <a:pPr marL="0" algn="l" defTabSz="685800" rtl="0" eaLnBrk="1" latinLnBrk="0" hangingPunct="1"/>
                      <a:r>
                        <a:rPr lang="en-US" sz="1000" strike="sngStrike" dirty="0">
                          <a:effectLst/>
                        </a:rPr>
                        <a:t>PROCESS INFORMATION MATCHING CURRENT EVENT AND ROOT CAUSE.  ex( brookside, </a:t>
                      </a:r>
                      <a:r>
                        <a:rPr lang="en-US" sz="1000" strike="sngStrike" dirty="0" err="1">
                          <a:effectLst/>
                        </a:rPr>
                        <a:t>bess</a:t>
                      </a:r>
                      <a:r>
                        <a:rPr lang="en-US" sz="1000" strike="sngStrike" dirty="0">
                          <a:effectLst/>
                        </a:rPr>
                        <a:t> logs, </a:t>
                      </a:r>
                      <a:r>
                        <a:rPr lang="en-US" sz="1000" strike="sngStrike" dirty="0" err="1">
                          <a:effectLst/>
                        </a:rPr>
                        <a:t>etc</a:t>
                      </a:r>
                      <a:r>
                        <a:rPr lang="en-US" sz="1000" strike="sngStrike" dirty="0">
                          <a:effectLst/>
                        </a:rPr>
                        <a:t>)</a:t>
                      </a: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3647038431"/>
                  </a:ext>
                </a:extLst>
              </a:tr>
              <a:tr h="333731">
                <a:tc>
                  <a:txBody>
                    <a:bodyPr/>
                    <a:lstStyle/>
                    <a:p>
                      <a:pPr marL="201295" indent="-219075"/>
                      <a:endParaRPr lang="en-US" sz="1000">
                        <a:effectLst/>
                      </a:endParaRPr>
                    </a:p>
                  </a:txBody>
                  <a:tcPr marL="68580" marR="68580" marT="0" marB="0" anchor="ctr"/>
                </a:tc>
                <a:tc>
                  <a:txBody>
                    <a:bodyPr/>
                    <a:lstStyle/>
                    <a:p>
                      <a:pPr marL="0" algn="l" defTabSz="685800" rtl="0" eaLnBrk="1" latinLnBrk="0" hangingPunct="1"/>
                      <a:r>
                        <a:rPr lang="en-US" sz="1000" strike="sngStrike">
                          <a:effectLst/>
                        </a:rPr>
                        <a:t>SIGNATURE AND DATA SUPPORT 2 LIKELY TECH CENTERS - SPLIT SCRAP BETWEEN 2 TC'S</a:t>
                      </a:r>
                    </a:p>
                  </a:txBody>
                  <a:tcPr marL="68580" marR="68580" marT="0" marB="0" anchor="ctr"/>
                </a:tc>
                <a:tc>
                  <a:txBody>
                    <a:bodyPr/>
                    <a:lstStyle/>
                    <a:p>
                      <a:pPr marL="0" algn="l" defTabSz="685800" rtl="0" eaLnBrk="1" latinLnBrk="0" hangingPunct="1"/>
                      <a:endParaRPr lang="en-US" sz="1000">
                        <a:effectLst/>
                      </a:endParaRPr>
                    </a:p>
                  </a:txBody>
                  <a:tcPr marL="68580" marR="68580" marT="0" marB="0" anchor="ctr"/>
                </a:tc>
                <a:extLst>
                  <a:ext uri="{0D108BD9-81ED-4DB2-BD59-A6C34878D82A}">
                    <a16:rowId xmlns:a16="http://schemas.microsoft.com/office/drawing/2014/main" val="1067204790"/>
                  </a:ext>
                </a:extLst>
              </a:tr>
              <a:tr h="162587">
                <a:tc>
                  <a:txBody>
                    <a:bodyPr/>
                    <a:lstStyle/>
                    <a:p>
                      <a:pPr marL="201295" indent="-219075"/>
                      <a:r>
                        <a:rPr lang="en-US" sz="1000">
                          <a:effectLst/>
                        </a:rPr>
                        <a:t>End</a:t>
                      </a:r>
                    </a:p>
                  </a:txBody>
                  <a:tcPr marL="68580" marR="68580" marT="0" marB="0" anchor="ctr"/>
                </a:tc>
                <a:tc>
                  <a:txBody>
                    <a:bodyPr/>
                    <a:lstStyle/>
                    <a:p>
                      <a:endParaRPr lang="en-US" sz="1000">
                        <a:effectLst/>
                      </a:endParaRPr>
                    </a:p>
                  </a:txBody>
                  <a:tcPr marL="68580" marR="68580" marT="0" marB="0" anchor="ctr"/>
                </a:tc>
                <a:tc>
                  <a:txBody>
                    <a:bodyPr/>
                    <a:lstStyle/>
                    <a:p>
                      <a:endParaRPr lang="en-US" sz="1000">
                        <a:effectLst/>
                      </a:endParaRPr>
                    </a:p>
                  </a:txBody>
                  <a:tcPr marL="68580" marR="68580" marT="0" marB="0" anchor="ctr"/>
                </a:tc>
                <a:extLst>
                  <a:ext uri="{0D108BD9-81ED-4DB2-BD59-A6C34878D82A}">
                    <a16:rowId xmlns:a16="http://schemas.microsoft.com/office/drawing/2014/main" val="1574011344"/>
                  </a:ext>
                </a:extLst>
              </a:tr>
            </a:tbl>
          </a:graphicData>
        </a:graphic>
      </p:graphicFrame>
    </p:spTree>
    <p:extLst>
      <p:ext uri="{BB962C8B-B14F-4D97-AF65-F5344CB8AC3E}">
        <p14:creationId xmlns:p14="http://schemas.microsoft.com/office/powerpoint/2010/main" val="1067606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p:nvPr/>
        </p:nvSpPr>
        <p:spPr>
          <a:xfrm>
            <a:off x="192150" y="669192"/>
            <a:ext cx="3915721" cy="837440"/>
          </a:xfrm>
          <a:prstGeom prst="rect">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defTabSz="914378"/>
            <a:r>
              <a:rPr lang="en" sz="900" b="1" i="1">
                <a:ea typeface="+mn-ea"/>
              </a:rPr>
              <a:t>NFET Tox Inversion, PFET Tox Inversion, ToxGL</a:t>
            </a:r>
            <a:endParaRPr sz="900" b="1" i="1">
              <a:ea typeface="+mn-ea"/>
            </a:endParaRPr>
          </a:p>
          <a:p>
            <a:pPr defTabSz="914378"/>
            <a:r>
              <a:rPr lang="en" sz="900">
                <a:ea typeface="+mn-ea"/>
              </a:rPr>
              <a:t>ESIG = Gate Oxide Thickness </a:t>
            </a:r>
            <a:r>
              <a:rPr lang="en" sz="900" b="1">
                <a:ea typeface="+mn-ea"/>
              </a:rPr>
              <a:t>   </a:t>
            </a:r>
            <a:endParaRPr sz="900" b="1">
              <a:ea typeface="+mn-ea"/>
            </a:endParaRPr>
          </a:p>
          <a:p>
            <a:pPr defTabSz="914378"/>
            <a:r>
              <a:rPr lang="en" sz="900">
                <a:ea typeface="+mn-ea"/>
              </a:rPr>
              <a:t>Tool = Gate Oxide Furnace, $HPFU - probably more lots in a tube.</a:t>
            </a:r>
            <a:endParaRPr sz="900">
              <a:ea typeface="+mn-ea"/>
            </a:endParaRPr>
          </a:p>
          <a:p>
            <a:pPr defTabSz="914378"/>
            <a:r>
              <a:rPr lang="en" sz="900" b="1" i="1">
                <a:ea typeface="+mn-ea"/>
              </a:rPr>
              <a:t>DG / TG Tox Inversion = SG/Thin Tox Inversion electrical Values</a:t>
            </a:r>
            <a:endParaRPr sz="900" b="1" i="1">
              <a:ea typeface="+mn-ea"/>
            </a:endParaRPr>
          </a:p>
          <a:p>
            <a:pPr defTabSz="914378"/>
            <a:r>
              <a:rPr lang="en" sz="900">
                <a:ea typeface="+mn-ea"/>
              </a:rPr>
              <a:t>Tool = DG / TG Track Apply (Photo)</a:t>
            </a:r>
            <a:endParaRPr sz="900">
              <a:ea typeface="+mn-ea"/>
            </a:endParaRPr>
          </a:p>
        </p:txBody>
      </p:sp>
      <p:sp>
        <p:nvSpPr>
          <p:cNvPr id="60" name="Google Shape;60;p14"/>
          <p:cNvSpPr txBox="1">
            <a:spLocks noGrp="1"/>
          </p:cNvSpPr>
          <p:nvPr>
            <p:ph type="title"/>
          </p:nvPr>
        </p:nvSpPr>
        <p:spPr>
          <a:xfrm>
            <a:off x="192149" y="95370"/>
            <a:ext cx="8536215" cy="567584"/>
          </a:xfrm>
          <a:prstGeom prst="rect">
            <a:avLst/>
          </a:prstGeom>
          <a:ln w="9525" cap="flat" cmpd="sng">
            <a:solidFill>
              <a:srgbClr val="FF9900"/>
            </a:solidFill>
            <a:prstDash val="solid"/>
            <a:round/>
            <a:headEnd type="none" w="sm" len="sm"/>
            <a:tailEnd type="none" w="sm" len="sm"/>
          </a:ln>
        </p:spPr>
        <p:txBody>
          <a:bodyPr spcFirstLastPara="1" vert="horz" wrap="square" lIns="91425" tIns="91425" rIns="91425" bIns="91425" rtlCol="0" anchor="ctr" anchorCtr="0">
            <a:noAutofit/>
          </a:bodyPr>
          <a:lstStyle/>
          <a:p>
            <a:pPr marL="0" algn="ctr" rtl="0">
              <a:spcBef>
                <a:spcPts val="0"/>
              </a:spcBef>
            </a:pPr>
            <a:r>
              <a:rPr lang="en" sz="1800"/>
              <a:t>FEOL FET/Resistor Scrap</a:t>
            </a:r>
            <a:br>
              <a:rPr lang="en" sz="1800"/>
            </a:br>
            <a:r>
              <a:rPr lang="en" sz="1800"/>
              <a:t>Various DNA Strings and High Level POC</a:t>
            </a:r>
            <a:endParaRPr sz="1800"/>
          </a:p>
        </p:txBody>
      </p:sp>
      <p:sp>
        <p:nvSpPr>
          <p:cNvPr id="61" name="Google Shape;61;p14"/>
          <p:cNvSpPr txBox="1"/>
          <p:nvPr/>
        </p:nvSpPr>
        <p:spPr>
          <a:xfrm>
            <a:off x="192151" y="4343432"/>
            <a:ext cx="8536214" cy="455674"/>
          </a:xfrm>
          <a:prstGeom prst="rect">
            <a:avLst/>
          </a:prstGeom>
          <a:noFill/>
          <a:ln w="952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defTabSz="914378"/>
            <a:r>
              <a:rPr lang="en" sz="1000" b="1">
                <a:ea typeface="+mn-ea"/>
              </a:rPr>
              <a:t>NOT FEOL FET/Resistors:</a:t>
            </a:r>
            <a:br>
              <a:rPr lang="en" sz="1000">
                <a:ea typeface="+mn-ea"/>
              </a:rPr>
            </a:br>
            <a:r>
              <a:rPr lang="en" sz="1000">
                <a:ea typeface="+mn-ea"/>
              </a:rPr>
              <a:t>NPN Parameters (PNP =   ),    VBD/WLR Parameters (PNP = )  PC-Si , Gate Oxide Shorts, other defect parms  (PNP = )</a:t>
            </a:r>
            <a:endParaRPr sz="1000">
              <a:ea typeface="+mn-ea"/>
            </a:endParaRPr>
          </a:p>
        </p:txBody>
      </p:sp>
      <p:sp>
        <p:nvSpPr>
          <p:cNvPr id="62" name="Google Shape;62;p14"/>
          <p:cNvSpPr/>
          <p:nvPr/>
        </p:nvSpPr>
        <p:spPr>
          <a:xfrm>
            <a:off x="192151" y="1538887"/>
            <a:ext cx="3915722" cy="811422"/>
          </a:xfrm>
          <a:prstGeom prst="rect">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defTabSz="914378"/>
            <a:r>
              <a:rPr lang="en" sz="900" b="1" i="1">
                <a:ea typeface="+mn-ea"/>
              </a:rPr>
              <a:t>NFET Lpoly, PFET Lpoly (usually not WAC fails)</a:t>
            </a:r>
            <a:endParaRPr sz="900" b="1" i="1">
              <a:ea typeface="+mn-ea"/>
            </a:endParaRPr>
          </a:p>
          <a:p>
            <a:pPr defTabSz="914378"/>
            <a:r>
              <a:rPr lang="en" sz="900">
                <a:ea typeface="+mn-ea"/>
              </a:rPr>
              <a:t>ESIG = Lpoly</a:t>
            </a:r>
            <a:endParaRPr sz="900">
              <a:ea typeface="+mn-ea"/>
            </a:endParaRPr>
          </a:p>
          <a:p>
            <a:pPr defTabSz="914378"/>
            <a:r>
              <a:rPr lang="en" sz="900">
                <a:ea typeface="+mn-ea"/>
              </a:rPr>
              <a:t>Check with INTG. Is PC_CD within 1.5 sigma of target?  If yes -- INTG &amp; send email to Integration</a:t>
            </a:r>
            <a:br>
              <a:rPr lang="en" sz="900">
                <a:ea typeface="+mn-ea"/>
              </a:rPr>
            </a:br>
            <a:r>
              <a:rPr lang="en" sz="900">
                <a:ea typeface="+mn-ea"/>
              </a:rPr>
              <a:t>If no - INTG helps with POC based on PC_CD results</a:t>
            </a:r>
            <a:endParaRPr sz="900">
              <a:ea typeface="+mn-ea"/>
            </a:endParaRPr>
          </a:p>
        </p:txBody>
      </p:sp>
      <p:sp>
        <p:nvSpPr>
          <p:cNvPr id="63" name="Google Shape;63;p14"/>
          <p:cNvSpPr/>
          <p:nvPr/>
        </p:nvSpPr>
        <p:spPr>
          <a:xfrm>
            <a:off x="192151" y="2382565"/>
            <a:ext cx="3915722" cy="846354"/>
          </a:xfrm>
          <a:prstGeom prst="rect">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defTabSz="914378"/>
            <a:r>
              <a:rPr lang="en" sz="900" b="1" i="1">
                <a:ea typeface="+mn-ea"/>
              </a:rPr>
              <a:t>NFET Coverlap, PFET Coverlap (NOT VBD; usually not WAC fails):</a:t>
            </a:r>
            <a:br>
              <a:rPr lang="en" sz="900" b="1">
                <a:ea typeface="+mn-ea"/>
              </a:rPr>
            </a:br>
            <a:r>
              <a:rPr lang="en" sz="900">
                <a:ea typeface="+mn-ea"/>
              </a:rPr>
              <a:t>ESIG = Overlap Cap</a:t>
            </a:r>
            <a:endParaRPr sz="900">
              <a:ea typeface="+mn-ea"/>
            </a:endParaRPr>
          </a:p>
          <a:p>
            <a:pPr defTabSz="914378"/>
            <a:r>
              <a:rPr lang="en" sz="900">
                <a:ea typeface="+mn-ea"/>
              </a:rPr>
              <a:t>NFET or PFET only; with VTLin  = Well Implant</a:t>
            </a:r>
            <a:br>
              <a:rPr lang="en" sz="900">
                <a:ea typeface="+mn-ea"/>
              </a:rPr>
            </a:br>
            <a:r>
              <a:rPr lang="en" sz="900">
                <a:ea typeface="+mn-ea"/>
              </a:rPr>
              <a:t>NFET &amp; PFET Cov with OPRS = S/D RTA	</a:t>
            </a:r>
            <a:br>
              <a:rPr lang="en" sz="900">
                <a:ea typeface="+mn-ea"/>
              </a:rPr>
            </a:br>
            <a:r>
              <a:rPr lang="en" sz="900">
                <a:ea typeface="+mn-ea"/>
              </a:rPr>
              <a:t>Everything else: Spacer Dep or Spacer Etch</a:t>
            </a:r>
            <a:endParaRPr sz="900">
              <a:ea typeface="+mn-ea"/>
            </a:endParaRPr>
          </a:p>
        </p:txBody>
      </p:sp>
      <p:sp>
        <p:nvSpPr>
          <p:cNvPr id="64" name="Google Shape;64;p14"/>
          <p:cNvSpPr/>
          <p:nvPr/>
        </p:nvSpPr>
        <p:spPr>
          <a:xfrm>
            <a:off x="192149" y="3253675"/>
            <a:ext cx="3915723" cy="1057500"/>
          </a:xfrm>
          <a:prstGeom prst="rect">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defTabSz="914378"/>
            <a:r>
              <a:rPr lang="en" sz="900" b="1" i="1">
                <a:ea typeface="+mn-ea"/>
              </a:rPr>
              <a:t>NDiffusion OPRS, PDiffusion OPRS, N Poly OPRS, P Poly OPRS:</a:t>
            </a:r>
            <a:br>
              <a:rPr lang="en" sz="900" b="1">
                <a:ea typeface="+mn-ea"/>
              </a:rPr>
            </a:br>
            <a:r>
              <a:rPr lang="en" sz="900">
                <a:ea typeface="+mn-ea"/>
              </a:rPr>
              <a:t>ESIG = DIFFUSION or POLY RESISTORS</a:t>
            </a:r>
            <a:endParaRPr sz="900">
              <a:ea typeface="+mn-ea"/>
            </a:endParaRPr>
          </a:p>
          <a:p>
            <a:pPr defTabSz="914378"/>
            <a:r>
              <a:rPr lang="en" sz="900" b="1">
                <a:ea typeface="+mn-ea"/>
              </a:rPr>
              <a:t>Is there a spot or is the entire wafer bad?  </a:t>
            </a:r>
            <a:br>
              <a:rPr lang="en" sz="900" b="1">
                <a:ea typeface="+mn-ea"/>
              </a:rPr>
            </a:br>
            <a:r>
              <a:rPr lang="en" sz="900">
                <a:ea typeface="+mn-ea"/>
              </a:rPr>
              <a:t>If 1-2 sites = OP spot = POLY RESISTORS.  Need OP Spot designator - INTG?</a:t>
            </a:r>
            <a:br>
              <a:rPr lang="en" sz="900" b="1">
                <a:ea typeface="+mn-ea"/>
              </a:rPr>
            </a:br>
            <a:r>
              <a:rPr lang="en" sz="900" b="1">
                <a:ea typeface="+mn-ea"/>
              </a:rPr>
              <a:t>Is it N OPRS &amp; P OPRS?  = </a:t>
            </a:r>
            <a:r>
              <a:rPr lang="en" sz="900">
                <a:ea typeface="+mn-ea"/>
              </a:rPr>
              <a:t>S/D RTA</a:t>
            </a:r>
            <a:endParaRPr sz="900">
              <a:ea typeface="+mn-ea"/>
            </a:endParaRPr>
          </a:p>
          <a:p>
            <a:pPr defTabSz="914378"/>
            <a:r>
              <a:rPr lang="en" sz="900" b="1">
                <a:ea typeface="+mn-ea"/>
              </a:rPr>
              <a:t>Only N or P (not both) </a:t>
            </a:r>
            <a:r>
              <a:rPr lang="en" sz="900">
                <a:ea typeface="+mn-ea"/>
              </a:rPr>
              <a:t>= BN or BP Implant</a:t>
            </a:r>
            <a:endParaRPr sz="900" b="1">
              <a:ea typeface="+mn-ea"/>
            </a:endParaRPr>
          </a:p>
        </p:txBody>
      </p:sp>
      <p:sp>
        <p:nvSpPr>
          <p:cNvPr id="65" name="Google Shape;65;p14"/>
          <p:cNvSpPr/>
          <p:nvPr/>
        </p:nvSpPr>
        <p:spPr>
          <a:xfrm>
            <a:off x="4169551" y="675693"/>
            <a:ext cx="4558814" cy="3635482"/>
          </a:xfrm>
          <a:prstGeom prst="rect">
            <a:avLst/>
          </a:prstGeom>
          <a:solidFill>
            <a:srgbClr val="FFFFFF"/>
          </a:solidFill>
          <a:ln w="952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defTabSz="914378"/>
            <a:r>
              <a:rPr lang="en" sz="900" b="1" i="1">
                <a:ea typeface="+mn-ea"/>
              </a:rPr>
              <a:t>Everything Else = VTSat, IDSat, VTLin, BVDS, Ron, IDLin, GMds, etc...</a:t>
            </a:r>
            <a:endParaRPr sz="900" b="1" i="1">
              <a:ea typeface="+mn-ea"/>
            </a:endParaRPr>
          </a:p>
          <a:p>
            <a:pPr defTabSz="914378"/>
            <a:r>
              <a:rPr lang="en" sz="900" b="1">
                <a:ea typeface="+mn-ea"/>
              </a:rPr>
              <a:t>On list of systematics = INTG = need to make this list</a:t>
            </a:r>
            <a:br>
              <a:rPr lang="en" sz="900" b="1">
                <a:ea typeface="+mn-ea"/>
              </a:rPr>
            </a:br>
            <a:r>
              <a:rPr lang="en" sz="900" b="1">
                <a:ea typeface="+mn-ea"/>
              </a:rPr>
              <a:t>Check WEXIS/HOLDS &amp; REQD in detailed lot history - was there an abort or requeue in implant, spacer, RTA?   Don’t rule out a misprocessed lot/improper recovery.</a:t>
            </a:r>
            <a:endParaRPr sz="900" b="1">
              <a:ea typeface="+mn-ea"/>
            </a:endParaRPr>
          </a:p>
          <a:p>
            <a:pPr defTabSz="914378"/>
            <a:endParaRPr sz="900" b="1">
              <a:ea typeface="+mn-ea"/>
            </a:endParaRPr>
          </a:p>
          <a:p>
            <a:pPr defTabSz="914378"/>
            <a:r>
              <a:rPr lang="en" sz="900" b="1">
                <a:ea typeface="+mn-ea"/>
              </a:rPr>
              <a:t>Is both NFETs &amp; PFETs?</a:t>
            </a:r>
            <a:br>
              <a:rPr lang="en" sz="900" b="1">
                <a:ea typeface="+mn-ea"/>
              </a:rPr>
            </a:br>
            <a:r>
              <a:rPr lang="en" sz="900">
                <a:ea typeface="+mn-ea"/>
              </a:rPr>
              <a:t>If Lpoly moves too = PC Etch;  If Tox moves too = Gate oxide</a:t>
            </a:r>
            <a:br>
              <a:rPr lang="en" sz="900">
                <a:ea typeface="+mn-ea"/>
              </a:rPr>
            </a:br>
            <a:r>
              <a:rPr lang="en" sz="900">
                <a:ea typeface="+mn-ea"/>
              </a:rPr>
              <a:t>If OPRS moves too = RTA;   Use the boxes on the left for ESIG &amp; Tool assignments.</a:t>
            </a:r>
            <a:endParaRPr sz="900">
              <a:ea typeface="+mn-ea"/>
            </a:endParaRPr>
          </a:p>
          <a:p>
            <a:pPr defTabSz="914378"/>
            <a:r>
              <a:rPr lang="en" sz="900">
                <a:ea typeface="+mn-ea"/>
              </a:rPr>
              <a:t>else use FET PERFORMANCE &amp; scrap to Spacer 2 Dep.</a:t>
            </a:r>
            <a:endParaRPr sz="900">
              <a:ea typeface="+mn-ea"/>
            </a:endParaRPr>
          </a:p>
          <a:p>
            <a:pPr defTabSz="914378"/>
            <a:br>
              <a:rPr lang="en" sz="900" b="1">
                <a:ea typeface="+mn-ea"/>
              </a:rPr>
            </a:br>
            <a:r>
              <a:rPr lang="en" sz="900" b="1">
                <a:ea typeface="+mn-ea"/>
              </a:rPr>
              <a:t>Is it NFET only?   “FET PERFORMANCE”</a:t>
            </a:r>
            <a:br>
              <a:rPr lang="en" sz="900" b="1">
                <a:ea typeface="+mn-ea"/>
              </a:rPr>
            </a:br>
            <a:r>
              <a:rPr lang="en" sz="900">
                <a:ea typeface="+mn-ea"/>
              </a:rPr>
              <a:t>Check for requeues at NFET implant levels.  (BF, NR, NV, etc)</a:t>
            </a:r>
            <a:br>
              <a:rPr lang="en" sz="900">
                <a:ea typeface="+mn-ea"/>
              </a:rPr>
            </a:br>
            <a:r>
              <a:rPr lang="en" sz="900">
                <a:ea typeface="+mn-ea"/>
              </a:rPr>
              <a:t>Check VTSat, IDSat, VTLin, and what features move.  (HVT, DG only, etc)  Is there a common implant between them? -- scrap to that implant.</a:t>
            </a:r>
            <a:br>
              <a:rPr lang="en" sz="900">
                <a:ea typeface="+mn-ea"/>
              </a:rPr>
            </a:br>
            <a:r>
              <a:rPr lang="en" sz="900">
                <a:ea typeface="+mn-ea"/>
              </a:rPr>
              <a:t>If VTLin Moves = Well Implanter</a:t>
            </a:r>
            <a:br>
              <a:rPr lang="en" sz="900">
                <a:ea typeface="+mn-ea"/>
              </a:rPr>
            </a:br>
            <a:r>
              <a:rPr lang="en" sz="900">
                <a:ea typeface="+mn-ea"/>
              </a:rPr>
              <a:t>If VTLin doesn’t move = Halo implant (1-3w); Extension Implant (4+ wafers).</a:t>
            </a:r>
            <a:endParaRPr sz="900">
              <a:ea typeface="+mn-ea"/>
            </a:endParaRPr>
          </a:p>
          <a:p>
            <a:pPr defTabSz="914378"/>
            <a:endParaRPr sz="900">
              <a:ea typeface="+mn-ea"/>
            </a:endParaRPr>
          </a:p>
          <a:p>
            <a:pPr defTabSz="914378">
              <a:buSzPts val="1100"/>
            </a:pPr>
            <a:r>
              <a:rPr lang="en" sz="900" b="1">
                <a:ea typeface="+mn-ea"/>
              </a:rPr>
              <a:t>Is it PFET only?  “FET PERFORMANCE”</a:t>
            </a:r>
            <a:endParaRPr sz="900" b="1">
              <a:ea typeface="+mn-ea"/>
            </a:endParaRPr>
          </a:p>
          <a:p>
            <a:pPr defTabSz="914378">
              <a:buSzPts val="1100"/>
            </a:pPr>
            <a:r>
              <a:rPr lang="en" sz="900">
                <a:ea typeface="+mn-ea"/>
              </a:rPr>
              <a:t>Check for requeues at PFET implant levels.  (NW, PR, PV, etc)</a:t>
            </a:r>
            <a:br>
              <a:rPr lang="en" sz="900">
                <a:ea typeface="+mn-ea"/>
              </a:rPr>
            </a:br>
            <a:r>
              <a:rPr lang="en" sz="900">
                <a:ea typeface="+mn-ea"/>
              </a:rPr>
              <a:t>Check VTSat, IDSat, VTLin, and what features move.  (HVT, DG only, etc)  Is there a common implant between them -- scrap to that implant.</a:t>
            </a:r>
            <a:br>
              <a:rPr lang="en" sz="900">
                <a:ea typeface="+mn-ea"/>
              </a:rPr>
            </a:br>
            <a:r>
              <a:rPr lang="en" sz="900">
                <a:ea typeface="+mn-ea"/>
              </a:rPr>
              <a:t>If VTLin Moves = Well Implanter</a:t>
            </a:r>
            <a:br>
              <a:rPr lang="en" sz="900">
                <a:ea typeface="+mn-ea"/>
              </a:rPr>
            </a:br>
            <a:r>
              <a:rPr lang="en" sz="900">
                <a:ea typeface="+mn-ea"/>
              </a:rPr>
              <a:t>If VTLin doesn’t move = Halo implant (1-3w); Extension Implant (4+ wafers).</a:t>
            </a:r>
            <a:endParaRPr sz="900">
              <a:ea typeface="+mn-ea"/>
            </a:endParaRPr>
          </a:p>
          <a:p>
            <a:pPr defTabSz="914378"/>
            <a:endParaRPr sz="900">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C0B9-AF8B-4A4B-B747-9C1F586152B8}"/>
              </a:ext>
            </a:extLst>
          </p:cNvPr>
          <p:cNvSpPr>
            <a:spLocks noGrp="1"/>
          </p:cNvSpPr>
          <p:nvPr>
            <p:ph type="title"/>
          </p:nvPr>
        </p:nvSpPr>
        <p:spPr>
          <a:xfrm>
            <a:off x="477984" y="63351"/>
            <a:ext cx="7575851" cy="443070"/>
          </a:xfrm>
        </p:spPr>
        <p:txBody>
          <a:bodyPr vert="horz" wrap="square" lIns="0" tIns="12065" rIns="0" bIns="0" rtlCol="0" anchor="t">
            <a:spAutoFit/>
          </a:bodyPr>
          <a:lstStyle/>
          <a:p>
            <a:r>
              <a:rPr lang="en-US" sz="2800"/>
              <a:t>Lot Investigation Summary 1 of 2</a:t>
            </a:r>
          </a:p>
        </p:txBody>
      </p:sp>
      <p:graphicFrame>
        <p:nvGraphicFramePr>
          <p:cNvPr id="4" name="Google Shape;375;p56">
            <a:extLst>
              <a:ext uri="{FF2B5EF4-FFF2-40B4-BE49-F238E27FC236}">
                <a16:creationId xmlns:a16="http://schemas.microsoft.com/office/drawing/2014/main" id="{5D953534-4EF8-4F0A-A092-B7EE2518590D}"/>
              </a:ext>
            </a:extLst>
          </p:cNvPr>
          <p:cNvGraphicFramePr/>
          <p:nvPr/>
        </p:nvGraphicFramePr>
        <p:xfrm>
          <a:off x="397491" y="576133"/>
          <a:ext cx="8048249" cy="4396122"/>
        </p:xfrm>
        <a:graphic>
          <a:graphicData uri="http://schemas.openxmlformats.org/drawingml/2006/table">
            <a:tbl>
              <a:tblPr>
                <a:noFill/>
              </a:tblPr>
              <a:tblGrid>
                <a:gridCol w="1671094">
                  <a:extLst>
                    <a:ext uri="{9D8B030D-6E8A-4147-A177-3AD203B41FA5}">
                      <a16:colId xmlns:a16="http://schemas.microsoft.com/office/drawing/2014/main" val="20000"/>
                    </a:ext>
                  </a:extLst>
                </a:gridCol>
                <a:gridCol w="2459620">
                  <a:extLst>
                    <a:ext uri="{9D8B030D-6E8A-4147-A177-3AD203B41FA5}">
                      <a16:colId xmlns:a16="http://schemas.microsoft.com/office/drawing/2014/main" val="20001"/>
                    </a:ext>
                  </a:extLst>
                </a:gridCol>
                <a:gridCol w="3917536">
                  <a:extLst>
                    <a:ext uri="{9D8B030D-6E8A-4147-A177-3AD203B41FA5}">
                      <a16:colId xmlns:a16="http://schemas.microsoft.com/office/drawing/2014/main" val="20002"/>
                    </a:ext>
                  </a:extLst>
                </a:gridCol>
              </a:tblGrid>
              <a:tr h="228611">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Investigation</a:t>
                      </a:r>
                      <a:endParaRPr sz="900" b="1">
                        <a:latin typeface="+mn-lt"/>
                      </a:endParaRP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Criteria for Success</a:t>
                      </a:r>
                      <a:endParaRPr sz="900" b="1">
                        <a:latin typeface="+mn-lt"/>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Findings</a:t>
                      </a:r>
                      <a:endParaRPr sz="800" b="1">
                        <a:latin typeface="+mn-lt"/>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77725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Lot History</a:t>
                      </a:r>
                      <a:endParaRPr lang="en-US" sz="900" b="0" i="0" u="none" strike="noStrike" cap="none">
                        <a:solidFill>
                          <a:schemeClr val="tx1"/>
                        </a:solidFill>
                        <a:latin typeface="+mn-lt"/>
                        <a:ea typeface="+mn-ea"/>
                        <a:cs typeface="+mn-cs"/>
                        <a:sym typeface="Tahoma"/>
                      </a:endParaRPr>
                    </a:p>
                    <a:p>
                      <a:pPr marL="55245" marR="0" lvl="0" indent="-55245" algn="l" rtl="0">
                        <a:lnSpc>
                          <a:spcPct val="100000"/>
                        </a:lnSpc>
                        <a:spcBef>
                          <a:spcPts val="0"/>
                        </a:spcBef>
                        <a:spcAft>
                          <a:spcPts val="0"/>
                        </a:spcAft>
                        <a:buClr>
                          <a:schemeClr val="dk1"/>
                        </a:buClr>
                        <a:buSzPts val="800"/>
                        <a:buFontTx/>
                        <a:buChar char="-"/>
                      </a:pPr>
                      <a:r>
                        <a:rPr lang="en-US" sz="900" b="0" i="0" u="none" strike="noStrike" cap="none">
                          <a:solidFill>
                            <a:schemeClr val="dk1"/>
                          </a:solidFill>
                          <a:latin typeface="+mn-lt"/>
                          <a:ea typeface="Tahoma"/>
                          <a:cs typeface="Tahoma"/>
                          <a:sym typeface="Tahoma"/>
                        </a:rPr>
                        <a:t>Rework</a:t>
                      </a:r>
                    </a:p>
                    <a:p>
                      <a:pPr marL="55245" marR="0" lvl="0" indent="-55245" algn="l" rtl="0">
                        <a:lnSpc>
                          <a:spcPct val="100000"/>
                        </a:lnSpc>
                        <a:spcBef>
                          <a:spcPts val="0"/>
                        </a:spcBef>
                        <a:spcAft>
                          <a:spcPts val="0"/>
                        </a:spcAft>
                        <a:buClr>
                          <a:schemeClr val="dk1"/>
                        </a:buClr>
                        <a:buSzPts val="800"/>
                        <a:buFontTx/>
                        <a:buChar char="-"/>
                      </a:pPr>
                      <a:r>
                        <a:rPr lang="en-US" sz="900" b="0" i="0" u="none" strike="noStrike" cap="none">
                          <a:solidFill>
                            <a:schemeClr val="dk1"/>
                          </a:solidFill>
                          <a:latin typeface="+mn-lt"/>
                          <a:ea typeface="Tahoma"/>
                          <a:cs typeface="Tahoma"/>
                          <a:sym typeface="Tahoma"/>
                        </a:rPr>
                        <a:t>Process history(WEXIS/Fab Events/QC)</a:t>
                      </a:r>
                    </a:p>
                    <a:p>
                      <a:pPr marL="0" marR="0" lvl="0" indent="0" algn="l" rtl="0">
                        <a:lnSpc>
                          <a:spcPct val="100000"/>
                        </a:lnSpc>
                        <a:spcBef>
                          <a:spcPts val="0"/>
                        </a:spcBef>
                        <a:spcAft>
                          <a:spcPts val="0"/>
                        </a:spcAft>
                        <a:buClr>
                          <a:schemeClr val="dk1"/>
                        </a:buClr>
                        <a:buSzPts val="800"/>
                        <a:buFont typeface="Noto Sans Symbols"/>
                        <a:buNone/>
                      </a:pPr>
                      <a:r>
                        <a:rPr lang="en-US" sz="900" b="0" i="0" u="none" strike="noStrike" cap="none">
                          <a:solidFill>
                            <a:schemeClr val="dk1"/>
                          </a:solidFill>
                          <a:latin typeface="+mn-lt"/>
                          <a:ea typeface="Tahoma"/>
                          <a:cs typeface="Tahoma"/>
                          <a:sym typeface="Tahoma"/>
                        </a:rPr>
                        <a:t>- Holds/Requeues</a:t>
                      </a:r>
                      <a:r>
                        <a:rPr lang="en-US" sz="900" b="0" i="0" u="none" strike="noStrike" cap="none">
                          <a:solidFill>
                            <a:schemeClr val="dk1"/>
                          </a:solidFill>
                          <a:latin typeface="+mn-lt"/>
                          <a:ea typeface="Tahoma"/>
                          <a:cs typeface="Tahoma"/>
                        </a:rPr>
                        <a:t> </a:t>
                      </a:r>
                      <a:endParaRPr sz="900">
                        <a:latin typeface="+mn-lt"/>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r>
                        <a:rPr lang="en-US" sz="800" b="1" i="0" u="none" strike="noStrike" cap="none" dirty="0">
                          <a:solidFill>
                            <a:schemeClr val="dk1"/>
                          </a:solidFill>
                          <a:latin typeface="+mn-lt"/>
                          <a:ea typeface="Tahoma"/>
                          <a:cs typeface="Tahoma"/>
                          <a:sym typeface="Tahoma"/>
                        </a:rPr>
                        <a:t>Green</a:t>
                      </a:r>
                      <a:r>
                        <a:rPr lang="en-US" sz="800" b="0" i="0" u="none" strike="noStrike" cap="none" dirty="0">
                          <a:solidFill>
                            <a:schemeClr val="dk1"/>
                          </a:solidFill>
                          <a:latin typeface="+mn-lt"/>
                          <a:ea typeface="Tahoma"/>
                          <a:cs typeface="Tahoma"/>
                          <a:sym typeface="Tahoma"/>
                        </a:rPr>
                        <a:t>: No unique events</a:t>
                      </a:r>
                      <a:endParaRPr sz="800" dirty="0">
                        <a:latin typeface="+mn-lt"/>
                      </a:endParaRPr>
                    </a:p>
                    <a:p>
                      <a:pPr marL="0" marR="0" lvl="0" indent="0" algn="l" rtl="0">
                        <a:lnSpc>
                          <a:spcPct val="100000"/>
                        </a:lnSpc>
                        <a:spcBef>
                          <a:spcPts val="160"/>
                        </a:spcBef>
                        <a:spcAft>
                          <a:spcPts val="0"/>
                        </a:spcAft>
                        <a:buClr>
                          <a:schemeClr val="dk1"/>
                        </a:buClr>
                        <a:buSzPts val="800"/>
                        <a:buFont typeface="Noto Sans Symbols"/>
                        <a:buNone/>
                      </a:pPr>
                      <a:r>
                        <a:rPr lang="en-US" sz="800" b="1" i="0" u="none" strike="noStrike" cap="none" dirty="0">
                          <a:solidFill>
                            <a:schemeClr val="dk1"/>
                          </a:solidFill>
                          <a:latin typeface="+mn-lt"/>
                          <a:ea typeface="Tahoma"/>
                          <a:cs typeface="Tahoma"/>
                          <a:sym typeface="Tahoma"/>
                        </a:rPr>
                        <a:t>Yellow</a:t>
                      </a:r>
                      <a:r>
                        <a:rPr lang="en-US" sz="800" b="0" i="0" u="none" strike="noStrike" cap="none" dirty="0">
                          <a:solidFill>
                            <a:schemeClr val="dk1"/>
                          </a:solidFill>
                          <a:latin typeface="+mn-lt"/>
                          <a:ea typeface="Tahoma"/>
                          <a:cs typeface="Tahoma"/>
                          <a:sym typeface="Tahoma"/>
                        </a:rPr>
                        <a:t>: Abnormal events noted, not of significance</a:t>
                      </a:r>
                      <a:endParaRPr sz="800" dirty="0">
                        <a:latin typeface="+mn-lt"/>
                      </a:endParaRPr>
                    </a:p>
                    <a:p>
                      <a:pPr marL="0" marR="0" lvl="0" indent="0" algn="l" rtl="0">
                        <a:lnSpc>
                          <a:spcPct val="100000"/>
                        </a:lnSpc>
                        <a:spcBef>
                          <a:spcPts val="160"/>
                        </a:spcBef>
                        <a:spcAft>
                          <a:spcPts val="0"/>
                        </a:spcAft>
                        <a:buClr>
                          <a:schemeClr val="dk1"/>
                        </a:buClr>
                        <a:buSzPts val="800"/>
                        <a:buFont typeface="Noto Sans Symbols"/>
                        <a:buNone/>
                      </a:pPr>
                      <a:r>
                        <a:rPr lang="en-US" sz="800" b="1" i="0" u="none" strike="noStrike" cap="none" dirty="0">
                          <a:solidFill>
                            <a:schemeClr val="dk1"/>
                          </a:solidFill>
                          <a:latin typeface="+mn-lt"/>
                          <a:ea typeface="Tahoma"/>
                          <a:cs typeface="Tahoma"/>
                          <a:sym typeface="Tahoma"/>
                        </a:rPr>
                        <a:t>Red</a:t>
                      </a:r>
                      <a:r>
                        <a:rPr lang="en-US" sz="800" b="0" i="0" u="none" strike="noStrike" cap="none" dirty="0">
                          <a:solidFill>
                            <a:schemeClr val="dk1"/>
                          </a:solidFill>
                          <a:latin typeface="+mn-lt"/>
                          <a:ea typeface="Tahoma"/>
                          <a:cs typeface="Tahoma"/>
                          <a:sym typeface="Tahoma"/>
                        </a:rPr>
                        <a:t>: Abnormal events needing additional investigation</a:t>
                      </a:r>
                      <a:endParaRPr sz="800" dirty="0">
                        <a:latin typeface="+mn-l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lang="en-US" sz="800" b="0" i="0" u="none" strike="noStrike" cap="none" noProof="0"/>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7725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Slot Maps</a:t>
                      </a:r>
                      <a:endParaRPr sz="900">
                        <a:latin typeface="+mn-lt"/>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Green</a:t>
                      </a:r>
                      <a:r>
                        <a:rPr lang="en-US" sz="800" b="0" i="0" u="none" strike="noStrike" cap="none">
                          <a:solidFill>
                            <a:schemeClr val="dk1"/>
                          </a:solidFill>
                          <a:latin typeface="+mn-lt"/>
                          <a:ea typeface="Tahoma"/>
                          <a:cs typeface="Tahoma"/>
                          <a:sym typeface="Tahoma"/>
                        </a:rPr>
                        <a:t>: Slot maps available, no patterns noticed</a:t>
                      </a:r>
                      <a:endParaRPr sz="800">
                        <a:latin typeface="+mn-lt"/>
                      </a:endParaRPr>
                    </a:p>
                    <a:p>
                      <a:pPr marL="0" marR="0" lvl="0" indent="0" algn="l" rtl="0">
                        <a:lnSpc>
                          <a:spcPct val="100000"/>
                        </a:lnSpc>
                        <a:spcBef>
                          <a:spcPts val="16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Yellow</a:t>
                      </a:r>
                      <a:r>
                        <a:rPr lang="en-US" sz="800" b="0" i="0" u="none" strike="noStrike" cap="none">
                          <a:solidFill>
                            <a:schemeClr val="dk1"/>
                          </a:solidFill>
                          <a:latin typeface="+mn-lt"/>
                          <a:ea typeface="Tahoma"/>
                          <a:cs typeface="Tahoma"/>
                          <a:sym typeface="Tahoma"/>
                        </a:rPr>
                        <a:t>: No Slot maps available</a:t>
                      </a:r>
                      <a:endParaRPr sz="800">
                        <a:latin typeface="+mn-lt"/>
                      </a:endParaRPr>
                    </a:p>
                    <a:p>
                      <a:pPr marL="0" marR="0" lvl="0" indent="0" algn="l" rtl="0">
                        <a:lnSpc>
                          <a:spcPct val="100000"/>
                        </a:lnSpc>
                        <a:spcBef>
                          <a:spcPts val="16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Red</a:t>
                      </a:r>
                      <a:r>
                        <a:rPr lang="en-US" sz="800" b="0" i="0" u="none" strike="noStrike" cap="none">
                          <a:solidFill>
                            <a:schemeClr val="dk1"/>
                          </a:solidFill>
                          <a:latin typeface="+mn-lt"/>
                          <a:ea typeface="Tahoma"/>
                          <a:cs typeface="Tahoma"/>
                          <a:sym typeface="Tahoma"/>
                        </a:rPr>
                        <a:t>: Slot maps available, interesting pattern found</a:t>
                      </a:r>
                    </a:p>
                    <a:p>
                      <a:pPr marL="0" marR="0" lvl="0" indent="0" algn="l">
                        <a:lnSpc>
                          <a:spcPct val="100000"/>
                        </a:lnSpc>
                        <a:spcBef>
                          <a:spcPts val="160"/>
                        </a:spcBef>
                        <a:spcAft>
                          <a:spcPts val="0"/>
                        </a:spcAft>
                        <a:buSzPts val="800"/>
                        <a:buFont typeface="Noto Sans Symbols"/>
                        <a:buNone/>
                      </a:pPr>
                      <a:r>
                        <a:rPr lang="en-US" sz="800" b="0" i="0" u="none" strike="noStrike" cap="none" dirty="0">
                          <a:solidFill>
                            <a:schemeClr val="dk1"/>
                          </a:solidFill>
                          <a:latin typeface="+mn-lt"/>
                          <a:ea typeface="Tahoma"/>
                          <a:cs typeface="Tahoma"/>
                        </a:rPr>
                        <a:t>(Odd/even, One/Three, Front-&gt;Back,  1st/last wafer ,</a:t>
                      </a:r>
                      <a:r>
                        <a:rPr lang="en-US" sz="800" b="0" i="0" u="none" strike="noStrike" cap="none" dirty="0" err="1">
                          <a:solidFill>
                            <a:schemeClr val="dk1"/>
                          </a:solidFill>
                          <a:latin typeface="+mn-lt"/>
                          <a:ea typeface="Tahoma"/>
                          <a:cs typeface="Tahoma"/>
                        </a:rPr>
                        <a:t>etc</a:t>
                      </a:r>
                      <a:endParaRPr lang="en-US" sz="800" b="0" i="0" u="none" strike="noStrike" cap="none" dirty="0">
                        <a:solidFill>
                          <a:schemeClr val="dk1"/>
                        </a:solidFill>
                        <a:latin typeface="+mn-lt"/>
                        <a:ea typeface="Tahoma"/>
                        <a:cs typeface="Tahoma"/>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8769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CFM (for defect signals)</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Green:</a:t>
                      </a:r>
                      <a:r>
                        <a:rPr lang="en-US" sz="800" b="0" i="0" u="none" strike="noStrike" cap="none">
                          <a:solidFill>
                            <a:schemeClr val="dk1"/>
                          </a:solidFill>
                          <a:latin typeface="+mn-lt"/>
                          <a:ea typeface="Tahoma"/>
                          <a:cs typeface="Tahoma"/>
                          <a:sym typeface="Tahoma"/>
                        </a:rPr>
                        <a:t> Maps do not resemble fail signature</a:t>
                      </a:r>
                      <a:endParaRPr sz="800">
                        <a:latin typeface="+mn-lt"/>
                      </a:endParaRPr>
                    </a:p>
                    <a:p>
                      <a:pPr marL="0" marR="0" lvl="0" indent="0" algn="l">
                        <a:lnSpc>
                          <a:spcPct val="100000"/>
                        </a:lnSpc>
                        <a:spcBef>
                          <a:spcPts val="0"/>
                        </a:spcBef>
                        <a:spcAft>
                          <a:spcPts val="0"/>
                        </a:spcAft>
                        <a:buSzPts val="800"/>
                        <a:buFont typeface="Noto Sans Symbols"/>
                        <a:buNone/>
                      </a:pPr>
                      <a:r>
                        <a:rPr lang="en-US" sz="800" b="1" i="0" u="none" strike="noStrike" cap="none">
                          <a:solidFill>
                            <a:schemeClr val="dk1"/>
                          </a:solidFill>
                          <a:latin typeface="+mn-lt"/>
                          <a:ea typeface="Tahoma"/>
                          <a:cs typeface="Tahoma"/>
                        </a:rPr>
                        <a:t>Yellow:  </a:t>
                      </a:r>
                      <a:r>
                        <a:rPr lang="en-US" sz="800" b="0" i="0" u="none" strike="noStrike" cap="none">
                          <a:solidFill>
                            <a:schemeClr val="dk1"/>
                          </a:solidFill>
                          <a:latin typeface="+mn-lt"/>
                          <a:ea typeface="Tahoma"/>
                          <a:cs typeface="Tahoma"/>
                        </a:rPr>
                        <a:t>No PLY data</a:t>
                      </a:r>
                    </a:p>
                    <a:p>
                      <a:pPr marL="0" marR="0" lvl="0" indent="0" algn="l" rtl="0">
                        <a:lnSpc>
                          <a:spcPct val="100000"/>
                        </a:lnSpc>
                        <a:spcBef>
                          <a:spcPts val="16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Red:</a:t>
                      </a:r>
                      <a:r>
                        <a:rPr lang="en-US" sz="800" b="0" i="0" u="none" strike="noStrike" cap="none">
                          <a:solidFill>
                            <a:schemeClr val="dk1"/>
                          </a:solidFill>
                          <a:latin typeface="+mn-lt"/>
                          <a:ea typeface="Tahoma"/>
                          <a:cs typeface="Tahoma"/>
                          <a:sym typeface="Tahoma"/>
                        </a:rPr>
                        <a:t> Maps resemble fail signature</a:t>
                      </a:r>
                      <a:endParaRPr sz="800">
                        <a:latin typeface="+mn-lt"/>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2928">
                <a:tc>
                  <a:txBody>
                    <a:bodyPr/>
                    <a:lstStyle/>
                    <a:p>
                      <a:pPr marL="0" lvl="0" indent="0" algn="l">
                        <a:lnSpc>
                          <a:spcPct val="100000"/>
                        </a:lnSpc>
                        <a:spcBef>
                          <a:spcPts val="0"/>
                        </a:spcBef>
                        <a:spcAft>
                          <a:spcPts val="0"/>
                        </a:spcAft>
                        <a:buNone/>
                      </a:pPr>
                      <a:r>
                        <a:rPr lang="en-US" sz="900" b="1" i="0" u="none" strike="noStrike" cap="none" dirty="0">
                          <a:solidFill>
                            <a:schemeClr val="dk1"/>
                          </a:solidFill>
                          <a:latin typeface="+mn-lt"/>
                          <a:ea typeface="Tahoma"/>
                          <a:cs typeface="Tahoma"/>
                        </a:rPr>
                        <a:t>Tool Alarms / </a:t>
                      </a:r>
                      <a:r>
                        <a:rPr lang="en-US" sz="900" b="1" i="0" u="none" strike="noStrike" cap="none" dirty="0" err="1">
                          <a:solidFill>
                            <a:schemeClr val="dk1"/>
                          </a:solidFill>
                          <a:latin typeface="+mn-lt"/>
                          <a:ea typeface="Tahoma"/>
                          <a:cs typeface="Tahoma"/>
                        </a:rPr>
                        <a:t>Fabguard</a:t>
                      </a:r>
                      <a:r>
                        <a:rPr lang="en-US" sz="900" b="1" i="0" u="none" strike="noStrike" cap="none" dirty="0">
                          <a:solidFill>
                            <a:schemeClr val="dk1"/>
                          </a:solidFill>
                          <a:latin typeface="+mn-lt"/>
                          <a:ea typeface="Tahoma"/>
                          <a:cs typeface="Tahoma"/>
                        </a:rPr>
                        <a:t> Review</a:t>
                      </a:r>
                    </a:p>
                    <a:p>
                      <a:pPr marL="0" lvl="0" indent="0" algn="l">
                        <a:lnSpc>
                          <a:spcPct val="100000"/>
                        </a:lnSpc>
                        <a:spcBef>
                          <a:spcPts val="0"/>
                        </a:spcBef>
                        <a:spcAft>
                          <a:spcPts val="0"/>
                        </a:spcAft>
                        <a:buNone/>
                      </a:pPr>
                      <a:r>
                        <a:rPr lang="en-US" sz="900" b="0" i="0" u="none" strike="noStrike" cap="none" dirty="0" err="1">
                          <a:solidFill>
                            <a:schemeClr val="dk1"/>
                          </a:solidFill>
                          <a:latin typeface="+mn-lt"/>
                          <a:ea typeface="Tahoma"/>
                          <a:cs typeface="Tahoma"/>
                        </a:rPr>
                        <a:t>Depl</a:t>
                      </a:r>
                      <a:r>
                        <a:rPr lang="en-US" sz="900" b="0" i="0" u="none" strike="noStrike" cap="none" dirty="0">
                          <a:solidFill>
                            <a:schemeClr val="dk1"/>
                          </a:solidFill>
                          <a:latin typeface="+mn-lt"/>
                          <a:ea typeface="Tahoma"/>
                          <a:cs typeface="Tahoma"/>
                        </a:rPr>
                        <a:t> Page, </a:t>
                      </a:r>
                      <a:r>
                        <a:rPr lang="en-US" sz="900" b="0" i="0" u="none" strike="noStrike" cap="none" dirty="0" err="1">
                          <a:solidFill>
                            <a:schemeClr val="dk1"/>
                          </a:solidFill>
                          <a:latin typeface="+mn-lt"/>
                          <a:ea typeface="Tahoma"/>
                          <a:cs typeface="Tahoma"/>
                        </a:rPr>
                        <a:t>Fabguard</a:t>
                      </a:r>
                      <a:r>
                        <a:rPr lang="en-US" sz="900" b="0" i="0" u="none" strike="noStrike" cap="none" dirty="0">
                          <a:solidFill>
                            <a:schemeClr val="dk1"/>
                          </a:solidFill>
                          <a:latin typeface="+mn-lt"/>
                          <a:ea typeface="Tahoma"/>
                          <a:cs typeface="Tahoma"/>
                        </a:rPr>
                        <a:t>, </a:t>
                      </a:r>
                      <a:r>
                        <a:rPr lang="en-US" sz="900" b="0" i="0" u="none" strike="noStrike" cap="none" dirty="0" err="1">
                          <a:solidFill>
                            <a:schemeClr val="dk1"/>
                          </a:solidFill>
                          <a:latin typeface="+mn-lt"/>
                          <a:ea typeface="Tahoma"/>
                          <a:cs typeface="Tahoma"/>
                        </a:rPr>
                        <a:t>etc</a:t>
                      </a:r>
                      <a:endParaRPr lang="en-US" sz="900" b="0" i="0" u="none" strike="noStrike" cap="none" dirty="0">
                        <a:solidFill>
                          <a:schemeClr val="dk1"/>
                        </a:solidFill>
                        <a:latin typeface="+mn-lt"/>
                        <a:ea typeface="Tahoma"/>
                        <a:cs typeface="Tahoma"/>
                      </a:endParaRPr>
                    </a:p>
                  </a:txBody>
                  <a:tcPr marL="91450" marR="91450" marT="45724" marB="45724">
                    <a:lnL w="28575">
                      <a:solidFill>
                        <a:schemeClr val="dk1"/>
                      </a:solidFill>
                    </a:lnL>
                    <a:lnR w="12700">
                      <a:solidFill>
                        <a:schemeClr val="dk1"/>
                      </a:solidFill>
                    </a:lnR>
                    <a:lnT w="12700" cap="flat" cmpd="sng" algn="ctr">
                      <a:solidFill>
                        <a:schemeClr val="dk1"/>
                      </a:solidFill>
                      <a:prstDash val="solid"/>
                      <a:round/>
                      <a:headEnd type="none" w="sm" len="sm"/>
                      <a:tailEnd type="none" w="sm" len="sm"/>
                    </a:lnT>
                    <a:lnB w="12700">
                      <a:solidFill>
                        <a:schemeClr val="dk1"/>
                      </a:solidFill>
                    </a:lnB>
                  </a:tcPr>
                </a:tc>
                <a:tc>
                  <a:txBody>
                    <a:bodyPr/>
                    <a:lstStyle/>
                    <a:p>
                      <a:pPr marL="0" lvl="0" indent="0" algn="l">
                        <a:lnSpc>
                          <a:spcPct val="100000"/>
                        </a:lnSpc>
                        <a:spcBef>
                          <a:spcPts val="160"/>
                        </a:spcBef>
                        <a:spcAft>
                          <a:spcPts val="0"/>
                        </a:spcAft>
                        <a:buNone/>
                      </a:pPr>
                      <a:r>
                        <a:rPr lang="en-US" sz="800" b="0" i="0" u="none" strike="noStrike" cap="none" dirty="0">
                          <a:solidFill>
                            <a:schemeClr val="dk1"/>
                          </a:solidFill>
                          <a:latin typeface="+mn-lt"/>
                          <a:ea typeface="Tahoma"/>
                          <a:cs typeface="Tahoma"/>
                        </a:rPr>
                        <a:t>May require 'deep dive' by Tool/Process Owner for </a:t>
                      </a:r>
                      <a:r>
                        <a:rPr lang="en-US" sz="800" b="0" i="0" u="none" strike="noStrike" cap="none" dirty="0" err="1">
                          <a:solidFill>
                            <a:schemeClr val="dk1"/>
                          </a:solidFill>
                          <a:latin typeface="+mn-lt"/>
                          <a:ea typeface="Tahoma"/>
                          <a:cs typeface="Tahoma"/>
                        </a:rPr>
                        <a:t>Fabguard</a:t>
                      </a:r>
                      <a:r>
                        <a:rPr lang="en-US" sz="800" b="0" i="0" u="none" strike="noStrike" cap="none" dirty="0">
                          <a:solidFill>
                            <a:schemeClr val="dk1"/>
                          </a:solidFill>
                          <a:latin typeface="+mn-lt"/>
                          <a:ea typeface="Tahoma"/>
                          <a:cs typeface="Tahoma"/>
                        </a:rPr>
                        <a:t> Raw data review. </a:t>
                      </a:r>
                      <a:endParaRPr sz="800" b="0" i="0" u="none" strike="noStrike" cap="none" dirty="0">
                        <a:solidFill>
                          <a:schemeClr val="dk1"/>
                        </a:solidFill>
                        <a:latin typeface="+mn-lt"/>
                        <a:ea typeface="Tahoma"/>
                        <a:cs typeface="Tahoma"/>
                      </a:endParaRPr>
                    </a:p>
                  </a:txBody>
                  <a:tcPr marL="91450" marR="91450" marT="45724" marB="45724">
                    <a:lnL w="12700">
                      <a:solidFill>
                        <a:schemeClr val="dk1"/>
                      </a:solidFill>
                    </a:lnL>
                    <a:lnR w="12700">
                      <a:solidFill>
                        <a:schemeClr val="dk1"/>
                      </a:solidFill>
                    </a:lnR>
                    <a:lnT w="12700" cap="flat" cmpd="sng" algn="ctr">
                      <a:solidFill>
                        <a:schemeClr val="dk1"/>
                      </a:solidFill>
                      <a:prstDash val="solid"/>
                      <a:round/>
                      <a:headEnd type="none" w="sm" len="sm"/>
                      <a:tailEnd type="none" w="sm" len="sm"/>
                    </a:lnT>
                    <a:lnB w="12700">
                      <a:solidFill>
                        <a:schemeClr val="dk1"/>
                      </a:solidFill>
                    </a:lnB>
                  </a:tcPr>
                </a:tc>
                <a:tc>
                  <a:txBody>
                    <a:bodyPr/>
                    <a:lstStyle/>
                    <a:p>
                      <a:pPr marL="0" lvl="0" indent="0" algn="l">
                        <a:lnSpc>
                          <a:spcPct val="100000"/>
                        </a:lnSpc>
                        <a:spcBef>
                          <a:spcPts val="0"/>
                        </a:spcBef>
                        <a:spcAft>
                          <a:spcPts val="0"/>
                        </a:spcAft>
                        <a:buNone/>
                      </a:pPr>
                      <a:endParaRPr sz="800" b="0" i="0" u="none" strike="noStrike" cap="none">
                        <a:solidFill>
                          <a:schemeClr val="dk1"/>
                        </a:solidFill>
                        <a:latin typeface="+mn-lt"/>
                        <a:ea typeface="Tahoma"/>
                        <a:cs typeface="Tahoma"/>
                        <a:sym typeface="Tahoma"/>
                      </a:endParaRPr>
                    </a:p>
                  </a:txBody>
                  <a:tcPr marL="91450" marR="91450" marT="45724" marB="45724">
                    <a:lnL w="12700">
                      <a:solidFill>
                        <a:schemeClr val="dk1"/>
                      </a:solidFill>
                    </a:lnL>
                    <a:lnR w="28575">
                      <a:solidFill>
                        <a:schemeClr val="dk1"/>
                      </a:solidFill>
                    </a:lnR>
                    <a:lnT w="12700" cap="flat" cmpd="sng" algn="ctr">
                      <a:solidFill>
                        <a:schemeClr val="dk1"/>
                      </a:solidFill>
                      <a:prstDash val="solid"/>
                      <a:round/>
                      <a:headEnd type="none" w="sm" len="sm"/>
                      <a:tailEnd type="none" w="sm" len="sm"/>
                    </a:lnT>
                    <a:lnB w="12700">
                      <a:solidFill>
                        <a:schemeClr val="dk1"/>
                      </a:solidFill>
                    </a:lnB>
                  </a:tcPr>
                </a:tc>
                <a:extLst>
                  <a:ext uri="{0D108BD9-81ED-4DB2-BD59-A6C34878D82A}">
                    <a16:rowId xmlns:a16="http://schemas.microsoft.com/office/drawing/2014/main" val="3168731412"/>
                  </a:ext>
                </a:extLst>
              </a:tr>
              <a:tr h="36577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Tool</a:t>
                      </a:r>
                      <a:r>
                        <a:rPr lang="en-US" sz="900" b="1" i="0" u="none" strike="noStrike" cap="none">
                          <a:solidFill>
                            <a:schemeClr val="dk1"/>
                          </a:solidFill>
                          <a:latin typeface="+mn-lt"/>
                          <a:ea typeface="Tahoma"/>
                          <a:cs typeface="Tahoma"/>
                        </a:rPr>
                        <a:t>/Process/Integration</a:t>
                      </a:r>
                      <a:r>
                        <a:rPr lang="en-US" sz="900" b="1" i="0" u="none" strike="noStrike" cap="none">
                          <a:solidFill>
                            <a:schemeClr val="dk1"/>
                          </a:solidFill>
                          <a:latin typeface="+mn-lt"/>
                          <a:ea typeface="Tahoma"/>
                          <a:cs typeface="Tahoma"/>
                          <a:sym typeface="Tahoma"/>
                        </a:rPr>
                        <a:t> Slides (as applicable)</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160"/>
                        </a:spcBef>
                        <a:spcAft>
                          <a:spcPts val="0"/>
                        </a:spcAft>
                        <a:buClr>
                          <a:schemeClr val="dk1"/>
                        </a:buClr>
                        <a:buSzPts val="800"/>
                        <a:buFont typeface="Noto Sans Symbols"/>
                        <a:buNone/>
                      </a:pPr>
                      <a:r>
                        <a:rPr lang="en-US" sz="800" dirty="0">
                          <a:latin typeface="+mn-lt"/>
                        </a:rPr>
                        <a:t>Check  Feature Dependency, </a:t>
                      </a:r>
                      <a:r>
                        <a:rPr lang="en-US" sz="800" dirty="0" err="1">
                          <a:latin typeface="+mn-lt"/>
                        </a:rPr>
                        <a:t>I.e</a:t>
                      </a:r>
                      <a:r>
                        <a:rPr lang="en-US" sz="800" dirty="0">
                          <a:latin typeface="+mn-lt"/>
                        </a:rPr>
                        <a:t> HP/HA NPN,  Dual/Single MIM,   Kx resistor, </a:t>
                      </a:r>
                      <a:r>
                        <a:rPr lang="en-US" sz="800" dirty="0" err="1">
                          <a:latin typeface="+mn-lt"/>
                        </a:rPr>
                        <a:t>etc</a:t>
                      </a:r>
                      <a:r>
                        <a:rPr lang="en-US" sz="800" dirty="0">
                          <a:latin typeface="+mn-lt"/>
                        </a:rPr>
                        <a:t> etc. </a:t>
                      </a:r>
                      <a:endParaRPr sz="800" dirty="0">
                        <a:latin typeface="+mn-lt"/>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585863933"/>
                  </a:ext>
                </a:extLst>
              </a:tr>
              <a:tr h="75820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Queue Time</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160"/>
                        </a:spcBef>
                        <a:spcAft>
                          <a:spcPts val="0"/>
                        </a:spcAft>
                        <a:buClr>
                          <a:schemeClr val="dk1"/>
                        </a:buClr>
                        <a:buSzPts val="800"/>
                        <a:buFont typeface="Noto Sans Symbols"/>
                        <a:buNone/>
                      </a:pPr>
                      <a:r>
                        <a:rPr lang="en-US" sz="800" b="1">
                          <a:latin typeface="+mn-lt"/>
                        </a:rPr>
                        <a:t>Green</a:t>
                      </a:r>
                      <a:r>
                        <a:rPr lang="en-US" sz="800">
                          <a:latin typeface="+mn-lt"/>
                        </a:rPr>
                        <a:t>: No Operations &gt; 3σ</a:t>
                      </a:r>
                    </a:p>
                    <a:p>
                      <a:pPr marL="0" marR="0" lvl="0" indent="0" algn="l" rtl="0">
                        <a:lnSpc>
                          <a:spcPct val="100000"/>
                        </a:lnSpc>
                        <a:spcBef>
                          <a:spcPts val="160"/>
                        </a:spcBef>
                        <a:spcAft>
                          <a:spcPts val="0"/>
                        </a:spcAft>
                        <a:buClr>
                          <a:schemeClr val="dk1"/>
                        </a:buClr>
                        <a:buSzPts val="800"/>
                        <a:buFont typeface="Noto Sans Symbols"/>
                        <a:buNone/>
                      </a:pPr>
                      <a:r>
                        <a:rPr lang="en-US" sz="800" b="1">
                          <a:latin typeface="+mn-lt"/>
                        </a:rPr>
                        <a:t>Yellow</a:t>
                      </a:r>
                      <a:r>
                        <a:rPr lang="en-US" sz="800">
                          <a:latin typeface="+mn-lt"/>
                        </a:rPr>
                        <a:t>: Operations &gt; 3σ, but time within historical baseline</a:t>
                      </a:r>
                    </a:p>
                    <a:p>
                      <a:pPr marL="0" marR="0" lvl="0" indent="0" algn="l" rtl="0">
                        <a:lnSpc>
                          <a:spcPct val="100000"/>
                        </a:lnSpc>
                        <a:spcBef>
                          <a:spcPts val="160"/>
                        </a:spcBef>
                        <a:spcAft>
                          <a:spcPts val="0"/>
                        </a:spcAft>
                        <a:buClr>
                          <a:schemeClr val="dk1"/>
                        </a:buClr>
                        <a:buSzPts val="800"/>
                        <a:buFont typeface="Noto Sans Symbols"/>
                        <a:buNone/>
                      </a:pPr>
                      <a:r>
                        <a:rPr lang="en-US" sz="800" b="1">
                          <a:latin typeface="+mn-lt"/>
                        </a:rPr>
                        <a:t>Red</a:t>
                      </a:r>
                      <a:r>
                        <a:rPr lang="en-US" sz="800">
                          <a:latin typeface="+mn-lt"/>
                        </a:rPr>
                        <a:t>: Operations &gt; 3σ, and time outside historical baseline</a:t>
                      </a: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3828090289"/>
                  </a:ext>
                </a:extLst>
              </a:tr>
              <a:tr h="2286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Other Findings</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160"/>
                        </a:spcBef>
                        <a:spcAft>
                          <a:spcPts val="0"/>
                        </a:spcAft>
                        <a:buClr>
                          <a:schemeClr val="dk1"/>
                        </a:buClr>
                        <a:buSzPts val="800"/>
                        <a:buFont typeface="Noto Sans Symbols"/>
                        <a:buNone/>
                      </a:pPr>
                      <a:r>
                        <a:rPr lang="en-US" sz="800" b="1">
                          <a:latin typeface="+mn-lt"/>
                        </a:rPr>
                        <a:t>Red:</a:t>
                      </a:r>
                      <a:r>
                        <a:rPr lang="en-US" sz="800" b="0">
                          <a:latin typeface="+mn-lt"/>
                        </a:rPr>
                        <a:t> Something else of interest Found</a:t>
                      </a:r>
                      <a:r>
                        <a:rPr lang="en-US" sz="800">
                          <a:latin typeface="+mn-lt"/>
                        </a:rPr>
                        <a:t> </a:t>
                      </a: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5286940"/>
                  </a:ext>
                </a:extLst>
              </a:tr>
              <a:tr h="269810">
                <a:tc gridSpan="3">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dirty="0">
                          <a:solidFill>
                            <a:schemeClr val="dk1"/>
                          </a:solidFill>
                          <a:latin typeface="+mn-lt"/>
                          <a:ea typeface="Tahoma"/>
                          <a:cs typeface="Tahoma"/>
                          <a:sym typeface="Tahoma"/>
                        </a:rPr>
                        <a:t>Next Steps (Actions with dates and owners for all fails)</a:t>
                      </a:r>
                      <a:endParaRPr sz="900" dirty="0">
                        <a:latin typeface="+mn-lt"/>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34762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C0B9-AF8B-4A4B-B747-9C1F586152B8}"/>
              </a:ext>
            </a:extLst>
          </p:cNvPr>
          <p:cNvSpPr>
            <a:spLocks noGrp="1"/>
          </p:cNvSpPr>
          <p:nvPr>
            <p:ph type="title"/>
          </p:nvPr>
        </p:nvSpPr>
        <p:spPr>
          <a:xfrm>
            <a:off x="477984" y="63351"/>
            <a:ext cx="7575851" cy="443070"/>
          </a:xfrm>
        </p:spPr>
        <p:txBody>
          <a:bodyPr vert="horz" wrap="square" lIns="0" tIns="12065" rIns="0" bIns="0" rtlCol="0" anchor="t">
            <a:spAutoFit/>
          </a:bodyPr>
          <a:lstStyle/>
          <a:p>
            <a:r>
              <a:rPr lang="en-US" sz="2800"/>
              <a:t>Lot Investigation Summary 2 of 2</a:t>
            </a:r>
          </a:p>
        </p:txBody>
      </p:sp>
      <p:graphicFrame>
        <p:nvGraphicFramePr>
          <p:cNvPr id="4" name="Google Shape;375;p56">
            <a:extLst>
              <a:ext uri="{FF2B5EF4-FFF2-40B4-BE49-F238E27FC236}">
                <a16:creationId xmlns:a16="http://schemas.microsoft.com/office/drawing/2014/main" id="{5D953534-4EF8-4F0A-A092-B7EE2518590D}"/>
              </a:ext>
            </a:extLst>
          </p:cNvPr>
          <p:cNvGraphicFramePr/>
          <p:nvPr/>
        </p:nvGraphicFramePr>
        <p:xfrm>
          <a:off x="397491" y="576134"/>
          <a:ext cx="8048249" cy="3530347"/>
        </p:xfrm>
        <a:graphic>
          <a:graphicData uri="http://schemas.openxmlformats.org/drawingml/2006/table">
            <a:tbl>
              <a:tblPr>
                <a:noFill/>
              </a:tblPr>
              <a:tblGrid>
                <a:gridCol w="1671094">
                  <a:extLst>
                    <a:ext uri="{9D8B030D-6E8A-4147-A177-3AD203B41FA5}">
                      <a16:colId xmlns:a16="http://schemas.microsoft.com/office/drawing/2014/main" val="20000"/>
                    </a:ext>
                  </a:extLst>
                </a:gridCol>
                <a:gridCol w="2459620">
                  <a:extLst>
                    <a:ext uri="{9D8B030D-6E8A-4147-A177-3AD203B41FA5}">
                      <a16:colId xmlns:a16="http://schemas.microsoft.com/office/drawing/2014/main" val="20001"/>
                    </a:ext>
                  </a:extLst>
                </a:gridCol>
                <a:gridCol w="3917536">
                  <a:extLst>
                    <a:ext uri="{9D8B030D-6E8A-4147-A177-3AD203B41FA5}">
                      <a16:colId xmlns:a16="http://schemas.microsoft.com/office/drawing/2014/main" val="20002"/>
                    </a:ext>
                  </a:extLst>
                </a:gridCol>
              </a:tblGrid>
              <a:tr h="228611">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Investigation</a:t>
                      </a:r>
                      <a:endParaRPr sz="900" b="1">
                        <a:latin typeface="+mn-lt"/>
                      </a:endParaRPr>
                    </a:p>
                  </a:txBody>
                  <a:tcPr marL="91450" marR="91450" marT="45725" marB="45725" anchor="ctr">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sym typeface="Tahoma"/>
                        </a:rPr>
                        <a:t>Criteria for Success</a:t>
                      </a:r>
                      <a:endParaRPr sz="900" b="1">
                        <a:latin typeface="+mn-lt"/>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Noto Sans Symbols"/>
                        <a:buNone/>
                      </a:pPr>
                      <a:r>
                        <a:rPr lang="en-US" sz="800" b="1" i="0" u="none" strike="noStrike" cap="none">
                          <a:solidFill>
                            <a:schemeClr val="dk1"/>
                          </a:solidFill>
                          <a:latin typeface="+mn-lt"/>
                          <a:ea typeface="Tahoma"/>
                          <a:cs typeface="Tahoma"/>
                          <a:sym typeface="Tahoma"/>
                        </a:rPr>
                        <a:t>Findings</a:t>
                      </a:r>
                      <a:endParaRPr sz="800" b="1">
                        <a:latin typeface="+mn-lt"/>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68641">
                <a:tc>
                  <a:txBody>
                    <a:bodyPr/>
                    <a:lstStyle/>
                    <a:p>
                      <a:pPr marL="0" marR="0" lvl="0" indent="0" algn="l">
                        <a:lnSpc>
                          <a:spcPct val="100000"/>
                        </a:lnSpc>
                        <a:spcBef>
                          <a:spcPts val="0"/>
                        </a:spcBef>
                        <a:spcAft>
                          <a:spcPts val="0"/>
                        </a:spcAft>
                        <a:buNone/>
                      </a:pPr>
                      <a:r>
                        <a:rPr lang="en-US" sz="900" b="1" i="0" u="none" strike="noStrike" cap="none">
                          <a:solidFill>
                            <a:schemeClr val="dk1"/>
                          </a:solidFill>
                          <a:latin typeface="+mn-lt"/>
                          <a:ea typeface="Tahoma"/>
                          <a:cs typeface="Tahoma"/>
                        </a:rPr>
                        <a:t>Similar Historical Events</a:t>
                      </a: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lvl="0" algn="l">
                        <a:lnSpc>
                          <a:spcPct val="100000"/>
                        </a:lnSpc>
                        <a:spcBef>
                          <a:spcPts val="0"/>
                        </a:spcBef>
                        <a:spcAft>
                          <a:spcPts val="0"/>
                        </a:spcAft>
                        <a:buNone/>
                      </a:pPr>
                      <a:r>
                        <a:rPr lang="en-US" sz="800" b="0" i="0" u="none" strike="noStrike" cap="none" noProof="0"/>
                        <a:t>Can ECM number be added to member last updated history?</a:t>
                      </a:r>
                      <a:endParaRPr lang="en-US" sz="1800"/>
                    </a:p>
                    <a:p>
                      <a:pPr marL="0" marR="0" lvl="0" indent="0" algn="l">
                        <a:lnSpc>
                          <a:spcPct val="100000"/>
                        </a:lnSpc>
                        <a:spcBef>
                          <a:spcPts val="0"/>
                        </a:spcBef>
                        <a:spcAft>
                          <a:spcPts val="0"/>
                        </a:spcAft>
                        <a:buNone/>
                      </a:pPr>
                      <a:r>
                        <a:rPr lang="en-US" sz="800" b="0" i="0" u="none" strike="noStrike" cap="none" noProof="0"/>
                        <a:t>How to Query route changes in </a:t>
                      </a:r>
                      <a:r>
                        <a:rPr lang="en-US" sz="800" b="0" i="0" u="none" strike="noStrike" cap="none" noProof="0" err="1"/>
                        <a:t>SiView</a:t>
                      </a:r>
                      <a:r>
                        <a:rPr lang="en-US" sz="800" b="0" i="0" u="none" strike="noStrike" cap="none" noProof="0"/>
                        <a:t>/ECM?</a:t>
                      </a:r>
                      <a:endParaRPr lang="en-US" sz="800" b="0" i="0" u="none" strike="noStrike" cap="none">
                        <a:solidFill>
                          <a:schemeClr val="dk1"/>
                        </a:solidFill>
                        <a:latin typeface="+mn-lt"/>
                        <a:ea typeface="Tahoma"/>
                        <a:cs typeface="Tahoma"/>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29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rPr>
                        <a:t>Pattern Density </a:t>
                      </a:r>
                      <a:endParaRPr sz="900" b="1" i="0" u="none" strike="noStrike" cap="none">
                        <a:solidFill>
                          <a:schemeClr val="dk1"/>
                        </a:solidFill>
                        <a:latin typeface="+mn-lt"/>
                        <a:ea typeface="Tahoma"/>
                        <a:cs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r>
                        <a:rPr lang="en-US" sz="800" b="0" i="0" u="none" strike="noStrike" cap="none">
                          <a:solidFill>
                            <a:schemeClr val="dk1"/>
                          </a:solidFill>
                          <a:latin typeface="+mn-lt"/>
                          <a:ea typeface="Tahoma"/>
                          <a:cs typeface="Tahoma"/>
                        </a:rPr>
                        <a:t>Is pattern density of affected level  different from 'baseline'</a:t>
                      </a: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429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rPr>
                        <a:t>Wafer Substrate</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r>
                        <a:rPr lang="en-US" sz="800" b="0" i="0" u="none" strike="noStrike" cap="none">
                          <a:solidFill>
                            <a:schemeClr val="dk1"/>
                          </a:solidFill>
                          <a:latin typeface="+mn-lt"/>
                          <a:ea typeface="Tahoma"/>
                          <a:cs typeface="Tahoma"/>
                        </a:rPr>
                        <a:t>Is Substrate Supplier different vs 'base'. </a:t>
                      </a:r>
                    </a:p>
                    <a:p>
                      <a:pPr marL="0" marR="0" lvl="0" indent="0" algn="l">
                        <a:lnSpc>
                          <a:spcPct val="100000"/>
                        </a:lnSpc>
                        <a:spcBef>
                          <a:spcPts val="0"/>
                        </a:spcBef>
                        <a:spcAft>
                          <a:spcPts val="0"/>
                        </a:spcAft>
                        <a:buNone/>
                      </a:pPr>
                      <a:r>
                        <a:rPr lang="en-US" sz="800" b="0" i="0" u="none" strike="noStrike" cap="none">
                          <a:solidFill>
                            <a:schemeClr val="dk1"/>
                          </a:solidFill>
                          <a:latin typeface="+mn-lt"/>
                          <a:ea typeface="Tahoma"/>
                          <a:cs typeface="Tahoma"/>
                        </a:rPr>
                        <a:t>Trend by Wafer Supplier in Shiny</a:t>
                      </a:r>
                      <a:endParaRPr lang="en-US" sz="18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68">
                <a:tc>
                  <a:txBody>
                    <a:bodyPr/>
                    <a:lstStyle/>
                    <a:p>
                      <a:pPr marL="0" lvl="0" indent="0" algn="l">
                        <a:lnSpc>
                          <a:spcPct val="100000"/>
                        </a:lnSpc>
                        <a:spcBef>
                          <a:spcPts val="0"/>
                        </a:spcBef>
                        <a:spcAft>
                          <a:spcPts val="0"/>
                        </a:spcAft>
                        <a:buNone/>
                      </a:pPr>
                      <a:r>
                        <a:rPr lang="en-US" sz="900" b="1" i="0" u="none" strike="noStrike" cap="none">
                          <a:solidFill>
                            <a:schemeClr val="dk1"/>
                          </a:solidFill>
                          <a:latin typeface="+mn-lt"/>
                          <a:ea typeface="Tahoma"/>
                          <a:cs typeface="Tahoma"/>
                        </a:rPr>
                        <a:t>Process Changes in Sector and Prior/Subsequent Sector </a:t>
                      </a:r>
                    </a:p>
                  </a:txBody>
                  <a:tcPr marL="91450" marR="91450" marT="45724" marB="45724">
                    <a:lnL w="28575">
                      <a:solidFill>
                        <a:schemeClr val="dk1"/>
                      </a:solidFill>
                    </a:lnL>
                    <a:lnR w="12700">
                      <a:solidFill>
                        <a:schemeClr val="dk1"/>
                      </a:solidFill>
                    </a:lnR>
                    <a:lnT w="12700" cap="flat" cmpd="sng" algn="ctr">
                      <a:solidFill>
                        <a:schemeClr val="dk1"/>
                      </a:solidFill>
                      <a:prstDash val="solid"/>
                      <a:round/>
                      <a:headEnd type="none" w="sm" len="sm"/>
                      <a:tailEnd type="none" w="sm" len="sm"/>
                    </a:lnT>
                    <a:lnB w="12700">
                      <a:solidFill>
                        <a:schemeClr val="dk1"/>
                      </a:solidFill>
                    </a:lnB>
                  </a:tcPr>
                </a:tc>
                <a:tc>
                  <a:txBody>
                    <a:bodyPr/>
                    <a:lstStyle/>
                    <a:p>
                      <a:pPr marL="0" lvl="0" indent="0" algn="l">
                        <a:lnSpc>
                          <a:spcPct val="100000"/>
                        </a:lnSpc>
                        <a:spcBef>
                          <a:spcPts val="160"/>
                        </a:spcBef>
                        <a:spcAft>
                          <a:spcPts val="0"/>
                        </a:spcAft>
                        <a:buNone/>
                      </a:pPr>
                      <a:r>
                        <a:rPr lang="en-US" sz="800" b="0" i="0" u="none" strike="noStrike" cap="none">
                          <a:solidFill>
                            <a:schemeClr val="dk1"/>
                          </a:solidFill>
                          <a:latin typeface="+mn-lt"/>
                          <a:ea typeface="Tahoma"/>
                          <a:cs typeface="Tahoma"/>
                        </a:rPr>
                        <a:t>Review with PI/Module/Char Team</a:t>
                      </a:r>
                    </a:p>
                    <a:p>
                      <a:pPr marL="0" lvl="0" indent="0" algn="l">
                        <a:lnSpc>
                          <a:spcPct val="100000"/>
                        </a:lnSpc>
                        <a:spcBef>
                          <a:spcPts val="160"/>
                        </a:spcBef>
                        <a:spcAft>
                          <a:spcPts val="0"/>
                        </a:spcAft>
                        <a:buNone/>
                      </a:pPr>
                      <a:endParaRPr lang="en-US" sz="800" b="0" i="0" u="none" strike="noStrike" cap="none">
                        <a:solidFill>
                          <a:schemeClr val="dk1"/>
                        </a:solidFill>
                        <a:latin typeface="+mn-lt"/>
                        <a:ea typeface="Tahoma"/>
                        <a:cs typeface="Tahoma"/>
                      </a:endParaRPr>
                    </a:p>
                  </a:txBody>
                  <a:tcPr marL="91450" marR="91450" marT="45724" marB="45724">
                    <a:lnL w="12700">
                      <a:solidFill>
                        <a:schemeClr val="dk1"/>
                      </a:solidFill>
                    </a:lnL>
                    <a:lnR w="12700">
                      <a:solidFill>
                        <a:schemeClr val="dk1"/>
                      </a:solidFill>
                    </a:lnR>
                    <a:lnT w="12700" cap="flat" cmpd="sng" algn="ctr">
                      <a:solidFill>
                        <a:schemeClr val="dk1"/>
                      </a:solidFill>
                      <a:prstDash val="solid"/>
                      <a:round/>
                      <a:headEnd type="none" w="sm" len="sm"/>
                      <a:tailEnd type="none" w="sm" len="sm"/>
                    </a:lnT>
                    <a:lnB w="12700">
                      <a:solidFill>
                        <a:schemeClr val="dk1"/>
                      </a:solidFill>
                    </a:lnB>
                  </a:tcPr>
                </a:tc>
                <a:tc>
                  <a:txBody>
                    <a:bodyPr/>
                    <a:lstStyle/>
                    <a:p>
                      <a:pPr marL="0" lvl="0" indent="0" algn="l">
                        <a:lnSpc>
                          <a:spcPct val="100000"/>
                        </a:lnSpc>
                        <a:spcBef>
                          <a:spcPts val="0"/>
                        </a:spcBef>
                        <a:spcAft>
                          <a:spcPts val="0"/>
                        </a:spcAft>
                        <a:buNone/>
                      </a:pPr>
                      <a:endParaRPr sz="800" b="0" i="0" u="none" strike="noStrike" cap="none">
                        <a:solidFill>
                          <a:schemeClr val="dk1"/>
                        </a:solidFill>
                        <a:latin typeface="+mn-lt"/>
                        <a:ea typeface="Tahoma"/>
                        <a:cs typeface="Tahoma"/>
                        <a:sym typeface="Tahoma"/>
                      </a:endParaRPr>
                    </a:p>
                  </a:txBody>
                  <a:tcPr marL="91450" marR="91450" marT="45724" marB="45724">
                    <a:lnL w="12700">
                      <a:solidFill>
                        <a:schemeClr val="dk1"/>
                      </a:solidFill>
                    </a:lnL>
                    <a:lnR w="28575">
                      <a:solidFill>
                        <a:schemeClr val="dk1"/>
                      </a:solidFill>
                    </a:lnR>
                    <a:lnT w="12700" cap="flat" cmpd="sng" algn="ctr">
                      <a:solidFill>
                        <a:schemeClr val="dk1"/>
                      </a:solidFill>
                      <a:prstDash val="solid"/>
                      <a:round/>
                      <a:headEnd type="none" w="sm" len="sm"/>
                      <a:tailEnd type="none" w="sm" len="sm"/>
                    </a:lnT>
                    <a:lnB w="12700">
                      <a:solidFill>
                        <a:schemeClr val="dk1"/>
                      </a:solidFill>
                    </a:lnB>
                  </a:tcPr>
                </a:tc>
                <a:extLst>
                  <a:ext uri="{0D108BD9-81ED-4DB2-BD59-A6C34878D82A}">
                    <a16:rowId xmlns:a16="http://schemas.microsoft.com/office/drawing/2014/main" val="3168731412"/>
                  </a:ext>
                </a:extLst>
              </a:tr>
              <a:tr h="34291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rPr>
                        <a:t>Tool Diet</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160"/>
                        </a:spcBef>
                        <a:spcAft>
                          <a:spcPts val="0"/>
                        </a:spcAft>
                        <a:buClr>
                          <a:schemeClr val="dk1"/>
                        </a:buClr>
                        <a:buSzPts val="800"/>
                        <a:buFont typeface="Noto Sans Symbols"/>
                        <a:buNone/>
                      </a:pPr>
                      <a:r>
                        <a:rPr lang="en-US" sz="800">
                          <a:latin typeface="+mn-lt"/>
                        </a:rPr>
                        <a:t>Check Tool Diet Prior to Running Affected Lot at 'Critical' tools to check for unusual processing </a:t>
                      </a:r>
                      <a:endParaRPr sz="800">
                        <a:latin typeface="+mn-lt"/>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med" len="med"/>
                      <a:tailEnd type="none" w="med" len="med"/>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585863933"/>
                  </a:ext>
                </a:extLst>
              </a:tr>
              <a:tr h="322955">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rPr>
                        <a:t>Maintenance History of Tool</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160"/>
                        </a:spcBef>
                        <a:spcAft>
                          <a:spcPts val="0"/>
                        </a:spcAft>
                        <a:buClr>
                          <a:schemeClr val="dk1"/>
                        </a:buClr>
                        <a:buSzPts val="800"/>
                        <a:buFont typeface="Noto Sans Symbols"/>
                        <a:buNone/>
                      </a:pPr>
                      <a:r>
                        <a:rPr lang="en-US" sz="800">
                          <a:latin typeface="+mn-lt"/>
                        </a:rPr>
                        <a:t>Best source is  IOI tool </a:t>
                      </a:r>
                      <a:r>
                        <a:rPr lang="en-US" sz="800" err="1">
                          <a:latin typeface="+mn-lt"/>
                        </a:rPr>
                        <a:t>maint</a:t>
                      </a:r>
                      <a:r>
                        <a:rPr lang="en-US" sz="800">
                          <a:latin typeface="+mn-lt"/>
                        </a:rPr>
                        <a:t> history or </a:t>
                      </a:r>
                      <a:r>
                        <a:rPr lang="en-US" sz="800" err="1">
                          <a:latin typeface="+mn-lt"/>
                        </a:rPr>
                        <a:t>Fabview</a:t>
                      </a:r>
                      <a:r>
                        <a:rPr lang="en-US" sz="800">
                          <a:latin typeface="+mn-lt"/>
                        </a:rPr>
                        <a:t>. </a:t>
                      </a: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3828090289"/>
                  </a:ext>
                </a:extLst>
              </a:tr>
              <a:tr h="845831">
                <a:tc>
                  <a:txBody>
                    <a:bodyPr/>
                    <a:lstStyle/>
                    <a:p>
                      <a:pPr marL="0" marR="0" lvl="0" indent="0" algn="l" rtl="0">
                        <a:lnSpc>
                          <a:spcPct val="100000"/>
                        </a:lnSpc>
                        <a:spcBef>
                          <a:spcPts val="0"/>
                        </a:spcBef>
                        <a:spcAft>
                          <a:spcPts val="0"/>
                        </a:spcAft>
                        <a:buClr>
                          <a:schemeClr val="dk1"/>
                        </a:buClr>
                        <a:buSzPts val="800"/>
                        <a:buFont typeface="Noto Sans Symbols"/>
                        <a:buNone/>
                      </a:pPr>
                      <a:r>
                        <a:rPr lang="en-US" sz="900" b="1" i="0" u="none" strike="noStrike" cap="none">
                          <a:solidFill>
                            <a:schemeClr val="dk1"/>
                          </a:solidFill>
                          <a:latin typeface="+mn-lt"/>
                          <a:ea typeface="Tahoma"/>
                          <a:cs typeface="Tahoma"/>
                        </a:rPr>
                        <a:t>Tool Type Dependency</a:t>
                      </a:r>
                      <a:endParaRPr sz="900" b="1" i="0" u="none" strike="noStrike" cap="none">
                        <a:solidFill>
                          <a:schemeClr val="dk1"/>
                        </a:solidFill>
                        <a:latin typeface="+mn-lt"/>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a:lnSpc>
                          <a:spcPct val="100000"/>
                        </a:lnSpc>
                        <a:spcBef>
                          <a:spcPts val="160"/>
                        </a:spcBef>
                        <a:spcAft>
                          <a:spcPts val="0"/>
                        </a:spcAft>
                        <a:buNone/>
                      </a:pPr>
                      <a:r>
                        <a:rPr lang="en-US" sz="800" b="0" i="0" u="none" strike="noStrike" noProof="0"/>
                        <a:t>Opportunities: how to look up mixed deployment (non-PNL/PNL, WAC vs. Non-WAC etch, Ta/</a:t>
                      </a:r>
                      <a:r>
                        <a:rPr lang="en-US" sz="800" b="0" i="0" u="none" strike="noStrike" noProof="0" err="1"/>
                        <a:t>TaN</a:t>
                      </a:r>
                      <a:r>
                        <a:rPr lang="en-US" sz="800" b="0" i="0" u="none" strike="noStrike" noProof="0"/>
                        <a:t> Liner, </a:t>
                      </a:r>
                      <a:r>
                        <a:rPr lang="en-US" sz="800" b="0" i="0" u="none" strike="noStrike" noProof="0" err="1"/>
                        <a:t>Purion</a:t>
                      </a:r>
                      <a:r>
                        <a:rPr lang="en-US" sz="800" b="0" i="0" u="none" strike="noStrike" noProof="0"/>
                        <a:t> vs. Non-</a:t>
                      </a:r>
                      <a:r>
                        <a:rPr lang="en-US" sz="800" b="0" i="0" u="none" strike="noStrike" noProof="0" err="1"/>
                        <a:t>Purion</a:t>
                      </a:r>
                      <a:r>
                        <a:rPr lang="en-US" sz="800" b="0" i="0" u="none" strike="noStrike" noProof="0"/>
                        <a:t> implant, Westech/Ebara, 400's/600's testers, XT/Classic Cu-plating, HPT chuck type, </a:t>
                      </a:r>
                      <a:r>
                        <a:rPr lang="en-US" sz="800" b="0" i="0" u="none" strike="noStrike" noProof="0" err="1"/>
                        <a:t>twinscan</a:t>
                      </a:r>
                      <a:r>
                        <a:rPr lang="en-US" sz="800" b="0" i="0" u="none" strike="noStrike" noProof="0"/>
                        <a:t> vs. </a:t>
                      </a:r>
                      <a:r>
                        <a:rPr lang="en-US" sz="800" b="0" i="0" u="none" strike="noStrike" noProof="0" err="1"/>
                        <a:t>Asml</a:t>
                      </a:r>
                      <a:r>
                        <a:rPr lang="en-US" sz="800" b="0" i="0" u="none" strike="noStrike" noProof="0"/>
                        <a:t> vs. Nikon, MUV/DUV, 2300/9608)</a:t>
                      </a:r>
                      <a:endParaRPr lang="en-US" sz="1800"/>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800"/>
                        <a:buFont typeface="Noto Sans Symbols"/>
                        <a:buNone/>
                      </a:pPr>
                      <a:endParaRPr sz="800" b="0" i="0" u="none" strike="noStrike" cap="none">
                        <a:solidFill>
                          <a:schemeClr val="dk1"/>
                        </a:solidFill>
                        <a:latin typeface="+mn-lt"/>
                        <a:ea typeface="Tahoma"/>
                        <a:cs typeface="Tahoma"/>
                        <a:sym typeface="Tahoma"/>
                      </a:endParaRPr>
                    </a:p>
                  </a:txBody>
                  <a:tcPr marL="91450" marR="91450" marT="45725" marB="45725" anchor="ctr">
                    <a:lnL w="12700"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5286940"/>
                  </a:ext>
                </a:extLst>
              </a:tr>
              <a:tr h="269810">
                <a:tc gridSpan="3">
                  <a:txBody>
                    <a:bodyPr/>
                    <a:lstStyle/>
                    <a:p>
                      <a:pPr marL="0" marR="0" lvl="0" indent="0" algn="l" rtl="0">
                        <a:lnSpc>
                          <a:spcPct val="100000"/>
                        </a:lnSpc>
                        <a:spcBef>
                          <a:spcPts val="0"/>
                        </a:spcBef>
                        <a:spcAft>
                          <a:spcPts val="0"/>
                        </a:spcAft>
                        <a:buClr>
                          <a:schemeClr val="dk1"/>
                        </a:buClr>
                        <a:buSzPts val="800"/>
                        <a:buFont typeface="Noto Sans Symbols"/>
                        <a:buNone/>
                      </a:pPr>
                      <a:endParaRPr sz="900" b="1" i="0" u="none" strike="noStrike" cap="none">
                        <a:solidFill>
                          <a:schemeClr val="dk1"/>
                        </a:solidFill>
                        <a:latin typeface="+mn-lt"/>
                        <a:ea typeface="Tahoma"/>
                        <a:cs typeface="Tahoma"/>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42939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39E1-A610-4408-9BE7-8EA6F9C4DB9C}"/>
              </a:ext>
            </a:extLst>
          </p:cNvPr>
          <p:cNvSpPr>
            <a:spLocks noGrp="1"/>
          </p:cNvSpPr>
          <p:nvPr>
            <p:ph type="ctrTitle"/>
          </p:nvPr>
        </p:nvSpPr>
        <p:spPr/>
        <p:txBody>
          <a:bodyPr/>
          <a:lstStyle/>
          <a:p>
            <a:r>
              <a:rPr lang="en-US" sz="3600"/>
              <a:t>BACKUP</a:t>
            </a:r>
            <a:endParaRPr lang="en-US"/>
          </a:p>
        </p:txBody>
      </p:sp>
      <p:sp>
        <p:nvSpPr>
          <p:cNvPr id="3" name="Subtitle 2">
            <a:extLst>
              <a:ext uri="{FF2B5EF4-FFF2-40B4-BE49-F238E27FC236}">
                <a16:creationId xmlns:a16="http://schemas.microsoft.com/office/drawing/2014/main" id="{66AFE574-6FB1-430E-A16E-AADE46129E24}"/>
              </a:ext>
            </a:extLst>
          </p:cNvPr>
          <p:cNvSpPr>
            <a:spLocks noGrp="1"/>
          </p:cNvSpPr>
          <p:nvPr>
            <p:ph type="subTitle" idx="4"/>
          </p:nvPr>
        </p:nvSpPr>
        <p:spPr/>
        <p:txBody>
          <a:bodyPr/>
          <a:lstStyle/>
          <a:p>
            <a:endParaRPr lang="en-US"/>
          </a:p>
        </p:txBody>
      </p:sp>
      <p:sp>
        <p:nvSpPr>
          <p:cNvPr id="4" name="Picture Placeholder 3">
            <a:extLst>
              <a:ext uri="{FF2B5EF4-FFF2-40B4-BE49-F238E27FC236}">
                <a16:creationId xmlns:a16="http://schemas.microsoft.com/office/drawing/2014/main" id="{C29AE0A2-FE10-4180-9B32-FBD7DFF2BAFA}"/>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1712227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B2721-38D4-4FBB-A587-571960A047CF}"/>
              </a:ext>
            </a:extLst>
          </p:cNvPr>
          <p:cNvSpPr>
            <a:spLocks noGrp="1"/>
          </p:cNvSpPr>
          <p:nvPr>
            <p:ph type="title"/>
          </p:nvPr>
        </p:nvSpPr>
        <p:spPr>
          <a:xfrm>
            <a:off x="621802" y="298878"/>
            <a:ext cx="7416025" cy="566181"/>
          </a:xfrm>
        </p:spPr>
        <p:txBody>
          <a:bodyPr/>
          <a:lstStyle/>
          <a:p>
            <a:r>
              <a:rPr lang="en-US" sz="1800"/>
              <a:t>Bad Lot Investigation &amp; Problem-Solving (BLIPS) Expectations</a:t>
            </a:r>
          </a:p>
        </p:txBody>
      </p:sp>
      <p:sp>
        <p:nvSpPr>
          <p:cNvPr id="6" name="TextBox 5">
            <a:extLst>
              <a:ext uri="{FF2B5EF4-FFF2-40B4-BE49-F238E27FC236}">
                <a16:creationId xmlns:a16="http://schemas.microsoft.com/office/drawing/2014/main" id="{BB27CE87-7613-4455-986E-E63FBF910654}"/>
              </a:ext>
            </a:extLst>
          </p:cNvPr>
          <p:cNvSpPr txBox="1"/>
          <p:nvPr/>
        </p:nvSpPr>
        <p:spPr>
          <a:xfrm>
            <a:off x="637808" y="1193007"/>
            <a:ext cx="7744191" cy="1169551"/>
          </a:xfrm>
          <a:prstGeom prst="rect">
            <a:avLst/>
          </a:prstGeom>
        </p:spPr>
        <p:txBody>
          <a:bodyPr wrap="square" lIns="91440" tIns="45720" rIns="91440" bIns="45720" rtlCol="0" anchor="t">
            <a:spAutoFit/>
          </a:bodyPr>
          <a:lstStyle/>
          <a:p>
            <a:pPr marL="285743" indent="-285743" defTabSz="914378">
              <a:buFont typeface="Arial" panose="020B0604020202020204" pitchFamily="34" charset="0"/>
              <a:buChar char="•"/>
            </a:pPr>
            <a:r>
              <a:rPr lang="en-US">
                <a:ea typeface="+mn-ea"/>
              </a:rPr>
              <a:t>Investigations started same day of signal when &gt;= 3 wafers potentially scrapped after retest or FA submitted</a:t>
            </a:r>
          </a:p>
          <a:p>
            <a:pPr marL="285743" lvl="1" indent="-285743" defTabSz="914378">
              <a:buFont typeface="Arial" panose="020B0604020202020204" pitchFamily="34" charset="0"/>
              <a:buChar char="•"/>
            </a:pPr>
            <a:r>
              <a:rPr lang="en-US">
                <a:ea typeface="+mn-ea"/>
              </a:rPr>
              <a:t>Includes lots that show potential changing signal, unless previously proven and known cause</a:t>
            </a:r>
          </a:p>
          <a:p>
            <a:pPr marL="285743" lvl="1" indent="-285743" defTabSz="914378">
              <a:buFont typeface="Arial" panose="020B0604020202020204" pitchFamily="34" charset="0"/>
              <a:buChar char="•"/>
            </a:pPr>
            <a:r>
              <a:rPr lang="en-US">
                <a:ea typeface="+mn-ea"/>
              </a:rPr>
              <a:t>&gt;= 3 wafers scrapped shown at DOM the following day</a:t>
            </a:r>
          </a:p>
          <a:p>
            <a:pPr marL="285743" lvl="1" indent="-285743" defTabSz="914378">
              <a:buFont typeface="Arial" panose="020B0604020202020204" pitchFamily="34" charset="0"/>
              <a:buChar char="•"/>
            </a:pPr>
            <a:endParaRPr lang="en-US">
              <a:ea typeface="+mn-ea"/>
            </a:endParaRPr>
          </a:p>
        </p:txBody>
      </p:sp>
    </p:spTree>
    <p:extLst>
      <p:ext uri="{BB962C8B-B14F-4D97-AF65-F5344CB8AC3E}">
        <p14:creationId xmlns:p14="http://schemas.microsoft.com/office/powerpoint/2010/main" val="3106540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75"/>
        <p:cNvGrpSpPr/>
        <p:nvPr/>
      </p:nvGrpSpPr>
      <p:grpSpPr>
        <a:xfrm>
          <a:off x="0" y="0"/>
          <a:ext cx="0" cy="0"/>
          <a:chOff x="0" y="0"/>
          <a:chExt cx="0" cy="0"/>
        </a:xfrm>
      </p:grpSpPr>
      <p:sp>
        <p:nvSpPr>
          <p:cNvPr id="576" name="Google Shape;576;p80"/>
          <p:cNvSpPr txBox="1">
            <a:spLocks noGrp="1"/>
          </p:cNvSpPr>
          <p:nvPr>
            <p:ph type="title"/>
          </p:nvPr>
        </p:nvSpPr>
        <p:spPr>
          <a:xfrm>
            <a:off x="279675" y="-115075"/>
            <a:ext cx="7772400" cy="628500"/>
          </a:xfrm>
          <a:prstGeom prst="rect">
            <a:avLst/>
          </a:prstGeom>
        </p:spPr>
        <p:txBody>
          <a:bodyPr spcFirstLastPara="1" wrap="square" lIns="91425" tIns="91425" rIns="91425" bIns="91425" anchor="b" anchorCtr="0">
            <a:noAutofit/>
          </a:bodyPr>
          <a:lstStyle/>
          <a:p>
            <a:r>
              <a:rPr lang="en" sz="1800" b="1"/>
              <a:t>Title - edit &amp; clarify document name </a:t>
            </a:r>
            <a:endParaRPr sz="1800" b="1"/>
          </a:p>
        </p:txBody>
      </p:sp>
      <p:sp>
        <p:nvSpPr>
          <p:cNvPr id="577" name="Google Shape;577;p80"/>
          <p:cNvSpPr txBox="1"/>
          <p:nvPr/>
        </p:nvSpPr>
        <p:spPr>
          <a:xfrm rot="19955676">
            <a:off x="5663249" y="379654"/>
            <a:ext cx="2332693" cy="2801378"/>
          </a:xfrm>
          <a:prstGeom prst="rect">
            <a:avLst/>
          </a:prstGeom>
          <a:noFill/>
          <a:ln>
            <a:noFill/>
          </a:ln>
        </p:spPr>
        <p:txBody>
          <a:bodyPr spcFirstLastPara="1" wrap="square" lIns="91425" tIns="91425" rIns="91425" bIns="91425" anchor="t" anchorCtr="0">
            <a:noAutofit/>
          </a:bodyPr>
          <a:lstStyle/>
          <a:p>
            <a:pPr defTabSz="914378">
              <a:defRPr/>
            </a:pPr>
            <a:r>
              <a:rPr lang="en" i="1" dirty="0">
                <a:solidFill>
                  <a:srgbClr val="38761D"/>
                </a:solidFill>
                <a:ea typeface="+mn-ea"/>
              </a:rPr>
              <a:t>If Bad Lot investigation requires Problem solving Allows a quick view of present understanding</a:t>
            </a:r>
            <a:endParaRPr i="1" dirty="0">
              <a:solidFill>
                <a:srgbClr val="38761D"/>
              </a:solidFill>
              <a:ea typeface="+mn-ea"/>
            </a:endParaRPr>
          </a:p>
          <a:p>
            <a:pPr defTabSz="914378">
              <a:defRPr/>
            </a:pPr>
            <a:r>
              <a:rPr lang="en" i="1" dirty="0">
                <a:solidFill>
                  <a:srgbClr val="38761D"/>
                </a:solidFill>
                <a:ea typeface="+mn-ea"/>
              </a:rPr>
              <a:t>Move to beginning of document Once Root Cause and CA/PA are identified </a:t>
            </a:r>
            <a:endParaRPr i="1" dirty="0">
              <a:solidFill>
                <a:srgbClr val="38761D"/>
              </a:solidFill>
              <a:ea typeface="+mn-ea"/>
            </a:endParaRPr>
          </a:p>
        </p:txBody>
      </p:sp>
      <p:sp>
        <p:nvSpPr>
          <p:cNvPr id="578" name="Google Shape;578;p80"/>
          <p:cNvSpPr txBox="1">
            <a:spLocks noGrp="1"/>
          </p:cNvSpPr>
          <p:nvPr>
            <p:ph type="body" idx="1"/>
          </p:nvPr>
        </p:nvSpPr>
        <p:spPr>
          <a:xfrm>
            <a:off x="331550" y="513900"/>
            <a:ext cx="5937900" cy="4115700"/>
          </a:xfrm>
          <a:prstGeom prst="rect">
            <a:avLst/>
          </a:prstGeom>
        </p:spPr>
        <p:txBody>
          <a:bodyPr spcFirstLastPara="1" wrap="square" lIns="91425" tIns="91425" rIns="91425" bIns="91425" anchor="t" anchorCtr="0">
            <a:noAutofit/>
          </a:bodyPr>
          <a:lstStyle/>
          <a:p>
            <a:pPr marL="0" indent="0">
              <a:lnSpc>
                <a:spcPct val="90000"/>
              </a:lnSpc>
              <a:spcBef>
                <a:spcPts val="1200"/>
              </a:spcBef>
              <a:buNone/>
            </a:pPr>
            <a:r>
              <a:rPr lang="en" sz="1800" b="1" dirty="0">
                <a:solidFill>
                  <a:schemeClr val="dk1"/>
                </a:solidFill>
              </a:rPr>
              <a:t>Issue: </a:t>
            </a:r>
            <a:endParaRPr sz="1800" dirty="0">
              <a:solidFill>
                <a:schemeClr val="dk1"/>
              </a:solidFill>
            </a:endParaRPr>
          </a:p>
          <a:p>
            <a:pPr marL="0" indent="0">
              <a:lnSpc>
                <a:spcPct val="90000"/>
              </a:lnSpc>
              <a:spcBef>
                <a:spcPts val="1200"/>
              </a:spcBef>
              <a:buNone/>
            </a:pPr>
            <a:r>
              <a:rPr lang="en" sz="1800" b="1" dirty="0">
                <a:solidFill>
                  <a:schemeClr val="dk1"/>
                </a:solidFill>
              </a:rPr>
              <a:t>Characterize Problem: </a:t>
            </a:r>
            <a:endParaRPr sz="1800" dirty="0">
              <a:solidFill>
                <a:schemeClr val="dk1"/>
              </a:solidFill>
            </a:endParaRPr>
          </a:p>
          <a:p>
            <a:pPr marL="0" indent="0">
              <a:lnSpc>
                <a:spcPct val="90000"/>
              </a:lnSpc>
              <a:spcBef>
                <a:spcPts val="1200"/>
              </a:spcBef>
              <a:buNone/>
            </a:pPr>
            <a:r>
              <a:rPr lang="en" sz="1800" b="1" dirty="0">
                <a:solidFill>
                  <a:schemeClr val="dk1"/>
                </a:solidFill>
              </a:rPr>
              <a:t>Impact: </a:t>
            </a:r>
            <a:endParaRPr sz="1800" dirty="0">
              <a:solidFill>
                <a:schemeClr val="dk1"/>
              </a:solidFill>
            </a:endParaRPr>
          </a:p>
          <a:p>
            <a:pPr marL="0" indent="0">
              <a:lnSpc>
                <a:spcPct val="90000"/>
              </a:lnSpc>
              <a:spcBef>
                <a:spcPts val="1200"/>
              </a:spcBef>
              <a:buNone/>
            </a:pPr>
            <a:r>
              <a:rPr lang="en" sz="1800" b="1" dirty="0">
                <a:solidFill>
                  <a:schemeClr val="dk1"/>
                </a:solidFill>
              </a:rPr>
              <a:t>Team: </a:t>
            </a:r>
            <a:endParaRPr sz="1800" b="1" dirty="0">
              <a:solidFill>
                <a:schemeClr val="dk1"/>
              </a:solidFill>
            </a:endParaRPr>
          </a:p>
          <a:p>
            <a:pPr marL="0" indent="0">
              <a:lnSpc>
                <a:spcPct val="90000"/>
              </a:lnSpc>
              <a:spcBef>
                <a:spcPts val="1200"/>
              </a:spcBef>
              <a:buNone/>
            </a:pPr>
            <a:r>
              <a:rPr lang="en" sz="1800" b="1" dirty="0">
                <a:solidFill>
                  <a:schemeClr val="dk1"/>
                </a:solidFill>
              </a:rPr>
              <a:t>Process Containment</a:t>
            </a:r>
            <a:r>
              <a:rPr lang="en" sz="1800" dirty="0">
                <a:solidFill>
                  <a:schemeClr val="dk1"/>
                </a:solidFill>
              </a:rPr>
              <a:t>: </a:t>
            </a:r>
            <a:endParaRPr sz="1800" dirty="0">
              <a:solidFill>
                <a:schemeClr val="dk1"/>
              </a:solidFill>
            </a:endParaRPr>
          </a:p>
          <a:p>
            <a:pPr marL="0" indent="0">
              <a:lnSpc>
                <a:spcPct val="90000"/>
              </a:lnSpc>
              <a:spcBef>
                <a:spcPts val="800"/>
              </a:spcBef>
              <a:buNone/>
            </a:pPr>
            <a:r>
              <a:rPr lang="en" sz="1800" b="1" dirty="0">
                <a:solidFill>
                  <a:schemeClr val="dk1"/>
                </a:solidFill>
              </a:rPr>
              <a:t>Point of Cause/Understanding: </a:t>
            </a:r>
            <a:endParaRPr sz="1800" dirty="0">
              <a:solidFill>
                <a:schemeClr val="dk1"/>
              </a:solidFill>
            </a:endParaRPr>
          </a:p>
          <a:p>
            <a:pPr marL="0" indent="0">
              <a:lnSpc>
                <a:spcPct val="90000"/>
              </a:lnSpc>
              <a:spcBef>
                <a:spcPts val="800"/>
              </a:spcBef>
              <a:buNone/>
            </a:pPr>
            <a:r>
              <a:rPr lang="en" sz="1800" b="1" dirty="0">
                <a:solidFill>
                  <a:schemeClr val="dk1"/>
                </a:solidFill>
              </a:rPr>
              <a:t>Root Cause: </a:t>
            </a:r>
            <a:endParaRPr sz="1800" dirty="0">
              <a:solidFill>
                <a:srgbClr val="B7B7B7"/>
              </a:solidFill>
            </a:endParaRPr>
          </a:p>
          <a:p>
            <a:pPr marL="0" indent="0">
              <a:lnSpc>
                <a:spcPct val="90000"/>
              </a:lnSpc>
              <a:spcBef>
                <a:spcPts val="1200"/>
              </a:spcBef>
              <a:buNone/>
            </a:pPr>
            <a:r>
              <a:rPr lang="en" sz="1800" b="1" dirty="0">
                <a:solidFill>
                  <a:schemeClr val="dk1"/>
                </a:solidFill>
              </a:rPr>
              <a:t>Corrective/Preventative Actions:  </a:t>
            </a:r>
            <a:endParaRPr sz="1800" b="1" dirty="0">
              <a:solidFill>
                <a:schemeClr val="dk1"/>
              </a:solidFill>
            </a:endParaRPr>
          </a:p>
          <a:p>
            <a:pPr marL="228594" indent="-114297">
              <a:buNone/>
            </a:pPr>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6E6F28-B877-4154-A36A-1AFBFA35917C}"/>
              </a:ext>
            </a:extLst>
          </p:cNvPr>
          <p:cNvSpPr>
            <a:spLocks noGrp="1"/>
          </p:cNvSpPr>
          <p:nvPr>
            <p:ph type="sldNum" idx="12"/>
          </p:nvPr>
        </p:nvSpPr>
        <p:spPr/>
        <p:txBody>
          <a:bodyPr/>
          <a:lstStyle/>
          <a:p>
            <a:pPr defTabSz="914378"/>
            <a:fld id="{00000000-1234-1234-1234-123412341234}" type="slidenum">
              <a:rPr lang="en-US" dirty="0">
                <a:solidFill>
                  <a:srgbClr val="595959"/>
                </a:solidFill>
              </a:rPr>
              <a:pPr defTabSz="914378"/>
              <a:t>11</a:t>
            </a:fld>
            <a:endParaRPr lang="en-US">
              <a:solidFill>
                <a:srgbClr val="595959"/>
              </a:solidFill>
            </a:endParaRPr>
          </a:p>
        </p:txBody>
      </p:sp>
      <p:graphicFrame>
        <p:nvGraphicFramePr>
          <p:cNvPr id="3" name="Table 6">
            <a:extLst>
              <a:ext uri="{FF2B5EF4-FFF2-40B4-BE49-F238E27FC236}">
                <a16:creationId xmlns:a16="http://schemas.microsoft.com/office/drawing/2014/main" id="{F8550077-8DE0-4B1A-B36D-75479A655FE7}"/>
              </a:ext>
            </a:extLst>
          </p:cNvPr>
          <p:cNvGraphicFramePr>
            <a:graphicFrameLocks noGrp="1"/>
          </p:cNvGraphicFramePr>
          <p:nvPr/>
        </p:nvGraphicFramePr>
        <p:xfrm>
          <a:off x="1143001" y="14289"/>
          <a:ext cx="6836195" cy="4951789"/>
        </p:xfrm>
        <a:graphic>
          <a:graphicData uri="http://schemas.openxmlformats.org/drawingml/2006/table">
            <a:tbl>
              <a:tblPr firstRow="1" bandRow="1"/>
              <a:tblGrid>
                <a:gridCol w="893038">
                  <a:extLst>
                    <a:ext uri="{9D8B030D-6E8A-4147-A177-3AD203B41FA5}">
                      <a16:colId xmlns:a16="http://schemas.microsoft.com/office/drawing/2014/main" val="1773349593"/>
                    </a:ext>
                  </a:extLst>
                </a:gridCol>
                <a:gridCol w="912348">
                  <a:extLst>
                    <a:ext uri="{9D8B030D-6E8A-4147-A177-3AD203B41FA5}">
                      <a16:colId xmlns:a16="http://schemas.microsoft.com/office/drawing/2014/main" val="2053007619"/>
                    </a:ext>
                  </a:extLst>
                </a:gridCol>
                <a:gridCol w="333173">
                  <a:extLst>
                    <a:ext uri="{9D8B030D-6E8A-4147-A177-3AD203B41FA5}">
                      <a16:colId xmlns:a16="http://schemas.microsoft.com/office/drawing/2014/main" val="2628280542"/>
                    </a:ext>
                  </a:extLst>
                </a:gridCol>
                <a:gridCol w="256070">
                  <a:extLst>
                    <a:ext uri="{9D8B030D-6E8A-4147-A177-3AD203B41FA5}">
                      <a16:colId xmlns:a16="http://schemas.microsoft.com/office/drawing/2014/main" val="4244828578"/>
                    </a:ext>
                  </a:extLst>
                </a:gridCol>
                <a:gridCol w="500680">
                  <a:extLst>
                    <a:ext uri="{9D8B030D-6E8A-4147-A177-3AD203B41FA5}">
                      <a16:colId xmlns:a16="http://schemas.microsoft.com/office/drawing/2014/main" val="2653416832"/>
                    </a:ext>
                  </a:extLst>
                </a:gridCol>
                <a:gridCol w="266899">
                  <a:extLst>
                    <a:ext uri="{9D8B030D-6E8A-4147-A177-3AD203B41FA5}">
                      <a16:colId xmlns:a16="http://schemas.microsoft.com/office/drawing/2014/main" val="3865811481"/>
                    </a:ext>
                  </a:extLst>
                </a:gridCol>
                <a:gridCol w="529738">
                  <a:extLst>
                    <a:ext uri="{9D8B030D-6E8A-4147-A177-3AD203B41FA5}">
                      <a16:colId xmlns:a16="http://schemas.microsoft.com/office/drawing/2014/main" val="2686167862"/>
                    </a:ext>
                  </a:extLst>
                </a:gridCol>
                <a:gridCol w="177540">
                  <a:extLst>
                    <a:ext uri="{9D8B030D-6E8A-4147-A177-3AD203B41FA5}">
                      <a16:colId xmlns:a16="http://schemas.microsoft.com/office/drawing/2014/main" val="2594045843"/>
                    </a:ext>
                  </a:extLst>
                </a:gridCol>
                <a:gridCol w="942569">
                  <a:extLst>
                    <a:ext uri="{9D8B030D-6E8A-4147-A177-3AD203B41FA5}">
                      <a16:colId xmlns:a16="http://schemas.microsoft.com/office/drawing/2014/main" val="4184579140"/>
                    </a:ext>
                  </a:extLst>
                </a:gridCol>
                <a:gridCol w="177540">
                  <a:extLst>
                    <a:ext uri="{9D8B030D-6E8A-4147-A177-3AD203B41FA5}">
                      <a16:colId xmlns:a16="http://schemas.microsoft.com/office/drawing/2014/main" val="1244585285"/>
                    </a:ext>
                  </a:extLst>
                </a:gridCol>
                <a:gridCol w="177540">
                  <a:extLst>
                    <a:ext uri="{9D8B030D-6E8A-4147-A177-3AD203B41FA5}">
                      <a16:colId xmlns:a16="http://schemas.microsoft.com/office/drawing/2014/main" val="2489665455"/>
                    </a:ext>
                  </a:extLst>
                </a:gridCol>
                <a:gridCol w="269354">
                  <a:extLst>
                    <a:ext uri="{9D8B030D-6E8A-4147-A177-3AD203B41FA5}">
                      <a16:colId xmlns:a16="http://schemas.microsoft.com/office/drawing/2014/main" val="2218204814"/>
                    </a:ext>
                  </a:extLst>
                </a:gridCol>
                <a:gridCol w="609506">
                  <a:extLst>
                    <a:ext uri="{9D8B030D-6E8A-4147-A177-3AD203B41FA5}">
                      <a16:colId xmlns:a16="http://schemas.microsoft.com/office/drawing/2014/main" val="709138181"/>
                    </a:ext>
                  </a:extLst>
                </a:gridCol>
                <a:gridCol w="177540">
                  <a:extLst>
                    <a:ext uri="{9D8B030D-6E8A-4147-A177-3AD203B41FA5}">
                      <a16:colId xmlns:a16="http://schemas.microsoft.com/office/drawing/2014/main" val="3747144988"/>
                    </a:ext>
                  </a:extLst>
                </a:gridCol>
                <a:gridCol w="612659">
                  <a:extLst>
                    <a:ext uri="{9D8B030D-6E8A-4147-A177-3AD203B41FA5}">
                      <a16:colId xmlns:a16="http://schemas.microsoft.com/office/drawing/2014/main" val="1987047082"/>
                    </a:ext>
                  </a:extLst>
                </a:gridCol>
              </a:tblGrid>
              <a:tr h="502920">
                <a:tc>
                  <a:txBody>
                    <a:bodyPr/>
                    <a:lstStyle/>
                    <a:p>
                      <a:pPr lvl="1" algn="r"/>
                      <a:r>
                        <a:rPr lang="en-US" sz="900" b="1"/>
                        <a:t>Leader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n-US" sz="900" b="1"/>
                        <a:t>Module/Area</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r>
                        <a:rPr lang="en-US" sz="900" b="1"/>
                        <a:t>Tool ID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4">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tc hMerge="1">
                  <a:txBody>
                    <a:bodyPr/>
                    <a:lstStyle/>
                    <a:p>
                      <a:endParaRPr lang="en-US"/>
                    </a:p>
                  </a:txBody>
                  <a:tcPr/>
                </a:tc>
                <a:tc hMerge="1">
                  <a:txBody>
                    <a:bodyPr/>
                    <a:lstStyle/>
                    <a:p>
                      <a:endParaRPr lang="en-US"/>
                    </a:p>
                  </a:txBody>
                  <a:tcPr/>
                </a:tc>
                <a:tc gridSpan="4">
                  <a:txBody>
                    <a:bodyPr/>
                    <a:lstStyle/>
                    <a:p>
                      <a:r>
                        <a:rPr lang="en-US" sz="1400" b="1">
                          <a:solidFill>
                            <a:srgbClr val="7030A0"/>
                          </a:solidFill>
                        </a:rPr>
                        <a:t>F9 Event Standard</a:t>
                      </a:r>
                      <a:endParaRPr lang="en-US" sz="1400">
                        <a:solidFill>
                          <a:srgbClr val="7030A0"/>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nchor="ctr">
                    <a:solidFill>
                      <a:schemeClr val="bg1"/>
                    </a:solidFill>
                  </a:tcPr>
                </a:tc>
                <a:extLst>
                  <a:ext uri="{0D108BD9-81ED-4DB2-BD59-A6C34878D82A}">
                    <a16:rowId xmlns:a16="http://schemas.microsoft.com/office/drawing/2014/main" val="295805957"/>
                  </a:ext>
                </a:extLst>
              </a:tr>
              <a:tr h="353131">
                <a:tc>
                  <a:txBody>
                    <a:bodyPr/>
                    <a:lstStyle/>
                    <a:p>
                      <a:pPr lvl="1" algn="r"/>
                      <a:r>
                        <a:rPr lang="en-US" sz="900" b="1"/>
                        <a:t>Problem Statement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14">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2000"/>
                    </a:p>
                  </a:txBody>
                  <a:tcPr anchor="ctr">
                    <a:solidFill>
                      <a:schemeClr val="accent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sz="2000"/>
                    </a:p>
                  </a:txBody>
                  <a:tcPr anchor="ctr">
                    <a:solidFill>
                      <a:schemeClr val="accent2">
                        <a:lumMod val="20000"/>
                        <a:lumOff val="80000"/>
                      </a:schemeClr>
                    </a:solidFill>
                  </a:tcPr>
                </a:tc>
                <a:tc hMerge="1">
                  <a:txBody>
                    <a:bodyPr/>
                    <a:lstStyle/>
                    <a:p>
                      <a:endParaRPr lang="en-US" sz="2000"/>
                    </a:p>
                  </a:txBody>
                  <a:tcPr anchor="ctr">
                    <a:solidFill>
                      <a:schemeClr val="bg1"/>
                    </a:solidFill>
                  </a:tcPr>
                </a:tc>
                <a:tc hMerge="1">
                  <a:txBody>
                    <a:bodyPr/>
                    <a:lstStyle/>
                    <a:p>
                      <a:endParaRPr lang="en-US" sz="2000"/>
                    </a:p>
                  </a:txBody>
                  <a:tcPr anchor="ctr">
                    <a:solidFill>
                      <a:schemeClr val="bg1"/>
                    </a:solidFill>
                  </a:tcPr>
                </a:tc>
                <a:extLst>
                  <a:ext uri="{0D108BD9-81ED-4DB2-BD59-A6C34878D82A}">
                    <a16:rowId xmlns:a16="http://schemas.microsoft.com/office/drawing/2014/main" val="535857427"/>
                  </a:ext>
                </a:extLst>
              </a:tr>
              <a:tr h="533158">
                <a:tc>
                  <a:txBody>
                    <a:bodyPr/>
                    <a:lstStyle/>
                    <a:p>
                      <a:pPr lvl="1" algn="r"/>
                      <a:r>
                        <a:rPr lang="en-US" sz="900" b="1"/>
                        <a:t>Exposure</a:t>
                      </a:r>
                    </a:p>
                    <a:p>
                      <a:pPr lvl="1" algn="r"/>
                      <a:endParaRPr lang="en-US" sz="9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algn="r"/>
                      <a:r>
                        <a:rPr lang="en-US" sz="900" b="1"/>
                        <a:t>Time to Detect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sz="2000"/>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r"/>
                      <a:r>
                        <a:rPr lang="en-US" sz="900" b="1"/>
                        <a:t>Total Time to React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pPr algn="r"/>
                      <a:endParaRPr lang="en-US" sz="2000" b="1"/>
                    </a:p>
                  </a:txBody>
                  <a:tcPr anchor="ctr">
                    <a:solidFill>
                      <a:schemeClr val="accent2">
                        <a:lumMod val="20000"/>
                        <a:lumOff val="80000"/>
                      </a:schemeClr>
                    </a:solidFill>
                  </a:tcPr>
                </a:tc>
                <a:tc hMerge="1">
                  <a:txBody>
                    <a:bodyPr/>
                    <a:lstStyle/>
                    <a:p>
                      <a:pPr algn="r"/>
                      <a:endParaRPr lang="en-US" sz="2000" b="1"/>
                    </a:p>
                  </a:txBody>
                  <a:tcPr anchor="ctr">
                    <a:solidFill>
                      <a:schemeClr val="accent2">
                        <a:lumMod val="20000"/>
                        <a:lumOff val="80000"/>
                      </a:schemeClr>
                    </a:solidFill>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a:p>
                  </a:txBody>
                  <a:tcPr anchor="ctr"/>
                </a:tc>
                <a:tc hMerge="1">
                  <a:txBody>
                    <a:bodyPr/>
                    <a:lstStyle/>
                    <a:p>
                      <a:endParaRPr lang="en-US" sz="2000"/>
                    </a:p>
                  </a:txBody>
                  <a:tcPr anchor="ctr"/>
                </a:tc>
                <a:extLst>
                  <a:ext uri="{0D108BD9-81ED-4DB2-BD59-A6C34878D82A}">
                    <a16:rowId xmlns:a16="http://schemas.microsoft.com/office/drawing/2014/main" val="4176486136"/>
                  </a:ext>
                </a:extLst>
              </a:tr>
              <a:tr h="353131">
                <a:tc>
                  <a:txBody>
                    <a:bodyPr/>
                    <a:lstStyle/>
                    <a:p>
                      <a:pPr lvl="1" algn="r"/>
                      <a:r>
                        <a:rPr lang="en-US" sz="900" b="1"/>
                        <a:t>Impact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algn="r"/>
                      <a:endParaRPr lang="en-US" sz="2000" b="0"/>
                    </a:p>
                  </a:txBody>
                  <a:tcPr anchor="ctr">
                    <a:solidFill>
                      <a:schemeClr val="accent2">
                        <a:lumMod val="20000"/>
                        <a:lumOff val="80000"/>
                      </a:schemeClr>
                    </a:solidFill>
                  </a:tcPr>
                </a:tc>
                <a:tc hMerge="1">
                  <a:txBody>
                    <a:bodyPr/>
                    <a:lstStyle/>
                    <a:p>
                      <a:endParaRPr lang="en-US"/>
                    </a:p>
                  </a:txBody>
                  <a:tcPr/>
                </a:tc>
                <a:tc gridSpan="3">
                  <a:txBody>
                    <a:bodyPr/>
                    <a:lstStyle/>
                    <a:p>
                      <a:r>
                        <a:rPr lang="en-US" sz="900" b="1"/>
                        <a:t># Lots On Hold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hMerge="1">
                  <a:txBody>
                    <a:bodyPr/>
                    <a:lstStyle/>
                    <a:p>
                      <a:endParaRPr lang="en-US" sz="2000"/>
                    </a:p>
                  </a:txBody>
                  <a:tcPr anchor="ctr">
                    <a:solidFill>
                      <a:schemeClr val="accent2">
                        <a:lumMod val="20000"/>
                        <a:lumOff val="80000"/>
                      </a:schemeClr>
                    </a:solidFill>
                  </a:tcPr>
                </a:tc>
                <a:tc gridSpan="4">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r"/>
                      <a:endParaRPr lang="en-US" sz="2000" b="0"/>
                    </a:p>
                  </a:txBody>
                  <a:tcPr anchor="ctr">
                    <a:solidFill>
                      <a:schemeClr val="bg1"/>
                    </a:solidFill>
                  </a:tcPr>
                </a:tc>
                <a:tc hMerge="1">
                  <a:txBody>
                    <a:bodyPr/>
                    <a:lstStyle/>
                    <a:p>
                      <a:endParaRPr lang="en-US"/>
                    </a:p>
                  </a:txBody>
                  <a:tcPr/>
                </a:tc>
                <a:tc hMerge="1">
                  <a:txBody>
                    <a:bodyPr/>
                    <a:lstStyle/>
                    <a:p>
                      <a:endParaRPr lang="en-US"/>
                    </a:p>
                  </a:txBody>
                  <a:tcPr/>
                </a:tc>
                <a:tc gridSpan="2">
                  <a:txBody>
                    <a:bodyPr/>
                    <a:lstStyle/>
                    <a:p>
                      <a:r>
                        <a:rPr lang="en-US" sz="900"/>
                        <a:t>Recurrence Y/N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nchor="ctr">
                    <a:solidFill>
                      <a:schemeClr val="bg1"/>
                    </a:solidFill>
                  </a:tcPr>
                </a:tc>
                <a:tc>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1361885"/>
                  </a:ext>
                </a:extLst>
              </a:tr>
              <a:tr h="456992">
                <a:tc>
                  <a:txBody>
                    <a:bodyPr/>
                    <a:lstStyle/>
                    <a:p>
                      <a:pPr lvl="1" algn="r"/>
                      <a:r>
                        <a:rPr lang="en-US" sz="900" b="1"/>
                        <a:t>NPI and OTD Lots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r>
                        <a:rPr lang="en-US" sz="900" b="1"/>
                        <a:t># Lots Contained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hMerge="1">
                  <a:txBody>
                    <a:bodyPr/>
                    <a:lstStyle/>
                    <a:p>
                      <a:endParaRPr lang="en-US" sz="2000"/>
                    </a:p>
                  </a:txBody>
                  <a:tcPr anchor="ctr">
                    <a:solidFill>
                      <a:schemeClr val="accent2">
                        <a:lumMod val="20000"/>
                        <a:lumOff val="80000"/>
                      </a:schemeClr>
                    </a:solidFill>
                  </a:tcPr>
                </a:tc>
                <a:tc gridSpan="4">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tc hMerge="1">
                  <a:txBody>
                    <a:bodyPr/>
                    <a:lstStyle/>
                    <a:p>
                      <a:endParaRPr lang="en-US"/>
                    </a:p>
                  </a:txBody>
                  <a:tcPr/>
                </a:tc>
                <a:tc hMerge="1">
                  <a:txBody>
                    <a:bodyPr/>
                    <a:lstStyle/>
                    <a:p>
                      <a:endParaRPr lang="en-US"/>
                    </a:p>
                  </a:txBody>
                  <a:tcPr/>
                </a:tc>
                <a:tc gridSpan="2">
                  <a:txBody>
                    <a:bodyPr/>
                    <a:lstStyle/>
                    <a:p>
                      <a:r>
                        <a:rPr lang="en-US" sz="900"/>
                        <a:t>Planned MRB Date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nchor="ctr">
                    <a:solidFill>
                      <a:schemeClr val="bg1"/>
                    </a:solidFill>
                  </a:tcPr>
                </a:tc>
                <a:tc>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4477245"/>
                  </a:ext>
                </a:extLst>
              </a:tr>
              <a:tr h="342900">
                <a:tc>
                  <a:txBody>
                    <a:bodyPr/>
                    <a:lstStyle/>
                    <a:p>
                      <a:pPr lvl="1" algn="r"/>
                      <a:r>
                        <a:rPr lang="en-US" sz="900" b="1"/>
                        <a:t>Point of Cause</a:t>
                      </a:r>
                      <a:endParaRPr lang="en-US" sz="9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1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2000"/>
                    </a:p>
                  </a:txBody>
                  <a:tcPr anchor="ctr">
                    <a:solidFill>
                      <a:schemeClr val="accent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nchor="c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2000"/>
                    </a:p>
                  </a:txBody>
                  <a:tcPr anchor="c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2000"/>
                    </a:p>
                  </a:txBody>
                  <a:tcPr anchor="ctr">
                    <a:solidFill>
                      <a:schemeClr val="bg1"/>
                    </a:solidFill>
                  </a:tcPr>
                </a:tc>
                <a:extLst>
                  <a:ext uri="{0D108BD9-81ED-4DB2-BD59-A6C34878D82A}">
                    <a16:rowId xmlns:a16="http://schemas.microsoft.com/office/drawing/2014/main" val="1371325179"/>
                  </a:ext>
                </a:extLst>
              </a:tr>
              <a:tr h="456992">
                <a:tc>
                  <a:txBody>
                    <a:bodyPr/>
                    <a:lstStyle/>
                    <a:p>
                      <a:pPr lvl="1" algn="r"/>
                      <a:r>
                        <a:rPr lang="en-US" sz="900" b="1"/>
                        <a:t>Detection Opportunity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1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2000"/>
                    </a:p>
                  </a:txBody>
                  <a:tcPr anchor="ctr"/>
                </a:tc>
                <a:tc hMerge="1">
                  <a:txBody>
                    <a:bodyPr/>
                    <a:lstStyle/>
                    <a:p>
                      <a:endParaRPr lang="en-US"/>
                    </a:p>
                  </a:txBody>
                  <a:tcPr/>
                </a:tc>
                <a:tc hMerge="1">
                  <a:txBody>
                    <a:bodyPr/>
                    <a:lstStyle/>
                    <a:p>
                      <a:endParaRPr lang="en-US"/>
                    </a:p>
                  </a:txBody>
                  <a:tcPr/>
                </a:tc>
                <a:tc hMerge="1">
                  <a:txBody>
                    <a:bodyPr/>
                    <a:lstStyle/>
                    <a:p>
                      <a:endParaRPr lang="en-US"/>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2000"/>
                    </a:p>
                  </a:txBody>
                  <a:tcPr anchor="c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2000"/>
                    </a:p>
                  </a:txBody>
                  <a:tcPr anchor="ctr">
                    <a:solidFill>
                      <a:schemeClr val="bg1"/>
                    </a:solidFill>
                  </a:tcPr>
                </a:tc>
                <a:extLst>
                  <a:ext uri="{0D108BD9-81ED-4DB2-BD59-A6C34878D82A}">
                    <a16:rowId xmlns:a16="http://schemas.microsoft.com/office/drawing/2014/main" val="23099479"/>
                  </a:ext>
                </a:extLst>
              </a:tr>
              <a:tr h="214648">
                <a:tc rowSpan="8">
                  <a:txBody>
                    <a:bodyPr/>
                    <a:lstStyle/>
                    <a:p>
                      <a:pPr lvl="1" algn="r"/>
                      <a:r>
                        <a:rPr lang="en-US" sz="900" b="1"/>
                        <a:t>Problem and Product Containment</a:t>
                      </a:r>
                    </a:p>
                    <a:p>
                      <a:pPr lvl="1" algn="r"/>
                      <a:endParaRPr lang="en-US" sz="900" b="1"/>
                    </a:p>
                    <a:p>
                      <a:pPr lvl="1" algn="r"/>
                      <a:r>
                        <a:rPr lang="en-US" sz="900" b="1"/>
                        <a:t> Stop the bleeding</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00" b="1"/>
                        <a:t>Action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r>
                        <a:rPr lang="en-US" sz="900" b="1"/>
                        <a:t>Owner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a:p>
                  </a:txBody>
                  <a:tcPr/>
                </a:tc>
                <a:tc hMerge="1">
                  <a:txBody>
                    <a:bodyPr/>
                    <a:lstStyle/>
                    <a:p>
                      <a:r>
                        <a:rPr lang="en-US" sz="2000"/>
                        <a:t>Date</a:t>
                      </a:r>
                      <a:endParaRPr lang="en-US"/>
                    </a:p>
                  </a:txBody>
                  <a:tcPr anchor="ctr">
                    <a:solidFill>
                      <a:srgbClr val="FBD6C3"/>
                    </a:solidFill>
                  </a:tcPr>
                </a:tc>
                <a:tc gridSpan="2">
                  <a:txBody>
                    <a:bodyPr/>
                    <a:lstStyle/>
                    <a:p>
                      <a:r>
                        <a:rPr lang="en-US" sz="900" b="1"/>
                        <a:t>Date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D6C3"/>
                    </a:solidFill>
                  </a:tcPr>
                </a:tc>
                <a:tc hMerge="1">
                  <a:txBody>
                    <a:bodyPr/>
                    <a:lstStyle/>
                    <a:p>
                      <a:endParaRPr lang="en-US" b="1"/>
                    </a:p>
                  </a:txBody>
                  <a:tcPr anchor="ctr">
                    <a:solidFill>
                      <a:srgbClr val="FBD6C3"/>
                    </a:solidFill>
                  </a:tcPr>
                </a:tc>
                <a:extLst>
                  <a:ext uri="{0D108BD9-81ED-4DB2-BD59-A6C34878D82A}">
                    <a16:rowId xmlns:a16="http://schemas.microsoft.com/office/drawing/2014/main" val="1015448853"/>
                  </a:ext>
                </a:extLst>
              </a:tr>
              <a:tr h="240030">
                <a:tc vMerge="1">
                  <a:txBody>
                    <a:bodyPr/>
                    <a:lstStyle/>
                    <a:p>
                      <a:pPr lvl="1" algn="r"/>
                      <a:endParaRPr lang="en-US" sz="2000"/>
                    </a:p>
                  </a:txBody>
                  <a:tcPr anchor="ctr">
                    <a:solidFill>
                      <a:schemeClr val="accent2">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nchor="ctr">
                    <a:solidFill>
                      <a:schemeClr val="bg1"/>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extLst>
                  <a:ext uri="{0D108BD9-81ED-4DB2-BD59-A6C34878D82A}">
                    <a16:rowId xmlns:a16="http://schemas.microsoft.com/office/drawing/2014/main" val="2597431835"/>
                  </a:ext>
                </a:extLst>
              </a:tr>
              <a:tr h="240030">
                <a:tc vMerge="1">
                  <a:txBody>
                    <a:bodyPr/>
                    <a:lstStyle/>
                    <a:p>
                      <a:pPr lvl="1" algn="r"/>
                      <a:endParaRPr lang="en-US" sz="2000"/>
                    </a:p>
                  </a:txBody>
                  <a:tcPr anchor="ctr">
                    <a:solidFill>
                      <a:schemeClr val="accent2">
                        <a:lumMod val="20000"/>
                        <a:lumOff val="80000"/>
                      </a:schemeClr>
                    </a:solidFill>
                  </a:tcPr>
                </a:tc>
                <a:tc gridSpan="9">
                  <a:txBody>
                    <a:bodyPr/>
                    <a:lstStyle/>
                    <a:p>
                      <a:pPr rtl="0" fontAlgn="base"/>
                      <a:endParaRPr lang="en-US" sz="1100" b="0" i="0" u="none" strike="noStrike" cap="none">
                        <a:solidFill>
                          <a:schemeClr val="tx1"/>
                        </a:solidFill>
                        <a:effectLst/>
                        <a:latin typeface="+mn-lt"/>
                        <a:ea typeface="+mn-ea"/>
                        <a:cs typeface="+mn-cs"/>
                        <a:sym typeface="Aria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nchor="ctr">
                    <a:solidFill>
                      <a:schemeClr val="bg1"/>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extLst>
                  <a:ext uri="{0D108BD9-81ED-4DB2-BD59-A6C34878D82A}">
                    <a16:rowId xmlns:a16="http://schemas.microsoft.com/office/drawing/2014/main" val="3099179160"/>
                  </a:ext>
                </a:extLst>
              </a:tr>
              <a:tr h="240030">
                <a:tc vMerge="1">
                  <a:txBody>
                    <a:bodyPr/>
                    <a:lstStyle/>
                    <a:p>
                      <a:pPr lvl="1" algn="r"/>
                      <a:endParaRPr lang="en-US" sz="2000"/>
                    </a:p>
                  </a:txBody>
                  <a:tcPr anchor="ctr">
                    <a:solidFill>
                      <a:schemeClr val="accent2">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nchor="ctr">
                    <a:solidFill>
                      <a:schemeClr val="bg1"/>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extLst>
                  <a:ext uri="{0D108BD9-81ED-4DB2-BD59-A6C34878D82A}">
                    <a16:rowId xmlns:a16="http://schemas.microsoft.com/office/drawing/2014/main" val="2023398279"/>
                  </a:ext>
                </a:extLst>
              </a:tr>
              <a:tr h="240030">
                <a:tc vMerge="1">
                  <a:txBody>
                    <a:bodyPr/>
                    <a:lstStyle/>
                    <a:p>
                      <a:pPr lvl="1" algn="r"/>
                      <a:endParaRPr lang="en-US" sz="2000"/>
                    </a:p>
                  </a:txBody>
                  <a:tcPr anchor="ctr">
                    <a:solidFill>
                      <a:schemeClr val="accent2">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nchor="ctr">
                    <a:solidFill>
                      <a:schemeClr val="bg1"/>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extLst>
                  <a:ext uri="{0D108BD9-81ED-4DB2-BD59-A6C34878D82A}">
                    <a16:rowId xmlns:a16="http://schemas.microsoft.com/office/drawing/2014/main" val="2266106891"/>
                  </a:ext>
                </a:extLst>
              </a:tr>
              <a:tr h="240030">
                <a:tc vMerge="1">
                  <a:txBody>
                    <a:bodyPr/>
                    <a:lstStyle/>
                    <a:p>
                      <a:endParaRPr lang="en-US"/>
                    </a:p>
                  </a:txBody>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4194213476"/>
                  </a:ext>
                </a:extLst>
              </a:tr>
              <a:tr h="240030">
                <a:tc vMerge="1">
                  <a:txBody>
                    <a:bodyPr/>
                    <a:lstStyle/>
                    <a:p>
                      <a:endParaRPr lang="en-US"/>
                    </a:p>
                  </a:txBody>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25935666"/>
                  </a:ext>
                </a:extLst>
              </a:tr>
              <a:tr h="297737">
                <a:tc vMerge="1">
                  <a:txBody>
                    <a:bodyPr/>
                    <a:lstStyle/>
                    <a:p>
                      <a:pPr lvl="1" algn="r"/>
                      <a:endParaRPr lang="en-US" sz="2000"/>
                    </a:p>
                  </a:txBody>
                  <a:tcPr anchor="ctr">
                    <a:solidFill>
                      <a:schemeClr val="accent2">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100" b="0" i="0" u="none" strike="noStrike" cap="none">
                        <a:solidFill>
                          <a:schemeClr val="tx1"/>
                        </a:solidFill>
                        <a:effectLst/>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nchor="ctr">
                    <a:solidFill>
                      <a:schemeClr val="bg1"/>
                    </a:solidFill>
                  </a:tcPr>
                </a:tc>
                <a:tc gridSpan="2">
                  <a:txBody>
                    <a:bodyPr/>
                    <a:lstStyle/>
                    <a:p>
                      <a:endParaRPr lang="en-US" sz="11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nchor="ctr">
                    <a:solidFill>
                      <a:schemeClr val="bg1"/>
                    </a:solidFill>
                  </a:tcPr>
                </a:tc>
                <a:extLst>
                  <a:ext uri="{0D108BD9-81ED-4DB2-BD59-A6C34878D82A}">
                    <a16:rowId xmlns:a16="http://schemas.microsoft.com/office/drawing/2014/main" val="1811116407"/>
                  </a:ext>
                </a:extLst>
              </a:tr>
            </a:tbl>
          </a:graphicData>
        </a:graphic>
      </p:graphicFrame>
    </p:spTree>
    <p:extLst>
      <p:ext uri="{BB962C8B-B14F-4D97-AF65-F5344CB8AC3E}">
        <p14:creationId xmlns:p14="http://schemas.microsoft.com/office/powerpoint/2010/main" val="185418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E3FDDA-FDA3-4324-929E-72AEAFBCD361}"/>
              </a:ext>
            </a:extLst>
          </p:cNvPr>
          <p:cNvSpPr txBox="1"/>
          <p:nvPr/>
        </p:nvSpPr>
        <p:spPr>
          <a:xfrm>
            <a:off x="1156856" y="561110"/>
            <a:ext cx="5292436" cy="523220"/>
          </a:xfrm>
          <a:prstGeom prst="rect">
            <a:avLst/>
          </a:prstGeom>
        </p:spPr>
        <p:txBody>
          <a:bodyPr wrap="square" rtlCol="0">
            <a:spAutoFit/>
          </a:bodyPr>
          <a:lstStyle/>
          <a:p>
            <a:pPr defTabSz="914378"/>
            <a:r>
              <a:rPr lang="en-US">
                <a:ea typeface="+mn-ea"/>
              </a:rPr>
              <a:t>DOM File Link: </a:t>
            </a:r>
            <a:r>
              <a:rPr lang="en-US">
                <a:ea typeface="+mn-ea"/>
                <a:hlinkClick r:id="rId2"/>
              </a:rPr>
              <a:t>Fab 9 Daily Operational Meeting Rev 3.pptx (sharepoint.com)</a:t>
            </a:r>
            <a:endParaRPr lang="en-US">
              <a:ea typeface="+mn-ea"/>
            </a:endParaRPr>
          </a:p>
        </p:txBody>
      </p:sp>
    </p:spTree>
    <p:extLst>
      <p:ext uri="{BB962C8B-B14F-4D97-AF65-F5344CB8AC3E}">
        <p14:creationId xmlns:p14="http://schemas.microsoft.com/office/powerpoint/2010/main" val="5272082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LOBALFOUNDRIES_Standard_Light_2017">
  <a:themeElements>
    <a:clrScheme name="GLOBALFOUNDRIES">
      <a:dk1>
        <a:sysClr val="windowText" lastClr="000000"/>
      </a:dk1>
      <a:lt1>
        <a:sysClr val="window" lastClr="FFFFFF"/>
      </a:lt1>
      <a:dk2>
        <a:srgbClr val="807F83"/>
      </a:dk2>
      <a:lt2>
        <a:srgbClr val="E8E8E8"/>
      </a:lt2>
      <a:accent1>
        <a:srgbClr val="F47836"/>
      </a:accent1>
      <a:accent2>
        <a:srgbClr val="747377"/>
      </a:accent2>
      <a:accent3>
        <a:srgbClr val="7199C6"/>
      </a:accent3>
      <a:accent4>
        <a:srgbClr val="B2BB1E"/>
      </a:accent4>
      <a:accent5>
        <a:srgbClr val="E4A508"/>
      </a:accent5>
      <a:accent6>
        <a:srgbClr val="135B97"/>
      </a:accent6>
      <a:hlink>
        <a:srgbClr val="F47836"/>
      </a:hlink>
      <a:folHlink>
        <a:srgbClr val="807F8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solidFill>
            <a:schemeClr val="accent1"/>
          </a:solidFill>
          <a:miter lim="800000"/>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lumMod val="60000"/>
              <a:lumOff val="40000"/>
            </a:schemeClr>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theme>
</file>

<file path=ppt/theme/theme2.xml><?xml version="1.0" encoding="utf-8"?>
<a:theme xmlns:a="http://schemas.openxmlformats.org/drawingml/2006/main" name="GF Light 2021">
  <a:themeElements>
    <a:clrScheme name="GlobalFoundries">
      <a:dk1>
        <a:srgbClr val="000000"/>
      </a:dk1>
      <a:lt1>
        <a:srgbClr val="FFFFFF"/>
      </a:lt1>
      <a:dk2>
        <a:srgbClr val="000000"/>
      </a:dk2>
      <a:lt2>
        <a:srgbClr val="43007A"/>
      </a:lt2>
      <a:accent1>
        <a:srgbClr val="762BB3"/>
      </a:accent1>
      <a:accent2>
        <a:srgbClr val="B3430C"/>
      </a:accent2>
      <a:accent3>
        <a:srgbClr val="47CBC4"/>
      </a:accent3>
      <a:accent4>
        <a:srgbClr val="FFDB31"/>
      </a:accent4>
      <a:accent5>
        <a:srgbClr val="FF6010"/>
      </a:accent5>
      <a:accent6>
        <a:srgbClr val="47CBC4"/>
      </a:accent6>
      <a:hlink>
        <a:srgbClr val="B676ED"/>
      </a:hlink>
      <a:folHlink>
        <a:srgbClr val="FF601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a:lstStyle>
        <a:defPPr algn="l">
          <a:defRPr kern="0" smtClean="0"/>
        </a:defPPr>
      </a:lstStyle>
    </a:txDef>
  </a:objectDefaults>
  <a:extraClrSchemeLst/>
  <a:extLst>
    <a:ext uri="{05A4C25C-085E-4340-85A3-A5531E510DB2}">
      <thm15:themeFamily xmlns:thm15="http://schemas.microsoft.com/office/thememl/2012/main" name="Presentation1" id="{7C4E2349-1B1E-46FF-8593-CA71321E88EE}" vid="{D7A28005-7D22-4D79-B18E-504CECBF4AE6}"/>
    </a:ext>
  </a:extLst>
</a:theme>
</file>

<file path=ppt/theme/theme3.xml><?xml version="1.0" encoding="utf-8"?>
<a:theme xmlns:a="http://schemas.openxmlformats.org/drawingml/2006/main" name="My GF Template">
  <a:themeElements>
    <a:clrScheme name="GLOBALFOUNDRIES">
      <a:dk1>
        <a:srgbClr val="000000"/>
      </a:dk1>
      <a:lt1>
        <a:srgbClr val="FFFFFF"/>
      </a:lt1>
      <a:dk2>
        <a:srgbClr val="807F83"/>
      </a:dk2>
      <a:lt2>
        <a:srgbClr val="E8E8E8"/>
      </a:lt2>
      <a:accent1>
        <a:srgbClr val="F47836"/>
      </a:accent1>
      <a:accent2>
        <a:srgbClr val="747377"/>
      </a:accent2>
      <a:accent3>
        <a:srgbClr val="7199C6"/>
      </a:accent3>
      <a:accent4>
        <a:srgbClr val="B2BB1E"/>
      </a:accent4>
      <a:accent5>
        <a:srgbClr val="E4A508"/>
      </a:accent5>
      <a:accent6>
        <a:srgbClr val="135B97"/>
      </a:accent6>
      <a:hlink>
        <a:srgbClr val="F47836"/>
      </a:hlink>
      <a:folHlink>
        <a:srgbClr val="807F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GF Light 2021">
  <a:themeElements>
    <a:clrScheme name="GlobalFoundries">
      <a:dk1>
        <a:srgbClr val="000000"/>
      </a:dk1>
      <a:lt1>
        <a:srgbClr val="FFFFFF"/>
      </a:lt1>
      <a:dk2>
        <a:srgbClr val="000000"/>
      </a:dk2>
      <a:lt2>
        <a:srgbClr val="43007A"/>
      </a:lt2>
      <a:accent1>
        <a:srgbClr val="762BB3"/>
      </a:accent1>
      <a:accent2>
        <a:srgbClr val="B3430C"/>
      </a:accent2>
      <a:accent3>
        <a:srgbClr val="47CBC4"/>
      </a:accent3>
      <a:accent4>
        <a:srgbClr val="FFDB31"/>
      </a:accent4>
      <a:accent5>
        <a:srgbClr val="FF6010"/>
      </a:accent5>
      <a:accent6>
        <a:srgbClr val="47CBC4"/>
      </a:accent6>
      <a:hlink>
        <a:srgbClr val="B676ED"/>
      </a:hlink>
      <a:folHlink>
        <a:srgbClr val="FF601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a:lstStyle>
        <a:defPPr algn="l">
          <a:defRPr kern="0" smtClean="0"/>
        </a:defPPr>
      </a:lstStyle>
    </a:txDef>
  </a:objectDefaults>
  <a:extraClrSchemeLst/>
  <a:extLst>
    <a:ext uri="{05A4C25C-085E-4340-85A3-A5531E510DB2}">
      <thm15:themeFamily xmlns:thm15="http://schemas.microsoft.com/office/thememl/2012/main" name="Presentation1" id="{7C4E2349-1B1E-46FF-8593-CA71321E88EE}" vid="{D7A28005-7D22-4D79-B18E-504CECBF4AE6}"/>
    </a:ext>
  </a:extLst>
</a:theme>
</file>

<file path=ppt/theme/theme6.xml><?xml version="1.0" encoding="utf-8"?>
<a:theme xmlns:a="http://schemas.openxmlformats.org/drawingml/2006/main" name="1_My GF Template">
  <a:themeElements>
    <a:clrScheme name="GLOBALFOUNDRIES">
      <a:dk1>
        <a:srgbClr val="000000"/>
      </a:dk1>
      <a:lt1>
        <a:srgbClr val="FFFFFF"/>
      </a:lt1>
      <a:dk2>
        <a:srgbClr val="807F83"/>
      </a:dk2>
      <a:lt2>
        <a:srgbClr val="E8E8E8"/>
      </a:lt2>
      <a:accent1>
        <a:srgbClr val="F47836"/>
      </a:accent1>
      <a:accent2>
        <a:srgbClr val="747377"/>
      </a:accent2>
      <a:accent3>
        <a:srgbClr val="7199C6"/>
      </a:accent3>
      <a:accent4>
        <a:srgbClr val="B2BB1E"/>
      </a:accent4>
      <a:accent5>
        <a:srgbClr val="E4A508"/>
      </a:accent5>
      <a:accent6>
        <a:srgbClr val="135B97"/>
      </a:accent6>
      <a:hlink>
        <a:srgbClr val="F47836"/>
      </a:hlink>
      <a:folHlink>
        <a:srgbClr val="807F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DB9B07ECF4814B8563C6476AC2A506" ma:contentTypeVersion="14" ma:contentTypeDescription="Create a new document." ma:contentTypeScope="" ma:versionID="16f2cdf749d3266114ab7fedb774e4b7">
  <xsd:schema xmlns:xsd="http://www.w3.org/2001/XMLSchema" xmlns:xs="http://www.w3.org/2001/XMLSchema" xmlns:p="http://schemas.microsoft.com/office/2006/metadata/properties" xmlns:ns2="7596268c-49ec-47a4-9d37-0635b5e19326" xmlns:ns3="b226e6d5-8a0e-43c7-85e9-d7ed5eee6b8a" targetNamespace="http://schemas.microsoft.com/office/2006/metadata/properties" ma:root="true" ma:fieldsID="0f9ccfe9015d811ea210d956db6119a4" ns2:_="" ns3:_="">
    <xsd:import namespace="7596268c-49ec-47a4-9d37-0635b5e19326"/>
    <xsd:import namespace="b226e6d5-8a0e-43c7-85e9-d7ed5eee6b8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bjectDetectorVersions" minOccurs="0"/>
                <xsd:element ref="ns3:MediaServiceOCR" minOccurs="0"/>
                <xsd:element ref="ns3:MediaServiceGenerationTime" minOccurs="0"/>
                <xsd:element ref="ns3:MediaServiceEventHashCode" minOccurs="0"/>
                <xsd:element ref="ns3:MediaServiceSearchProperties" minOccurs="0"/>
                <xsd:element ref="ns3:MediaServiceBillingMetadata"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96268c-49ec-47a4-9d37-0635b5e1932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94f68407-e7d3-48a0-880c-91a0e258d4f7}" ma:internalName="TaxCatchAll" ma:showField="CatchAllData" ma:web="7596268c-49ec-47a4-9d37-0635b5e1932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226e6d5-8a0e-43c7-85e9-d7ed5eee6b8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d3e384a-0603-4237-b4be-ab878b26ee8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596268c-49ec-47a4-9d37-0635b5e19326">
      <UserInfo>
        <DisplayName>Philips, Brett</DisplayName>
        <AccountId>57</AccountId>
        <AccountType/>
      </UserInfo>
      <UserInfo>
        <DisplayName>Zwonik, Robert</DisplayName>
        <AccountId>46</AccountId>
        <AccountType/>
      </UserInfo>
      <UserInfo>
        <DisplayName>Subhani, Khawaja Nizammuddin</DisplayName>
        <AccountId>26</AccountId>
        <AccountType/>
      </UserInfo>
      <UserInfo>
        <DisplayName>Kumar, Sumit (FAB9)</DisplayName>
        <AccountId>115</AccountId>
        <AccountType/>
      </UserInfo>
      <UserInfo>
        <DisplayName>Russell, Andrew</DisplayName>
        <AccountId>34</AccountId>
        <AccountType/>
      </UserInfo>
      <UserInfo>
        <DisplayName>Kuo, Roger</DisplayName>
        <AccountId>25</AccountId>
        <AccountType/>
      </UserInfo>
      <UserInfo>
        <DisplayName>Moon, Matthew</DisplayName>
        <AccountId>53</AccountId>
        <AccountType/>
      </UserInfo>
      <UserInfo>
        <DisplayName>Bedore, Steve</DisplayName>
        <AccountId>259</AccountId>
        <AccountType/>
      </UserInfo>
      <UserInfo>
        <DisplayName>Anderson, Felix</DisplayName>
        <AccountId>44</AccountId>
        <AccountType/>
      </UserInfo>
      <UserInfo>
        <DisplayName>Chung, Dean</DisplayName>
        <AccountId>68</AccountId>
        <AccountType/>
      </UserInfo>
      <UserInfo>
        <DisplayName>Thomas, Dave</DisplayName>
        <AccountId>132</AccountId>
        <AccountType/>
      </UserInfo>
      <UserInfo>
        <DisplayName>., Mritunjay</DisplayName>
        <AccountId>621</AccountId>
        <AccountType/>
      </UserInfo>
      <UserInfo>
        <DisplayName>Hauck Jr, Guy</DisplayName>
        <AccountId>367</AccountId>
        <AccountType/>
      </UserInfo>
      <UserInfo>
        <DisplayName>Devries, Mick</DisplayName>
        <AccountId>60</AccountId>
        <AccountType/>
      </UserInfo>
      <UserInfo>
        <DisplayName>Blaisdell, Loren</DisplayName>
        <AccountId>47</AccountId>
        <AccountType/>
      </UserInfo>
      <UserInfo>
        <DisplayName>Mosher, David</DisplayName>
        <AccountId>67</AccountId>
        <AccountType/>
      </UserInfo>
      <UserInfo>
        <DisplayName>Azevedo, Isabel</DisplayName>
        <AccountId>191</AccountId>
        <AccountType/>
      </UserInfo>
      <UserInfo>
        <DisplayName>Suresh Hegde, Reshma</DisplayName>
        <AccountId>817</AccountId>
        <AccountType/>
      </UserInfo>
      <UserInfo>
        <DisplayName>Chauhan, Naina</DisplayName>
        <AccountId>835</AccountId>
        <AccountType/>
      </UserInfo>
    </SharedWithUsers>
    <lcf76f155ced4ddcb4097134ff3c332f xmlns="b226e6d5-8a0e-43c7-85e9-d7ed5eee6b8a">
      <Terms xmlns="http://schemas.microsoft.com/office/infopath/2007/PartnerControls"/>
    </lcf76f155ced4ddcb4097134ff3c332f>
    <TaxCatchAll xmlns="7596268c-49ec-47a4-9d37-0635b5e193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FE4AF6-C102-4AB0-81B0-61B0ECE7A4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96268c-49ec-47a4-9d37-0635b5e19326"/>
    <ds:schemaRef ds:uri="b226e6d5-8a0e-43c7-85e9-d7ed5eee6b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860B9D-BB9E-4167-93E8-E4AE46813038}">
  <ds:schemaRefs>
    <ds:schemaRef ds:uri="http://schemas.microsoft.com/office/2006/documentManagement/types"/>
    <ds:schemaRef ds:uri="b226e6d5-8a0e-43c7-85e9-d7ed5eee6b8a"/>
    <ds:schemaRef ds:uri="http://purl.org/dc/terms/"/>
    <ds:schemaRef ds:uri="http://schemas.microsoft.com/office/infopath/2007/PartnerControls"/>
    <ds:schemaRef ds:uri="http://schemas.microsoft.com/office/2006/metadata/properties"/>
    <ds:schemaRef ds:uri="http://purl.org/dc/elements/1.1/"/>
    <ds:schemaRef ds:uri="http://www.w3.org/XML/1998/namespace"/>
    <ds:schemaRef ds:uri="http://schemas.openxmlformats.org/package/2006/metadata/core-properties"/>
    <ds:schemaRef ds:uri="7596268c-49ec-47a4-9d37-0635b5e19326"/>
    <ds:schemaRef ds:uri="http://purl.org/dc/dcmitype/"/>
  </ds:schemaRefs>
</ds:datastoreItem>
</file>

<file path=customXml/itemProps3.xml><?xml version="1.0" encoding="utf-8"?>
<ds:datastoreItem xmlns:ds="http://schemas.openxmlformats.org/officeDocument/2006/customXml" ds:itemID="{63ED7260-F3E1-46A8-B00B-F6A55E6831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22065</TotalTime>
  <Words>1416</Words>
  <Application>Microsoft Office PowerPoint</Application>
  <PresentationFormat>On-screen Show (16:9)</PresentationFormat>
  <Paragraphs>149</Paragraphs>
  <Slides>12</Slides>
  <Notes>2</Notes>
  <HiddenSlides>0</HiddenSlides>
  <MMClips>0</MMClips>
  <ScaleCrop>false</ScaleCrop>
  <HeadingPairs>
    <vt:vector size="8" baseType="variant">
      <vt:variant>
        <vt:lpstr>Fonts Used</vt:lpstr>
      </vt:variant>
      <vt:variant>
        <vt:i4>5</vt:i4>
      </vt:variant>
      <vt:variant>
        <vt:lpstr>Theme</vt:lpstr>
      </vt:variant>
      <vt:variant>
        <vt:i4>7</vt:i4>
      </vt:variant>
      <vt:variant>
        <vt:lpstr>Embedded OLE Servers</vt:lpstr>
      </vt:variant>
      <vt:variant>
        <vt:i4>1</vt:i4>
      </vt:variant>
      <vt:variant>
        <vt:lpstr>Slide Titles</vt:lpstr>
      </vt:variant>
      <vt:variant>
        <vt:i4>12</vt:i4>
      </vt:variant>
    </vt:vector>
  </HeadingPairs>
  <TitlesOfParts>
    <vt:vector size="25" baseType="lpstr">
      <vt:lpstr>Arial</vt:lpstr>
      <vt:lpstr>Noto Sans Symbols</vt:lpstr>
      <vt:lpstr>Helvetica Neue</vt:lpstr>
      <vt:lpstr>Arial Black</vt:lpstr>
      <vt:lpstr>Aptos</vt:lpstr>
      <vt:lpstr>GLOBALFOUNDRIES_Standard_Light_2017</vt:lpstr>
      <vt:lpstr>GF Light 2021</vt:lpstr>
      <vt:lpstr>My GF Template</vt:lpstr>
      <vt:lpstr>Simple Light</vt:lpstr>
      <vt:lpstr>1_GF Light 2021</vt:lpstr>
      <vt:lpstr>1_My GF Template</vt:lpstr>
      <vt:lpstr>1_Simple Light</vt:lpstr>
      <vt:lpstr>think-cell Slide</vt:lpstr>
      <vt:lpstr>Lot/Signal (Choose One) Investigation Summary</vt:lpstr>
      <vt:lpstr>Additional charts</vt:lpstr>
      <vt:lpstr>PowerPoint Presentation</vt:lpstr>
      <vt:lpstr>PowerPoint Presentation</vt:lpstr>
      <vt:lpstr>FEOL FET/Resistor Scrap Various DNA Strings and High Level POC</vt:lpstr>
      <vt:lpstr>Lot Investigation Summary 1 of 2</vt:lpstr>
      <vt:lpstr>Lot Investigation Summary 2 of 2</vt:lpstr>
      <vt:lpstr>BACKUP</vt:lpstr>
      <vt:lpstr>Bad Lot Investigation &amp; Problem-Solving (BLIPS) Expectations</vt:lpstr>
      <vt:lpstr>Title - edit &amp; clarify document name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Bad Lot Investigation &amp; Problem-Solving (BLIPS) Expectations</dc:title>
  <dc:creator>Zwonik, Robert</dc:creator>
  <cp:lastModifiedBy>Iyer, Shreya</cp:lastModifiedBy>
  <cp:revision>13</cp:revision>
  <dcterms:modified xsi:type="dcterms:W3CDTF">2026-07-08T20:09:57Z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0x010100C5DB9B07ECF4814B8563C6476AC2A506</vt:lpwstr>
  </property>
  <property fmtid="{D5CDD505-2E9C-101B-9397-08002B2CF9AE}" pid="3" name="Order">
    <vt:r8>11500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y fmtid="{D5CDD505-2E9C-101B-9397-08002B2CF9AE}" pid="8" name="MSIP_Label_40ca57d1-3aa4-4263-b77d-b314ae31f9a4_Enabled">
    <vt:lpwstr>True</vt:lpwstr>
  </property>
  <property fmtid="{D5CDD505-2E9C-101B-9397-08002B2CF9AE}" pid="9" name="MSIP_Label_40ca57d1-3aa4-4263-b77d-b314ae31f9a4_SiteId">
    <vt:lpwstr>039f6d49-43bb-4a53-b299-4fa0c7fc2276</vt:lpwstr>
  </property>
  <property fmtid="{D5CDD505-2E9C-101B-9397-08002B2CF9AE}" pid="10" name="MSIP_Label_40ca57d1-3aa4-4263-b77d-b314ae31f9a4_SetDate">
    <vt:lpwstr>2026-03-29T12:45:39Z</vt:lpwstr>
  </property>
  <property fmtid="{D5CDD505-2E9C-101B-9397-08002B2CF9AE}" pid="11" name="MSIP_Label_40ca57d1-3aa4-4263-b77d-b314ae31f9a4_Name">
    <vt:lpwstr>GF Confidential – Need to know</vt:lpwstr>
  </property>
  <property fmtid="{D5CDD505-2E9C-101B-9397-08002B2CF9AE}" pid="12" name="MSIP_Label_40ca57d1-3aa4-4263-b77d-b314ae31f9a4_ActionId">
    <vt:lpwstr>e7bffc6b-bd4d-4747-8682-bf722fb6ffda</vt:lpwstr>
  </property>
  <property fmtid="{D5CDD505-2E9C-101B-9397-08002B2CF9AE}" pid="13" name="MSIP_Label_40ca57d1-3aa4-4263-b77d-b314ae31f9a4_Removed">
    <vt:lpwstr>False</vt:lpwstr>
  </property>
  <property fmtid="{D5CDD505-2E9C-101B-9397-08002B2CF9AE}" pid="14" name="MSIP_Label_40ca57d1-3aa4-4263-b77d-b314ae31f9a4_Extended_MSFT_Method">
    <vt:lpwstr>Standard</vt:lpwstr>
  </property>
  <property fmtid="{D5CDD505-2E9C-101B-9397-08002B2CF9AE}" pid="15" name="Sensitivity">
    <vt:lpwstr>GF Confidential – Need to know</vt:lpwstr>
  </property>
</Properties>
</file>